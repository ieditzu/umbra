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b231e7cf5241f5" /><Relationship Type="http://schemas.openxmlformats.org/officeDocument/2006/relationships/extended-properties" Target="/docProps/app.xml" Id="R412f6c8ff346472f" /><Relationship Type="http://schemas.openxmlformats.org/officeDocument/2006/relationships/officeDocument" Target="/ppt/presentation.xml" Id="R68085c59b443444c" /></Relationships>
</file>

<file path=ppt/presentation.xml><?xml version="1.0" encoding="utf-8"?>
<p:presentation xmlns:p="http://schemas.openxmlformats.org/presentationml/2006/main">
  <p:sldMasterIdLst>
    <p:sldMasterId xmlns:r="http://schemas.openxmlformats.org/officeDocument/2006/relationships" id="2147483648" r:id="R71608e8859b344dc"/>
  </p:sldMasterIdLst>
  <p:notesMasterIdLst>
    <p:notesMasterId xmlns:r="http://schemas.openxmlformats.org/officeDocument/2006/relationships" r:id="R6fa1d4d7779348ee"/>
  </p:notesMasterIdLst>
  <p:sldIdLst>
    <p:sldId xmlns:r="http://schemas.openxmlformats.org/officeDocument/2006/relationships" id="256" r:id="R3c2127b818dc43c9"/>
    <p:sldId xmlns:r="http://schemas.openxmlformats.org/officeDocument/2006/relationships" id="257" r:id="R5790d69b40594265"/>
    <p:sldId xmlns:r="http://schemas.openxmlformats.org/officeDocument/2006/relationships" id="258" r:id="R2cda584da8f04f2c"/>
    <p:sldId xmlns:r="http://schemas.openxmlformats.org/officeDocument/2006/relationships" id="259" r:id="Rfe960be3290c489a"/>
    <p:sldId xmlns:r="http://schemas.openxmlformats.org/officeDocument/2006/relationships" id="260" r:id="R83e18cbedc964d69"/>
    <p:sldId xmlns:r="http://schemas.openxmlformats.org/officeDocument/2006/relationships" id="261" r:id="Red0cbc0c391e4a97"/>
    <p:sldId xmlns:r="http://schemas.openxmlformats.org/officeDocument/2006/relationships" id="262" r:id="R6bc07af11aa84d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e890d0095947f5" /><Relationship Type="http://schemas.openxmlformats.org/officeDocument/2006/relationships/slideMaster" Target="/ppt/slideMasters/slideMaster1.xml" Id="R71608e8859b344dc" /><Relationship Type="http://schemas.openxmlformats.org/officeDocument/2006/relationships/notesMaster" Target="/ppt/notesMasters/notesMaster1.xml" Id="R6fa1d4d7779348ee" /><Relationship Type="http://schemas.openxmlformats.org/officeDocument/2006/relationships/presProps" Target="/ppt/presProps.xml" Id="Rbfc756d5951b4556" /><Relationship Type="http://schemas.openxmlformats.org/officeDocument/2006/relationships/tableStyles" Target="/ppt/tableStyles.xml" Id="R9aa797d4f05940e1" /><Relationship Type="http://schemas.openxmlformats.org/officeDocument/2006/relationships/slide" Target="/ppt/slides/slide1.xml" Id="R3c2127b818dc43c9" /><Relationship Type="http://schemas.openxmlformats.org/officeDocument/2006/relationships/slide" Target="/ppt/slides/slide2.xml" Id="R5790d69b40594265" /><Relationship Type="http://schemas.openxmlformats.org/officeDocument/2006/relationships/slide" Target="/ppt/slides/slide3.xml" Id="R2cda584da8f04f2c" /><Relationship Type="http://schemas.openxmlformats.org/officeDocument/2006/relationships/slide" Target="/ppt/slides/slide4.xml" Id="Rfe960be3290c489a" /><Relationship Type="http://schemas.openxmlformats.org/officeDocument/2006/relationships/slide" Target="/ppt/slides/slide5.xml" Id="R83e18cbedc964d69" /><Relationship Type="http://schemas.openxmlformats.org/officeDocument/2006/relationships/slide" Target="/ppt/slides/slide6.xml" Id="Red0cbc0c391e4a97" /><Relationship Type="http://schemas.openxmlformats.org/officeDocument/2006/relationships/slide" Target="/ppt/slides/slide7.xml" Id="R6bc07af11aa84d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23cbf86e1745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5ee7b44d8842ea" /><Relationship Type="http://schemas.openxmlformats.org/officeDocument/2006/relationships/notesMaster" Target="/ppt/notesMasters/notesMaster1.xml" Id="Rab4920d8bee144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0d0c68f9414be9" /><Relationship Type="http://schemas.openxmlformats.org/officeDocument/2006/relationships/notesMaster" Target="/ppt/notesMasters/notesMaster1.xml" Id="R457e67da008d41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568b1c02b84f71" /><Relationship Type="http://schemas.openxmlformats.org/officeDocument/2006/relationships/notesMaster" Target="/ppt/notesMasters/notesMaster1.xml" Id="R6d86d7b9a59d48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15a811cf56417f" /><Relationship Type="http://schemas.openxmlformats.org/officeDocument/2006/relationships/notesMaster" Target="/ppt/notesMasters/notesMaster1.xml" Id="Rdc1952a6dad743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c8a43f3f52470a" /><Relationship Type="http://schemas.openxmlformats.org/officeDocument/2006/relationships/notesMaster" Target="/ppt/notesMasters/notesMaster1.xml" Id="R46bcd266120449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4eee27650848a2" /><Relationship Type="http://schemas.openxmlformats.org/officeDocument/2006/relationships/notesMaster" Target="/ppt/notesMasters/notesMaster1.xml" Id="Rb0940df84ec84a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ad6134a239432f" /><Relationship Type="http://schemas.openxmlformats.org/officeDocument/2006/relationships/notesMaster" Target="/ppt/notesMasters/notesMaster1.xml" Id="Ra20d5390c7eb4c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(20 secunde)</a:t>
            </a:r>
          </a:p>
          <a:p xmlns:a="http://schemas.openxmlformats.org/drawingml/2006/main">
            <a:r>
              <a:t/>
            </a:r>
          </a:p>
          <a:p xmlns:a="http://schemas.openxmlformats.org/drawingml/2006/main">
            <a:r>
              <a:t>Pe aceeași stradă, un trotuar poate fi în soare, iar celălalt în umbră. UMBRA este o aplicație care ține cont de această diferență când alegem drumul. Vă arătăm cum funcționează și de unde obține informațiile despre clădiri.</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docs/paper/umbra-lucrare.pdf</a:t>
            </a:r>
          </a:p>
          <a:p xmlns:a="http://schemas.openxmlformats.org/drawingml/2006/main">
            <a:r>
              <a:t/>
            </a:r>
          </a:p>
          <a:p xmlns:a="http://schemas.openxmlformats.org/drawingml/2006/main">
            <a:br/>
            <a:r>
              <a:t>Asistență AI pentru redactare, documentare și design. Autorii verifică și își asumă conținutul. Documentele sursă separă funcțiile existente de cercetarea înălțimilor din umbre.</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00:20–01:05 (45 secunde)</a:t>
            </a:r>
          </a:p>
          <a:p xmlns:a="http://schemas.openxmlformats.org/drawingml/2006/main">
            <a:r>
              <a:t/>
            </a:r>
          </a:p>
          <a:p xmlns:a="http://schemas.openxmlformats.org/drawingml/2006/main">
            <a:r>
              <a:t>În aplicație alegem destinația și ora plecării. Harta arată clădirile și umbrele estimate pentru momentul ales. Telefonul folosește poziția GPS și afișează traseul, iar calculatorul calculează geometria clădirilor, poziția Soarelui, umbrele și variantele de drum. Putem vedea și clădirile în trei dimensiuni. Pe parcurs, aplicația afișează distanța rămasă și ora estimată a sosirii. Harta și umbrele sunt disponibile pe zone din România; traseele se calculează pe rețeaua pregătită pentru Constanța, Mamaia și Palazu Mare.</a:t>
            </a:r>
          </a:p>
          <a:p xmlns:a="http://schemas.openxmlformats.org/drawingml/2006/main">
            <a:r>
              <a:t/>
            </a:r>
          </a:p>
          <a:p xmlns:a="http://schemas.openxmlformats.org/drawingml/2006/main">
            <a:r>
              <a:t>SURSE</a:t>
            </a:r>
          </a:p>
          <a:p xmlns:a="http://schemas.openxmlformats.org/drawingml/2006/main">
            <a:r>
              <a:t>README.md — Use</a:t>
            </a:r>
          </a:p>
          <a:p xmlns:a="http://schemas.openxmlformats.org/drawingml/2006/main">
            <a:r>
              <a:t>mobile/src/app/index.tsx</a:t>
            </a:r>
          </a:p>
          <a:p xmlns:a="http://schemas.openxmlformats.org/drawingml/2006/main">
            <a:r>
              <a:t>https://www.openstreetmap.org/copyright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01:05–01:55 (50 secunde)</a:t>
            </a:r>
          </a:p>
          <a:p xmlns:a="http://schemas.openxmlformats.org/drawingml/2006/main">
            <a:r>
              <a:t/>
            </a:r>
          </a:p>
          <a:p xmlns:a="http://schemas.openxmlformats.org/drawingml/2006/main">
            <a:r>
              <a:t>Aplicația compară până la trei variante: Rapid, Echilibrat și Mai multă umbră. Pentru fiecare vedem durata, distanța și timpul estimat în umbră. Putem stabili cât timp în plus acceptăm să mergem. Alegem apoi traseul potrivit și îl urmărim pe hartă. Pentru calcul, aplicația folosește rețeaua pietonală și umbra estimată pe segmentele drumului, la momentul în care sunt parcurse. Acolo unde datele nu ajung pentru o estimare, expunerea este afișată ca necunoscută.</a:t>
            </a:r>
          </a:p>
          <a:p xmlns:a="http://schemas.openxmlformats.org/drawingml/2006/main">
            <a:r>
              <a:t/>
            </a:r>
          </a:p>
          <a:p xmlns:a="http://schemas.openxmlformats.org/drawingml/2006/main">
            <a:r>
              <a:t>SURSE</a:t>
            </a:r>
          </a:p>
          <a:p xmlns:a="http://schemas.openxmlformats.org/drawingml/2006/main">
            <a:r>
              <a:t>mobile/src/domain/routes.ts</a:t>
            </a:r>
          </a:p>
          <a:p xmlns:a="http://schemas.openxmlformats.org/drawingml/2006/main">
            <a:r>
              <a:t>mobile/src/components/RouteCard.tsx</a:t>
            </a:r>
          </a:p>
          <a:p xmlns:a="http://schemas.openxmlformats.org/drawingml/2006/main">
            <a:r>
              <a:t>README.md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01:55–02:30 (35 secunde)</a:t>
            </a:r>
          </a:p>
          <a:p xmlns:a="http://schemas.openxmlformats.org/drawingml/2006/main">
            <a:r>
              <a:t/>
            </a:r>
          </a:p>
          <a:p xmlns:a="http://schemas.openxmlformats.org/drawingml/2006/main">
            <a:r>
              <a:t>O hartă bună are nevoie de mai mult decât conturul clădirilor. În datele pentru Constanța, Mamaia și Palazu Mare avem cincizeci și una de mii patru sute douăzeci și opt de clădiri, dar aproape optzeci și opt la sută nu au informații despre înălțime sau etaje. Pentru a calcula umbra unei clădiri, avem nevoie și de înălțimea ei. Aici intervine partea de cercetare a proiectului.</a:t>
            </a:r>
          </a:p>
          <a:p xmlns:a="http://schemas.openxmlformats.org/drawingml/2006/main">
            <a:r>
              <a:t/>
            </a:r>
          </a:p>
          <a:p xmlns:a="http://schemas.openxmlformats.org/drawingml/2006/main">
            <a:r>
              <a:t>SURSE</a:t>
            </a:r>
          </a:p>
          <a:p xmlns:a="http://schemas.openxmlformats.org/drawingml/2006/main">
            <a:r>
              <a:t>docs/shadow-heights.md §1</a:t>
            </a:r>
          </a:p>
          <a:p xmlns:a="http://schemas.openxmlformats.org/drawingml/2006/main">
            <a:r>
              <a:t>mobile/assets/data/constanta-city.json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02:30–03:25 (55 secunde)</a:t>
            </a:r>
          </a:p>
          <a:p xmlns:a="http://schemas.openxmlformats.org/drawingml/2006/main">
            <a:r>
              <a:t/>
            </a:r>
          </a:p>
          <a:p xmlns:a="http://schemas.openxmlformats.org/drawingml/2006/main">
            <a:r>
              <a:t>Din butonul de măsurare alegem o clădire și urmărim pe hartă direcția umbrei. Lungimea se poate introduce după o măsurare cu ruleta sau laserul, cu poziția GPS ori dintr-o fotografie făcută de sus. Aplicația calculează unghiul Soarelui în funcție de loc, dată și oră și estimează înălțimea prin formula de pe ecran. O măsurare confirmată poate fi folosită în calculul umbrelor și al traseelor. Pe teren plan, trebuie să alegem umbra colțului clădirii, nu umbra unui obiect de pe acoperiș.</a:t>
            </a:r>
          </a:p>
          <a:p xmlns:a="http://schemas.openxmlformats.org/drawingml/2006/main">
            <a:r>
              <a:t/>
            </a:r>
          </a:p>
          <a:p xmlns:a="http://schemas.openxmlformats.org/drawingml/2006/main">
            <a:r>
              <a:t>SURSE</a:t>
            </a:r>
          </a:p>
          <a:p xmlns:a="http://schemas.openxmlformats.org/drawingml/2006/main">
            <a:r>
              <a:t>README.md — Use</a:t>
            </a:r>
          </a:p>
          <a:p xmlns:a="http://schemas.openxmlformats.org/drawingml/2006/main">
            <a:r>
              <a:t>docs/shadow-heights.md — Implementation status</a:t>
            </a:r>
          </a:p>
          <a:p xmlns:a="http://schemas.openxmlformats.org/drawingml/2006/main">
            <a:r>
              <a:t>mobile/src/engine/shadowMeasure.ts</a:t>
            </a:r>
          </a:p>
          <a:p xmlns:a="http://schemas.openxmlformats.org/drawingml/2006/main">
            <a:r>
              <a:t>https://gml.noaa.gov/grad/solcalc/calcdetails.html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03:25–04:10 (45 secunde)</a:t>
            </a:r>
          </a:p>
          <a:p xmlns:a="http://schemas.openxmlformats.org/drawingml/2006/main">
            <a:r>
              <a:t/>
            </a:r>
          </a:p>
          <a:p xmlns:a="http://schemas.openxmlformats.org/drawingml/2006/main">
            <a:r>
              <a:t>Ora măsurării contează. În acest exemplu calculat, folosim aceeași abatere de cinci metri la lungimea umbrei. La un unghi solar de treizeci și două virgulă nouă grade, efectul asupra înălțimii este de aproximativ trei virgulă doi metri. La șaizeci și nouă virgulă două grade, ajunge la treisprezece virgulă doi metri. Un Soare mai jos reduce această amplificare, dar umbrele mai lungi pot întâlni obstacole. Valorile de aici sunt calculate cu modelul geometric.</a:t>
            </a:r>
          </a:p>
          <a:p xmlns:a="http://schemas.openxmlformats.org/drawingml/2006/main">
            <a:r>
              <a:t/>
            </a:r>
          </a:p>
          <a:p xmlns:a="http://schemas.openxmlformats.org/drawingml/2006/main">
            <a:r>
              <a:t>SURSE</a:t>
            </a:r>
          </a:p>
          <a:p xmlns:a="http://schemas.openxmlformats.org/drawingml/2006/main">
            <a:r>
              <a:t>docs/paper/measurability.json</a:t>
            </a:r>
          </a:p>
          <a:p xmlns:a="http://schemas.openxmlformats.org/drawingml/2006/main">
            <a:r>
              <a:t>docs/shadow-heights.md §3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04:10–05:00 (50 secunde)</a:t>
            </a:r>
          </a:p>
          <a:p xmlns:a="http://schemas.openxmlformats.org/drawingml/2006/main">
            <a:r>
              <a:t/>
            </a:r>
          </a:p>
          <a:p xmlns:a="http://schemas.openxmlformats.org/drawingml/2006/main">
            <a:r>
              <a:t>De la măsurare la alegerea unui drum, toate părțile lucrează împreună. Înălțimea unei clădiri ajută la calculul umbrei; harta și ora aleasă arată unde poate cădea aceasta; iar traseele compară durata și expunerea estimată. Utilizatorul hotărăște cât ocol acceptă și ce variantă alege. Rețeaua de rutare folosită acum este pentru Constanța și împrejurimi; aceeași metodă poate fi aplicată și în alte orașe, cu datele necesare. UMBRA adaugă un criteriu simplu când alegem drumul: cât timp petrecem la umbră. Vă mulțumim!</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mobile/src/app/index.tsx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4a91c633474c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73ada24b8e4d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e60daff0f147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f38708526549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26a324ccbe45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30b11e9a114c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EAF389-4EC5-4B02-999C-A75BA158F9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6C9AA6-D873-4B39-A70F-09BB8E7E91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C230A4-8879-43F7-8C8B-33FF10D81A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BAC799-CF99-472D-911D-FE43AD0FC7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DB0DDB-1B15-4ABF-8E2E-7B0177933B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3EFB27-EF83-466F-B7E6-68E65ECF1C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2EC92D-B9F2-43BF-A265-622CD67CDF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5F88A4-F165-4B86-9AC2-F197CC11251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77F5DC-983F-4D43-80EE-F3887F6C39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3E1D60-F75F-4172-9C6A-BAD5C8C0C6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335e4f8a854ccd" /><Relationship Type="http://schemas.openxmlformats.org/officeDocument/2006/relationships/slideLayout" Target="/ppt/slideLayouts/slideLayout1.xml" Id="R5588286f0f7c468c" /><Relationship Type="http://schemas.openxmlformats.org/officeDocument/2006/relationships/slideLayout" Target="/ppt/slideLayouts/slideLayout2.xml" Id="Rbcd6afa48eff48ca" /><Relationship Type="http://schemas.openxmlformats.org/officeDocument/2006/relationships/slideLayout" Target="/ppt/slideLayouts/slideLayout3.xml" Id="Rfe89c0b10db44538" /><Relationship Type="http://schemas.openxmlformats.org/officeDocument/2006/relationships/slideLayout" Target="/ppt/slideLayouts/slideLayout4.xml" Id="R867bb7efc36f495d" /><Relationship Type="http://schemas.openxmlformats.org/officeDocument/2006/relationships/slideLayout" Target="/ppt/slideLayouts/slideLayout5.xml" Id="R5eff610dbc884e64" /><Relationship Type="http://schemas.openxmlformats.org/officeDocument/2006/relationships/slideLayout" Target="/ppt/slideLayouts/slideLayout6.xml" Id="R0b6c5be03cb743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88286f0f7c468c"/>
    <p:sldLayoutId xmlns:r="http://schemas.openxmlformats.org/officeDocument/2006/relationships" id="2147483650" r:id="Rbcd6afa48eff48ca"/>
    <p:sldLayoutId xmlns:r="http://schemas.openxmlformats.org/officeDocument/2006/relationships" id="2147483651" r:id="Rfe89c0b10db44538"/>
    <p:sldLayoutId xmlns:r="http://schemas.openxmlformats.org/officeDocument/2006/relationships" id="2147483652" r:id="R867bb7efc36f495d"/>
    <p:sldLayoutId xmlns:r="http://schemas.openxmlformats.org/officeDocument/2006/relationships" id="2147483653" r:id="R5eff610dbc884e64"/>
    <p:sldLayoutId xmlns:r="http://schemas.openxmlformats.org/officeDocument/2006/relationships" id="2147483654" r:id="R0b6c5be03cb743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f2980138034a07" /><Relationship Type="http://schemas.openxmlformats.org/officeDocument/2006/relationships/image" Target="/ppt/media/image.png" Id="R9ff32ffdc3984ce5" /><Relationship Type="http://schemas.openxmlformats.org/officeDocument/2006/relationships/notesSlide" Target="/ppt/notesSlides/notesSlide1.xml" Id="Rb35c79abffa54b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0f096e1c134c7d" /><Relationship Type="http://schemas.openxmlformats.org/officeDocument/2006/relationships/image" Target="/ppt/media/image2.png" Id="R6fa2c0ceb4514915" /><Relationship Type="http://schemas.openxmlformats.org/officeDocument/2006/relationships/notesSlide" Target="/ppt/notesSlides/notesSlide2.xml" Id="Reb57e5652ffb44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e831ddd9ef4257" /><Relationship Type="http://schemas.openxmlformats.org/officeDocument/2006/relationships/notesSlide" Target="/ppt/notesSlides/notesSlide3.xml" Id="Re6f104e1a14948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2c5cf3ee3949f7" /><Relationship Type="http://schemas.openxmlformats.org/officeDocument/2006/relationships/notesSlide" Target="/ppt/notesSlides/notesSlide4.xml" Id="R8980d69a103b43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20c4d86cbf4980" /><Relationship Type="http://schemas.openxmlformats.org/officeDocument/2006/relationships/notesSlide" Target="/ppt/notesSlides/notesSlide5.xml" Id="R0de4ee019d5d43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12adf2872a4b36" /><Relationship Type="http://schemas.openxmlformats.org/officeDocument/2006/relationships/notesSlide" Target="/ppt/notesSlides/notesSlide6.xml" Id="Rb1635b93c33f49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a4391831e14617" /><Relationship Type="http://schemas.openxmlformats.org/officeDocument/2006/relationships/notesSlide" Target="/ppt/notesSlides/notesSlide7.xml" Id="R29f1a55e044c45b8" /></Relationships>
</file>

<file path=ppt/slides/slide1.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6768A2A9-7F54-4B59-8328-818953BA71FC}"/>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01</a:t>
            </a:r>
          </a:p>
        </p:txBody>
      </p:sp>
      <p:sp>
        <p:nvSpPr>
          <p:cNvPr id="2" name="shape-2">
            <a:extLst xmlns:a="http://schemas.openxmlformats.org/drawingml/2006/main">
              <a:ext uri="{FF2B5EF4-FFF2-40B4-BE49-F238E27FC236}">
                <a16:creationId xmlns:a16="http://schemas.microsoft.com/office/drawing/2014/main" id="{2039B15C-D302-456B-9FE3-59DDA9EF71FE}"/>
              </a:ext>
            </a:extLst>
          </p:cNvPr>
          <p:cNvSpPr>
            <a:spLocks xmlns:a="http://schemas.openxmlformats.org/drawingml/2006/main" noGrp="1"/>
          </p:cNvSpPr>
          <p:nvPr/>
        </p:nvSpPr>
        <p:spPr>
          <a:xfrm xmlns:a="http://schemas.openxmlformats.org/drawingml/2006/main" rot="0">
            <a:off x="7924800" y="0"/>
            <a:ext cx="4267200" cy="6858000"/>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96542FC8-B24C-4BBE-8425-512822251454}"/>
              </a:ext>
            </a:extLst>
          </p:cNvPr>
          <p:cNvPicPr>
            <a:picLocks xmlns:a="http://schemas.openxmlformats.org/drawingml/2006/main" noChangeAspect="1"/>
          </p:cNvPicPr>
          <p:nvPr/>
        </p:nvPicPr>
        <p:blipFill>
          <a:blip xmlns:r="http://schemas.openxmlformats.org/officeDocument/2006/relationships" xmlns:a="http://schemas.openxmlformats.org/drawingml/2006/main" r:embed="R9ff32ffdc3984ce5"/>
          <a:srcRect xmlns:a="http://schemas.openxmlformats.org/drawingml/2006/main" l="5" t="0" r="5" b="0"/>
          <a:stretch xmlns:a="http://schemas.openxmlformats.org/drawingml/2006/main">
            <a:fillRect l="0" t="0" r="0" b="0"/>
          </a:stretch>
        </p:blipFill>
        <p:spPr>
          <a:xfrm xmlns:a="http://schemas.openxmlformats.org/drawingml/2006/main">
            <a:off x="7924800" y="0"/>
            <a:ext cx="4267200" cy="6543675"/>
          </a:xfrm>
          <a:prstGeom xmlns:a="http://schemas.openxmlformats.org/drawingml/2006/main" prst="rect">
            <a:avLst/>
          </a:prstGeom>
        </p:spPr>
      </p:pic>
      <p:sp>
        <p:nvSpPr>
          <p:cNvPr id="4" name="shape-3">
            <a:extLst xmlns:a="http://schemas.openxmlformats.org/drawingml/2006/main">
              <a:ext uri="{FF2B5EF4-FFF2-40B4-BE49-F238E27FC236}">
                <a16:creationId xmlns:a16="http://schemas.microsoft.com/office/drawing/2014/main" id="{6FAE0373-A204-4C5C-8183-8E1DEF6B139B}"/>
              </a:ext>
            </a:extLst>
          </p:cNvPr>
          <p:cNvSpPr>
            <a:spLocks xmlns:a="http://schemas.openxmlformats.org/drawingml/2006/main" noGrp="1"/>
          </p:cNvSpPr>
          <p:nvPr/>
        </p:nvSpPr>
        <p:spPr>
          <a:xfrm xmlns:a="http://schemas.openxmlformats.org/drawingml/2006/main" rot="0">
            <a:off x="7924800" y="6543675"/>
            <a:ext cx="4267200" cy="314325"/>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AA653D94-50A0-4FE0-9FAF-5A852F9DCA68}"/>
              </a:ext>
            </a:extLst>
          </p:cNvPr>
          <p:cNvSpPr>
            <a:spLocks xmlns:a="http://schemas.openxmlformats.org/drawingml/2006/main" noGrp="1"/>
          </p:cNvSpPr>
          <p:nvPr/>
        </p:nvSpPr>
        <p:spPr>
          <a:xfrm xmlns:a="http://schemas.openxmlformats.org/drawingml/2006/main">
            <a:off x="8086725" y="6619875"/>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53675A"/>
                </a:solidFill>
                <a:latin typeface="Arial"/>
                <a:ea typeface="Arial"/>
                <a:cs typeface="Arial"/>
              </a:defRPr>
            </a:defPPr>
            <a:lvl1pPr>
              <a:defRPr sz="1050" b="0">
                <a:solidFill>
                  <a:srgbClr val="53675A"/>
                </a:solidFill>
                <a:latin typeface="Arial"/>
                <a:ea typeface="Arial"/>
                <a:cs typeface="Arial"/>
              </a:defRPr>
            </a:lvl1pPr>
            <a:lvl2pPr>
              <a:defRPr sz="1050" b="0">
                <a:solidFill>
                  <a:srgbClr val="53675A"/>
                </a:solidFill>
                <a:latin typeface="Arial"/>
                <a:ea typeface="Arial"/>
                <a:cs typeface="Arial"/>
              </a:defRPr>
            </a:lvl2pPr>
            <a:lvl3pPr>
              <a:defRPr sz="1050" b="0">
                <a:solidFill>
                  <a:srgbClr val="53675A"/>
                </a:solidFill>
                <a:latin typeface="Arial"/>
                <a:ea typeface="Arial"/>
                <a:cs typeface="Arial"/>
              </a:defRPr>
            </a:lvl3pPr>
            <a:lvl4pPr>
              <a:defRPr sz="1050" b="0">
                <a:solidFill>
                  <a:srgbClr val="53675A"/>
                </a:solidFill>
                <a:latin typeface="Arial"/>
                <a:ea typeface="Arial"/>
                <a:cs typeface="Arial"/>
              </a:defRPr>
            </a:lvl4pPr>
            <a:lvl5pPr>
              <a:defRPr sz="1050" b="0">
                <a:solidFill>
                  <a:srgbClr val="53675A"/>
                </a:solidFill>
                <a:latin typeface="Arial"/>
                <a:ea typeface="Arial"/>
                <a:cs typeface="Arial"/>
              </a:defRPr>
            </a:lvl5pPr>
            <a:lvl6pPr>
              <a:defRPr sz="1050" b="0">
                <a:solidFill>
                  <a:srgbClr val="53675A"/>
                </a:solidFill>
                <a:latin typeface="Arial"/>
                <a:ea typeface="Arial"/>
                <a:cs typeface="Arial"/>
              </a:defRPr>
            </a:lvl6pPr>
            <a:lvl7pPr>
              <a:defRPr sz="1050" b="0">
                <a:solidFill>
                  <a:srgbClr val="53675A"/>
                </a:solidFill>
                <a:latin typeface="Arial"/>
                <a:ea typeface="Arial"/>
                <a:cs typeface="Arial"/>
              </a:defRPr>
            </a:lvl7pPr>
            <a:lvl8pPr>
              <a:defRPr sz="1050" b="0">
                <a:solidFill>
                  <a:srgbClr val="53675A"/>
                </a:solidFill>
                <a:latin typeface="Arial"/>
                <a:ea typeface="Arial"/>
                <a:cs typeface="Arial"/>
              </a:defRPr>
            </a:lvl8pPr>
            <a:lvl9pPr>
              <a:defRPr sz="1050" b="0">
                <a:solidFill>
                  <a:srgbClr val="53675A"/>
                </a:solidFill>
                <a:latin typeface="Arial"/>
                <a:ea typeface="Arial"/>
                <a:cs typeface="Arial"/>
              </a:defRPr>
            </a:lvl9pPr>
          </a:lstStyle>
          <a:p xmlns:a="http://schemas.openxmlformats.org/drawingml/2006/main">
            <a:pPr>
              <a:defRPr sz="1050" b="0">
                <a:solidFill>
                  <a:srgbClr val="53675A"/>
                </a:solidFill>
                <a:latin typeface="Arial"/>
                <a:ea typeface="Arial"/>
                <a:cs typeface="Arial"/>
              </a:defRPr>
            </a:pPr>
            <a:r>
              <a:rPr sz="1050" b="0">
                <a:solidFill>
                  <a:srgbClr val="53675A"/>
                </a:solidFill>
                <a:latin typeface="Arial"/>
                <a:ea typeface="Arial"/>
                <a:cs typeface="Arial"/>
              </a:rPr>
              <a:t>Constanța. Date: © OpenStreetMap contributors</a:t>
            </a:r>
          </a:p>
        </p:txBody>
      </p:sp>
      <p:sp>
        <p:nvSpPr>
          <p:cNvPr id="6" name="text-5">
            <a:extLst xmlns:a="http://schemas.openxmlformats.org/drawingml/2006/main">
              <a:ext uri="{FF2B5EF4-FFF2-40B4-BE49-F238E27FC236}">
                <a16:creationId xmlns:a16="http://schemas.microsoft.com/office/drawing/2014/main" id="{FA5E3CB8-7FA9-403A-9113-019B961921D0}"/>
              </a:ext>
            </a:extLst>
          </p:cNvPr>
          <p:cNvSpPr>
            <a:spLocks xmlns:a="http://schemas.openxmlformats.org/drawingml/2006/main" noGrp="1"/>
          </p:cNvSpPr>
          <p:nvPr/>
        </p:nvSpPr>
        <p:spPr>
          <a:xfrm xmlns:a="http://schemas.openxmlformats.org/drawingml/2006/main">
            <a:off x="619125" y="5905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00734B"/>
                </a:solidFill>
                <a:latin typeface="Arial"/>
                <a:ea typeface="Arial"/>
                <a:cs typeface="Arial"/>
              </a:defRPr>
            </a:defPPr>
            <a:lvl1pPr>
              <a:defRPr sz="1725" b="1">
                <a:solidFill>
                  <a:srgbClr val="00734B"/>
                </a:solidFill>
                <a:latin typeface="Arial"/>
                <a:ea typeface="Arial"/>
                <a:cs typeface="Arial"/>
              </a:defRPr>
            </a:lvl1pPr>
            <a:lvl2pPr>
              <a:defRPr sz="1725" b="1">
                <a:solidFill>
                  <a:srgbClr val="00734B"/>
                </a:solidFill>
                <a:latin typeface="Arial"/>
                <a:ea typeface="Arial"/>
                <a:cs typeface="Arial"/>
              </a:defRPr>
            </a:lvl2pPr>
            <a:lvl3pPr>
              <a:defRPr sz="1725" b="1">
                <a:solidFill>
                  <a:srgbClr val="00734B"/>
                </a:solidFill>
                <a:latin typeface="Arial"/>
                <a:ea typeface="Arial"/>
                <a:cs typeface="Arial"/>
              </a:defRPr>
            </a:lvl3pPr>
            <a:lvl4pPr>
              <a:defRPr sz="1725" b="1">
                <a:solidFill>
                  <a:srgbClr val="00734B"/>
                </a:solidFill>
                <a:latin typeface="Arial"/>
                <a:ea typeface="Arial"/>
                <a:cs typeface="Arial"/>
              </a:defRPr>
            </a:lvl4pPr>
            <a:lvl5pPr>
              <a:defRPr sz="1725" b="1">
                <a:solidFill>
                  <a:srgbClr val="00734B"/>
                </a:solidFill>
                <a:latin typeface="Arial"/>
                <a:ea typeface="Arial"/>
                <a:cs typeface="Arial"/>
              </a:defRPr>
            </a:lvl5pPr>
            <a:lvl6pPr>
              <a:defRPr sz="1725" b="1">
                <a:solidFill>
                  <a:srgbClr val="00734B"/>
                </a:solidFill>
                <a:latin typeface="Arial"/>
                <a:ea typeface="Arial"/>
                <a:cs typeface="Arial"/>
              </a:defRPr>
            </a:lvl6pPr>
            <a:lvl7pPr>
              <a:defRPr sz="1725" b="1">
                <a:solidFill>
                  <a:srgbClr val="00734B"/>
                </a:solidFill>
                <a:latin typeface="Arial"/>
                <a:ea typeface="Arial"/>
                <a:cs typeface="Arial"/>
              </a:defRPr>
            </a:lvl7pPr>
            <a:lvl8pPr>
              <a:defRPr sz="1725" b="1">
                <a:solidFill>
                  <a:srgbClr val="00734B"/>
                </a:solidFill>
                <a:latin typeface="Arial"/>
                <a:ea typeface="Arial"/>
                <a:cs typeface="Arial"/>
              </a:defRPr>
            </a:lvl8pPr>
            <a:lvl9pPr>
              <a:defRPr sz="1725" b="1">
                <a:solidFill>
                  <a:srgbClr val="00734B"/>
                </a:solidFill>
                <a:latin typeface="Arial"/>
                <a:ea typeface="Arial"/>
                <a:cs typeface="Arial"/>
              </a:defRPr>
            </a:lvl9pPr>
          </a:lstStyle>
          <a:p xmlns:a="http://schemas.openxmlformats.org/drawingml/2006/main">
            <a:pPr>
              <a:defRPr sz="1725" b="1">
                <a:solidFill>
                  <a:srgbClr val="00734B"/>
                </a:solidFill>
                <a:latin typeface="Arial"/>
                <a:ea typeface="Arial"/>
                <a:cs typeface="Arial"/>
              </a:defRPr>
            </a:pPr>
            <a:r>
              <a:rPr sz="1725" b="1">
                <a:solidFill>
                  <a:srgbClr val="00734B"/>
                </a:solidFill>
                <a:latin typeface="Arial"/>
                <a:ea typeface="Arial"/>
                <a:cs typeface="Arial"/>
              </a:rPr>
              <a:t>RoSEF 2026</a:t>
            </a:r>
          </a:p>
        </p:txBody>
      </p:sp>
      <p:sp>
        <p:nvSpPr>
          <p:cNvPr id="7" name="text-6">
            <a:extLst xmlns:a="http://schemas.openxmlformats.org/drawingml/2006/main">
              <a:ext uri="{FF2B5EF4-FFF2-40B4-BE49-F238E27FC236}">
                <a16:creationId xmlns:a16="http://schemas.microsoft.com/office/drawing/2014/main" id="{B7A0053E-0C58-42B3-9956-0ADCB41F847C}"/>
              </a:ext>
            </a:extLst>
          </p:cNvPr>
          <p:cNvSpPr>
            <a:spLocks xmlns:a="http://schemas.openxmlformats.org/drawingml/2006/main" noGrp="1"/>
          </p:cNvSpPr>
          <p:nvPr/>
        </p:nvSpPr>
        <p:spPr>
          <a:xfrm xmlns:a="http://schemas.openxmlformats.org/drawingml/2006/main">
            <a:off x="542925" y="1562100"/>
            <a:ext cx="7029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625" b="1">
                <a:solidFill>
                  <a:srgbClr val="143B2C"/>
                </a:solidFill>
                <a:latin typeface="Arial"/>
                <a:ea typeface="Arial"/>
                <a:cs typeface="Arial"/>
              </a:defRPr>
            </a:defPPr>
            <a:lvl1pPr>
              <a:defRPr sz="8625" b="1">
                <a:solidFill>
                  <a:srgbClr val="143B2C"/>
                </a:solidFill>
                <a:latin typeface="Arial"/>
                <a:ea typeface="Arial"/>
                <a:cs typeface="Arial"/>
              </a:defRPr>
            </a:lvl1pPr>
            <a:lvl2pPr>
              <a:defRPr sz="8625" b="1">
                <a:solidFill>
                  <a:srgbClr val="143B2C"/>
                </a:solidFill>
                <a:latin typeface="Arial"/>
                <a:ea typeface="Arial"/>
                <a:cs typeface="Arial"/>
              </a:defRPr>
            </a:lvl2pPr>
            <a:lvl3pPr>
              <a:defRPr sz="8625" b="1">
                <a:solidFill>
                  <a:srgbClr val="143B2C"/>
                </a:solidFill>
                <a:latin typeface="Arial"/>
                <a:ea typeface="Arial"/>
                <a:cs typeface="Arial"/>
              </a:defRPr>
            </a:lvl3pPr>
            <a:lvl4pPr>
              <a:defRPr sz="8625" b="1">
                <a:solidFill>
                  <a:srgbClr val="143B2C"/>
                </a:solidFill>
                <a:latin typeface="Arial"/>
                <a:ea typeface="Arial"/>
                <a:cs typeface="Arial"/>
              </a:defRPr>
            </a:lvl4pPr>
            <a:lvl5pPr>
              <a:defRPr sz="8625" b="1">
                <a:solidFill>
                  <a:srgbClr val="143B2C"/>
                </a:solidFill>
                <a:latin typeface="Arial"/>
                <a:ea typeface="Arial"/>
                <a:cs typeface="Arial"/>
              </a:defRPr>
            </a:lvl5pPr>
            <a:lvl6pPr>
              <a:defRPr sz="8625" b="1">
                <a:solidFill>
                  <a:srgbClr val="143B2C"/>
                </a:solidFill>
                <a:latin typeface="Arial"/>
                <a:ea typeface="Arial"/>
                <a:cs typeface="Arial"/>
              </a:defRPr>
            </a:lvl6pPr>
            <a:lvl7pPr>
              <a:defRPr sz="8625" b="1">
                <a:solidFill>
                  <a:srgbClr val="143B2C"/>
                </a:solidFill>
                <a:latin typeface="Arial"/>
                <a:ea typeface="Arial"/>
                <a:cs typeface="Arial"/>
              </a:defRPr>
            </a:lvl7pPr>
            <a:lvl8pPr>
              <a:defRPr sz="8625" b="1">
                <a:solidFill>
                  <a:srgbClr val="143B2C"/>
                </a:solidFill>
                <a:latin typeface="Arial"/>
                <a:ea typeface="Arial"/>
                <a:cs typeface="Arial"/>
              </a:defRPr>
            </a:lvl8pPr>
            <a:lvl9pPr>
              <a:defRPr sz="8625" b="1">
                <a:solidFill>
                  <a:srgbClr val="143B2C"/>
                </a:solidFill>
                <a:latin typeface="Arial"/>
                <a:ea typeface="Arial"/>
                <a:cs typeface="Arial"/>
              </a:defRPr>
            </a:lvl9pPr>
          </a:lstStyle>
          <a:p xmlns:a="http://schemas.openxmlformats.org/drawingml/2006/main">
            <a:pPr>
              <a:defRPr sz="8625" b="1">
                <a:solidFill>
                  <a:srgbClr val="143B2C"/>
                </a:solidFill>
                <a:latin typeface="Arial"/>
                <a:ea typeface="Arial"/>
                <a:cs typeface="Arial"/>
              </a:defRPr>
            </a:pPr>
            <a:r>
              <a:rPr sz="8625" b="1">
                <a:solidFill>
                  <a:srgbClr val="143B2C"/>
                </a:solidFill>
                <a:latin typeface="Arial"/>
                <a:ea typeface="Arial"/>
                <a:cs typeface="Arial"/>
              </a:rPr>
              <a:t>UMBRA</a:t>
            </a:r>
          </a:p>
        </p:txBody>
      </p:sp>
      <p:sp>
        <p:nvSpPr>
          <p:cNvPr id="8" name="text-7">
            <a:extLst xmlns:a="http://schemas.openxmlformats.org/drawingml/2006/main">
              <a:ext uri="{FF2B5EF4-FFF2-40B4-BE49-F238E27FC236}">
                <a16:creationId xmlns:a16="http://schemas.microsoft.com/office/drawing/2014/main" id="{8B3933DE-13AB-4686-AC7B-374D81ED6B83}"/>
              </a:ext>
            </a:extLst>
          </p:cNvPr>
          <p:cNvSpPr>
            <a:spLocks xmlns:a="http://schemas.openxmlformats.org/drawingml/2006/main" noGrp="1"/>
          </p:cNvSpPr>
          <p:nvPr/>
        </p:nvSpPr>
        <p:spPr>
          <a:xfrm xmlns:a="http://schemas.openxmlformats.org/drawingml/2006/main">
            <a:off x="619125" y="3067050"/>
            <a:ext cx="676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183427"/>
                </a:solidFill>
                <a:latin typeface="Arial"/>
                <a:ea typeface="Arial"/>
                <a:cs typeface="Arial"/>
              </a:defRPr>
            </a:defPPr>
            <a:lvl1pPr>
              <a:defRPr sz="3825" b="1">
                <a:solidFill>
                  <a:srgbClr val="183427"/>
                </a:solidFill>
                <a:latin typeface="Arial"/>
                <a:ea typeface="Arial"/>
                <a:cs typeface="Arial"/>
              </a:defRPr>
            </a:lvl1pPr>
            <a:lvl2pPr>
              <a:defRPr sz="3825" b="1">
                <a:solidFill>
                  <a:srgbClr val="183427"/>
                </a:solidFill>
                <a:latin typeface="Arial"/>
                <a:ea typeface="Arial"/>
                <a:cs typeface="Arial"/>
              </a:defRPr>
            </a:lvl2pPr>
            <a:lvl3pPr>
              <a:defRPr sz="3825" b="1">
                <a:solidFill>
                  <a:srgbClr val="183427"/>
                </a:solidFill>
                <a:latin typeface="Arial"/>
                <a:ea typeface="Arial"/>
                <a:cs typeface="Arial"/>
              </a:defRPr>
            </a:lvl3pPr>
            <a:lvl4pPr>
              <a:defRPr sz="3825" b="1">
                <a:solidFill>
                  <a:srgbClr val="183427"/>
                </a:solidFill>
                <a:latin typeface="Arial"/>
                <a:ea typeface="Arial"/>
                <a:cs typeface="Arial"/>
              </a:defRPr>
            </a:lvl4pPr>
            <a:lvl5pPr>
              <a:defRPr sz="3825" b="1">
                <a:solidFill>
                  <a:srgbClr val="183427"/>
                </a:solidFill>
                <a:latin typeface="Arial"/>
                <a:ea typeface="Arial"/>
                <a:cs typeface="Arial"/>
              </a:defRPr>
            </a:lvl5pPr>
            <a:lvl6pPr>
              <a:defRPr sz="3825" b="1">
                <a:solidFill>
                  <a:srgbClr val="183427"/>
                </a:solidFill>
                <a:latin typeface="Arial"/>
                <a:ea typeface="Arial"/>
                <a:cs typeface="Arial"/>
              </a:defRPr>
            </a:lvl6pPr>
            <a:lvl7pPr>
              <a:defRPr sz="3825" b="1">
                <a:solidFill>
                  <a:srgbClr val="183427"/>
                </a:solidFill>
                <a:latin typeface="Arial"/>
                <a:ea typeface="Arial"/>
                <a:cs typeface="Arial"/>
              </a:defRPr>
            </a:lvl7pPr>
            <a:lvl8pPr>
              <a:defRPr sz="3825" b="1">
                <a:solidFill>
                  <a:srgbClr val="183427"/>
                </a:solidFill>
                <a:latin typeface="Arial"/>
                <a:ea typeface="Arial"/>
                <a:cs typeface="Arial"/>
              </a:defRPr>
            </a:lvl8pPr>
            <a:lvl9pPr>
              <a:defRPr sz="3825" b="1">
                <a:solidFill>
                  <a:srgbClr val="183427"/>
                </a:solidFill>
                <a:latin typeface="Arial"/>
                <a:ea typeface="Arial"/>
                <a:cs typeface="Arial"/>
              </a:defRPr>
            </a:lvl9pPr>
          </a:lstStyle>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Trasee pietonale</a:t>
            </a:r>
          </a:p>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cu mai multă umbră</a:t>
            </a:r>
          </a:p>
        </p:txBody>
      </p:sp>
      <p:sp>
        <p:nvSpPr>
          <p:cNvPr id="9" name="text-8">
            <a:extLst xmlns:a="http://schemas.openxmlformats.org/drawingml/2006/main">
              <a:ext uri="{FF2B5EF4-FFF2-40B4-BE49-F238E27FC236}">
                <a16:creationId xmlns:a16="http://schemas.microsoft.com/office/drawing/2014/main" id="{5ABA5ECA-FF1F-47B6-8ADB-866A2DF2BC6B}"/>
              </a:ext>
            </a:extLst>
          </p:cNvPr>
          <p:cNvSpPr>
            <a:spLocks xmlns:a="http://schemas.openxmlformats.org/drawingml/2006/main" noGrp="1"/>
          </p:cNvSpPr>
          <p:nvPr/>
        </p:nvSpPr>
        <p:spPr>
          <a:xfrm xmlns:a="http://schemas.openxmlformats.org/drawingml/2006/main">
            <a:off x="619125" y="47053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00734B"/>
                </a:solidFill>
                <a:latin typeface="Arial"/>
                <a:ea typeface="Arial"/>
                <a:cs typeface="Arial"/>
              </a:defRPr>
            </a:defPPr>
            <a:lvl1pPr>
              <a:defRPr sz="2100" b="0">
                <a:solidFill>
                  <a:srgbClr val="00734B"/>
                </a:solidFill>
                <a:latin typeface="Arial"/>
                <a:ea typeface="Arial"/>
                <a:cs typeface="Arial"/>
              </a:defRPr>
            </a:lvl1pPr>
            <a:lvl2pPr>
              <a:defRPr sz="2100" b="0">
                <a:solidFill>
                  <a:srgbClr val="00734B"/>
                </a:solidFill>
                <a:latin typeface="Arial"/>
                <a:ea typeface="Arial"/>
                <a:cs typeface="Arial"/>
              </a:defRPr>
            </a:lvl2pPr>
            <a:lvl3pPr>
              <a:defRPr sz="2100" b="0">
                <a:solidFill>
                  <a:srgbClr val="00734B"/>
                </a:solidFill>
                <a:latin typeface="Arial"/>
                <a:ea typeface="Arial"/>
                <a:cs typeface="Arial"/>
              </a:defRPr>
            </a:lvl3pPr>
            <a:lvl4pPr>
              <a:defRPr sz="2100" b="0">
                <a:solidFill>
                  <a:srgbClr val="00734B"/>
                </a:solidFill>
                <a:latin typeface="Arial"/>
                <a:ea typeface="Arial"/>
                <a:cs typeface="Arial"/>
              </a:defRPr>
            </a:lvl4pPr>
            <a:lvl5pPr>
              <a:defRPr sz="2100" b="0">
                <a:solidFill>
                  <a:srgbClr val="00734B"/>
                </a:solidFill>
                <a:latin typeface="Arial"/>
                <a:ea typeface="Arial"/>
                <a:cs typeface="Arial"/>
              </a:defRPr>
            </a:lvl5pPr>
            <a:lvl6pPr>
              <a:defRPr sz="2100" b="0">
                <a:solidFill>
                  <a:srgbClr val="00734B"/>
                </a:solidFill>
                <a:latin typeface="Arial"/>
                <a:ea typeface="Arial"/>
                <a:cs typeface="Arial"/>
              </a:defRPr>
            </a:lvl6pPr>
            <a:lvl7pPr>
              <a:defRPr sz="2100" b="0">
                <a:solidFill>
                  <a:srgbClr val="00734B"/>
                </a:solidFill>
                <a:latin typeface="Arial"/>
                <a:ea typeface="Arial"/>
                <a:cs typeface="Arial"/>
              </a:defRPr>
            </a:lvl7pPr>
            <a:lvl8pPr>
              <a:defRPr sz="2100" b="0">
                <a:solidFill>
                  <a:srgbClr val="00734B"/>
                </a:solidFill>
                <a:latin typeface="Arial"/>
                <a:ea typeface="Arial"/>
                <a:cs typeface="Arial"/>
              </a:defRPr>
            </a:lvl8pPr>
            <a:lvl9pPr>
              <a:defRPr sz="2100" b="0">
                <a:solidFill>
                  <a:srgbClr val="00734B"/>
                </a:solidFill>
                <a:latin typeface="Arial"/>
                <a:ea typeface="Arial"/>
                <a:cs typeface="Arial"/>
              </a:defRPr>
            </a:lvl9pPr>
          </a:lstStyle>
          <a:p xmlns:a="http://schemas.openxmlformats.org/drawingml/2006/main">
            <a:pPr>
              <a:defRPr sz="2100" b="0">
                <a:solidFill>
                  <a:srgbClr val="00734B"/>
                </a:solidFill>
                <a:latin typeface="Arial"/>
                <a:ea typeface="Arial"/>
                <a:cs typeface="Arial"/>
              </a:defRPr>
            </a:pPr>
            <a:r>
              <a:rPr sz="2100" b="0">
                <a:solidFill>
                  <a:srgbClr val="00734B"/>
                </a:solidFill>
                <a:latin typeface="Arial"/>
                <a:ea typeface="Arial"/>
                <a:cs typeface="Arial"/>
              </a:rPr>
              <a:t>Hărți, umbre și măsurarea clădirilor</a:t>
            </a:r>
          </a:p>
        </p:txBody>
      </p:sp>
      <p:sp>
        <p:nvSpPr>
          <p:cNvPr id="10" name="text-9">
            <a:extLst xmlns:a="http://schemas.openxmlformats.org/drawingml/2006/main">
              <a:ext uri="{FF2B5EF4-FFF2-40B4-BE49-F238E27FC236}">
                <a16:creationId xmlns:a16="http://schemas.microsoft.com/office/drawing/2014/main" id="{7FB1A111-C202-4D76-B115-7B07E42A7A67}"/>
              </a:ext>
            </a:extLst>
          </p:cNvPr>
          <p:cNvSpPr>
            <a:spLocks xmlns:a="http://schemas.openxmlformats.org/drawingml/2006/main" noGrp="1"/>
          </p:cNvSpPr>
          <p:nvPr/>
        </p:nvSpPr>
        <p:spPr>
          <a:xfrm xmlns:a="http://schemas.openxmlformats.org/drawingml/2006/main">
            <a:off x="619125" y="5514975"/>
            <a:ext cx="700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183427"/>
                </a:solidFill>
                <a:latin typeface="Arial"/>
                <a:ea typeface="Arial"/>
                <a:cs typeface="Arial"/>
              </a:defRPr>
            </a:defPPr>
            <a:lvl1pPr>
              <a:defRPr sz="1650" b="0">
                <a:solidFill>
                  <a:srgbClr val="183427"/>
                </a:solidFill>
                <a:latin typeface="Arial"/>
                <a:ea typeface="Arial"/>
                <a:cs typeface="Arial"/>
              </a:defRPr>
            </a:lvl1pPr>
            <a:lvl2pPr>
              <a:defRPr sz="1650" b="0">
                <a:solidFill>
                  <a:srgbClr val="183427"/>
                </a:solidFill>
                <a:latin typeface="Arial"/>
                <a:ea typeface="Arial"/>
                <a:cs typeface="Arial"/>
              </a:defRPr>
            </a:lvl2pPr>
            <a:lvl3pPr>
              <a:defRPr sz="1650" b="0">
                <a:solidFill>
                  <a:srgbClr val="183427"/>
                </a:solidFill>
                <a:latin typeface="Arial"/>
                <a:ea typeface="Arial"/>
                <a:cs typeface="Arial"/>
              </a:defRPr>
            </a:lvl3pPr>
            <a:lvl4pPr>
              <a:defRPr sz="1650" b="0">
                <a:solidFill>
                  <a:srgbClr val="183427"/>
                </a:solidFill>
                <a:latin typeface="Arial"/>
                <a:ea typeface="Arial"/>
                <a:cs typeface="Arial"/>
              </a:defRPr>
            </a:lvl4pPr>
            <a:lvl5pPr>
              <a:defRPr sz="1650" b="0">
                <a:solidFill>
                  <a:srgbClr val="183427"/>
                </a:solidFill>
                <a:latin typeface="Arial"/>
                <a:ea typeface="Arial"/>
                <a:cs typeface="Arial"/>
              </a:defRPr>
            </a:lvl5pPr>
            <a:lvl6pPr>
              <a:defRPr sz="1650" b="0">
                <a:solidFill>
                  <a:srgbClr val="183427"/>
                </a:solidFill>
                <a:latin typeface="Arial"/>
                <a:ea typeface="Arial"/>
                <a:cs typeface="Arial"/>
              </a:defRPr>
            </a:lvl6pPr>
            <a:lvl7pPr>
              <a:defRPr sz="1650" b="0">
                <a:solidFill>
                  <a:srgbClr val="183427"/>
                </a:solidFill>
                <a:latin typeface="Arial"/>
                <a:ea typeface="Arial"/>
                <a:cs typeface="Arial"/>
              </a:defRPr>
            </a:lvl7pPr>
            <a:lvl8pPr>
              <a:defRPr sz="1650" b="0">
                <a:solidFill>
                  <a:srgbClr val="183427"/>
                </a:solidFill>
                <a:latin typeface="Arial"/>
                <a:ea typeface="Arial"/>
                <a:cs typeface="Arial"/>
              </a:defRPr>
            </a:lvl8pPr>
            <a:lvl9pPr>
              <a:defRPr sz="1650" b="0">
                <a:solidFill>
                  <a:srgbClr val="183427"/>
                </a:solidFill>
                <a:latin typeface="Arial"/>
                <a:ea typeface="Arial"/>
                <a:cs typeface="Arial"/>
              </a:defRPr>
            </a:lvl9pPr>
          </a:lstStyle>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Haivas Eduard Andrei, Manea Cezar Ștefan,</a:t>
            </a:r>
          </a:p>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Perjoc Eduard Mihai</a:t>
            </a:r>
          </a:p>
        </p:txBody>
      </p:sp>
      <p:sp>
        <p:nvSpPr>
          <p:cNvPr id="11" name="text-10">
            <a:extLst xmlns:a="http://schemas.openxmlformats.org/drawingml/2006/main">
              <a:ext uri="{FF2B5EF4-FFF2-40B4-BE49-F238E27FC236}">
                <a16:creationId xmlns:a16="http://schemas.microsoft.com/office/drawing/2014/main" id="{0092138E-1B05-40A7-ABF6-79580F07D0D5}"/>
              </a:ext>
            </a:extLst>
          </p:cNvPr>
          <p:cNvSpPr>
            <a:spLocks xmlns:a="http://schemas.openxmlformats.org/drawingml/2006/main" noGrp="1"/>
          </p:cNvSpPr>
          <p:nvPr/>
        </p:nvSpPr>
        <p:spPr>
          <a:xfrm xmlns:a="http://schemas.openxmlformats.org/drawingml/2006/main">
            <a:off x="619125" y="624840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75A"/>
                </a:solidFill>
                <a:latin typeface="Arial"/>
                <a:ea typeface="Arial"/>
                <a:cs typeface="Arial"/>
              </a:defRPr>
            </a:defPPr>
            <a:lvl1pPr>
              <a:defRPr sz="1500" b="0">
                <a:solidFill>
                  <a:srgbClr val="53675A"/>
                </a:solidFill>
                <a:latin typeface="Arial"/>
                <a:ea typeface="Arial"/>
                <a:cs typeface="Arial"/>
              </a:defRPr>
            </a:lvl1pPr>
            <a:lvl2pPr>
              <a:defRPr sz="1500" b="0">
                <a:solidFill>
                  <a:srgbClr val="53675A"/>
                </a:solidFill>
                <a:latin typeface="Arial"/>
                <a:ea typeface="Arial"/>
                <a:cs typeface="Arial"/>
              </a:defRPr>
            </a:lvl2pPr>
            <a:lvl3pPr>
              <a:defRPr sz="1500" b="0">
                <a:solidFill>
                  <a:srgbClr val="53675A"/>
                </a:solidFill>
                <a:latin typeface="Arial"/>
                <a:ea typeface="Arial"/>
                <a:cs typeface="Arial"/>
              </a:defRPr>
            </a:lvl3pPr>
            <a:lvl4pPr>
              <a:defRPr sz="1500" b="0">
                <a:solidFill>
                  <a:srgbClr val="53675A"/>
                </a:solidFill>
                <a:latin typeface="Arial"/>
                <a:ea typeface="Arial"/>
                <a:cs typeface="Arial"/>
              </a:defRPr>
            </a:lvl4pPr>
            <a:lvl5pPr>
              <a:defRPr sz="1500" b="0">
                <a:solidFill>
                  <a:srgbClr val="53675A"/>
                </a:solidFill>
                <a:latin typeface="Arial"/>
                <a:ea typeface="Arial"/>
                <a:cs typeface="Arial"/>
              </a:defRPr>
            </a:lvl5pPr>
            <a:lvl6pPr>
              <a:defRPr sz="1500" b="0">
                <a:solidFill>
                  <a:srgbClr val="53675A"/>
                </a:solidFill>
                <a:latin typeface="Arial"/>
                <a:ea typeface="Arial"/>
                <a:cs typeface="Arial"/>
              </a:defRPr>
            </a:lvl6pPr>
            <a:lvl7pPr>
              <a:defRPr sz="1500" b="0">
                <a:solidFill>
                  <a:srgbClr val="53675A"/>
                </a:solidFill>
                <a:latin typeface="Arial"/>
                <a:ea typeface="Arial"/>
                <a:cs typeface="Arial"/>
              </a:defRPr>
            </a:lvl7pPr>
            <a:lvl8pPr>
              <a:defRPr sz="1500" b="0">
                <a:solidFill>
                  <a:srgbClr val="53675A"/>
                </a:solidFill>
                <a:latin typeface="Arial"/>
                <a:ea typeface="Arial"/>
                <a:cs typeface="Arial"/>
              </a:defRPr>
            </a:lvl8pPr>
            <a:lvl9pPr>
              <a:defRPr sz="1500" b="0">
                <a:solidFill>
                  <a:srgbClr val="53675A"/>
                </a:solidFill>
                <a:latin typeface="Arial"/>
                <a:ea typeface="Arial"/>
                <a:cs typeface="Arial"/>
              </a:defRPr>
            </a:lvl9pPr>
          </a:lstStyle>
          <a:p xmlns:a="http://schemas.openxmlformats.org/drawingml/2006/main">
            <a:pPr>
              <a:defRPr sz="1500" b="0">
                <a:solidFill>
                  <a:srgbClr val="53675A"/>
                </a:solidFill>
                <a:latin typeface="Arial"/>
                <a:ea typeface="Arial"/>
                <a:cs typeface="Arial"/>
              </a:defRPr>
            </a:pPr>
            <a:r>
              <a:rPr sz="1500" b="0">
                <a:solidFill>
                  <a:srgbClr val="53675A"/>
                </a:solidFill>
                <a:latin typeface="Arial"/>
                <a:ea typeface="Arial"/>
                <a:cs typeface="Arial"/>
              </a:rPr>
              <a:t>Clasa a X-a. Coordonator: Ramona Rădulescu</a:t>
            </a:r>
          </a:p>
        </p:txBody>
      </p:sp>
    </p:spTree>
    <p:extLst>
      <p:ext uri="{BB962C8B-B14F-4D97-AF65-F5344CB8AC3E}">
        <p14:creationId xmlns:p14="http://schemas.microsoft.com/office/powerpoint/2010/main" val="863216589"/>
      </p:ext>
    </p:extLst>
  </p:cSld>
</p:sld>
</file>

<file path=ppt/slides/slide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11">
            <a:extLst xmlns:a="http://schemas.openxmlformats.org/drawingml/2006/main">
              <a:ext uri="{FF2B5EF4-FFF2-40B4-BE49-F238E27FC236}">
                <a16:creationId xmlns:a16="http://schemas.microsoft.com/office/drawing/2014/main" id="{397A38CC-2282-4B3E-8803-E0A15681394A}"/>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Ce face aplicația UMBRA</a:t>
            </a:r>
          </a:p>
        </p:txBody>
      </p:sp>
      <p:sp>
        <p:nvSpPr>
          <p:cNvPr id="2" name="text-12">
            <a:extLst xmlns:a="http://schemas.openxmlformats.org/drawingml/2006/main">
              <a:ext uri="{FF2B5EF4-FFF2-40B4-BE49-F238E27FC236}">
                <a16:creationId xmlns:a16="http://schemas.microsoft.com/office/drawing/2014/main" id="{F76C9630-970A-4D6C-A794-507591ACF33A}"/>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02</a:t>
            </a:r>
          </a:p>
        </p:txBody>
      </p:sp>
      <p:sp>
        <p:nvSpPr>
          <p:cNvPr id="3" name="text-13">
            <a:extLst xmlns:a="http://schemas.openxmlformats.org/drawingml/2006/main">
              <a:ext uri="{FF2B5EF4-FFF2-40B4-BE49-F238E27FC236}">
                <a16:creationId xmlns:a16="http://schemas.microsoft.com/office/drawing/2014/main" id="{872F64AD-BF34-4B59-AA5D-0C6A63678E29}"/>
              </a:ext>
            </a:extLst>
          </p:cNvPr>
          <p:cNvSpPr>
            <a:spLocks xmlns:a="http://schemas.openxmlformats.org/drawingml/2006/main" noGrp="1"/>
          </p:cNvSpPr>
          <p:nvPr/>
        </p:nvSpPr>
        <p:spPr>
          <a:xfrm xmlns:a="http://schemas.openxmlformats.org/drawingml/2006/main">
            <a:off x="647700" y="15716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53675A"/>
                </a:solidFill>
                <a:latin typeface="Arial"/>
                <a:ea typeface="Arial"/>
                <a:cs typeface="Arial"/>
              </a:defRPr>
            </a:defPPr>
            <a:lvl1pPr>
              <a:defRPr sz="2550" b="0">
                <a:solidFill>
                  <a:srgbClr val="53675A"/>
                </a:solidFill>
                <a:latin typeface="Arial"/>
                <a:ea typeface="Arial"/>
                <a:cs typeface="Arial"/>
              </a:defRPr>
            </a:lvl1pPr>
            <a:lvl2pPr>
              <a:defRPr sz="2550" b="0">
                <a:solidFill>
                  <a:srgbClr val="53675A"/>
                </a:solidFill>
                <a:latin typeface="Arial"/>
                <a:ea typeface="Arial"/>
                <a:cs typeface="Arial"/>
              </a:defRPr>
            </a:lvl2pPr>
            <a:lvl3pPr>
              <a:defRPr sz="2550" b="0">
                <a:solidFill>
                  <a:srgbClr val="53675A"/>
                </a:solidFill>
                <a:latin typeface="Arial"/>
                <a:ea typeface="Arial"/>
                <a:cs typeface="Arial"/>
              </a:defRPr>
            </a:lvl3pPr>
            <a:lvl4pPr>
              <a:defRPr sz="2550" b="0">
                <a:solidFill>
                  <a:srgbClr val="53675A"/>
                </a:solidFill>
                <a:latin typeface="Arial"/>
                <a:ea typeface="Arial"/>
                <a:cs typeface="Arial"/>
              </a:defRPr>
            </a:lvl4pPr>
            <a:lvl5pPr>
              <a:defRPr sz="2550" b="0">
                <a:solidFill>
                  <a:srgbClr val="53675A"/>
                </a:solidFill>
                <a:latin typeface="Arial"/>
                <a:ea typeface="Arial"/>
                <a:cs typeface="Arial"/>
              </a:defRPr>
            </a:lvl5pPr>
            <a:lvl6pPr>
              <a:defRPr sz="2550" b="0">
                <a:solidFill>
                  <a:srgbClr val="53675A"/>
                </a:solidFill>
                <a:latin typeface="Arial"/>
                <a:ea typeface="Arial"/>
                <a:cs typeface="Arial"/>
              </a:defRPr>
            </a:lvl6pPr>
            <a:lvl7pPr>
              <a:defRPr sz="2550" b="0">
                <a:solidFill>
                  <a:srgbClr val="53675A"/>
                </a:solidFill>
                <a:latin typeface="Arial"/>
                <a:ea typeface="Arial"/>
                <a:cs typeface="Arial"/>
              </a:defRPr>
            </a:lvl7pPr>
            <a:lvl8pPr>
              <a:defRPr sz="2550" b="0">
                <a:solidFill>
                  <a:srgbClr val="53675A"/>
                </a:solidFill>
                <a:latin typeface="Arial"/>
                <a:ea typeface="Arial"/>
                <a:cs typeface="Arial"/>
              </a:defRPr>
            </a:lvl8pPr>
            <a:lvl9pPr>
              <a:defRPr sz="2550" b="0">
                <a:solidFill>
                  <a:srgbClr val="53675A"/>
                </a:solidFill>
                <a:latin typeface="Arial"/>
                <a:ea typeface="Arial"/>
                <a:cs typeface="Arial"/>
              </a:defRPr>
            </a:lvl9pPr>
          </a:lstStyle>
          <a:p xmlns:a="http://schemas.openxmlformats.org/drawingml/2006/main">
            <a:pPr>
              <a:defRPr sz="2550" b="0">
                <a:solidFill>
                  <a:srgbClr val="53675A"/>
                </a:solidFill>
                <a:latin typeface="Arial"/>
                <a:ea typeface="Arial"/>
                <a:cs typeface="Arial"/>
              </a:defRPr>
            </a:pPr>
            <a:r>
              <a:rPr sz="2550" b="0">
                <a:solidFill>
                  <a:srgbClr val="53675A"/>
                </a:solidFill>
                <a:latin typeface="Arial"/>
                <a:ea typeface="Arial"/>
                <a:cs typeface="Arial"/>
              </a:rPr>
              <a:t>Harta se schimbă odată cu ora aleasă.</a:t>
            </a:r>
          </a:p>
        </p:txBody>
      </p:sp>
      <p:sp>
        <p:nvSpPr>
          <p:cNvPr id="4" name="text-14">
            <a:extLst xmlns:a="http://schemas.openxmlformats.org/drawingml/2006/main">
              <a:ext uri="{FF2B5EF4-FFF2-40B4-BE49-F238E27FC236}">
                <a16:creationId xmlns:a16="http://schemas.microsoft.com/office/drawing/2014/main" id="{F2609018-256E-43A4-9765-F71C719A2BB0}"/>
              </a:ext>
            </a:extLst>
          </p:cNvPr>
          <p:cNvSpPr>
            <a:spLocks xmlns:a="http://schemas.openxmlformats.org/drawingml/2006/main" noGrp="1"/>
          </p:cNvSpPr>
          <p:nvPr/>
        </p:nvSpPr>
        <p:spPr>
          <a:xfrm xmlns:a="http://schemas.openxmlformats.org/drawingml/2006/main">
            <a:off x="657225" y="25717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01</a:t>
            </a:r>
          </a:p>
        </p:txBody>
      </p:sp>
      <p:sp>
        <p:nvSpPr>
          <p:cNvPr id="5" name="text-15">
            <a:extLst xmlns:a="http://schemas.openxmlformats.org/drawingml/2006/main">
              <a:ext uri="{FF2B5EF4-FFF2-40B4-BE49-F238E27FC236}">
                <a16:creationId xmlns:a16="http://schemas.microsoft.com/office/drawing/2014/main" id="{B089730E-8045-4DD1-BC81-1A963E4FBF54}"/>
              </a:ext>
            </a:extLst>
          </p:cNvPr>
          <p:cNvSpPr>
            <a:spLocks xmlns:a="http://schemas.openxmlformats.org/drawingml/2006/main" noGrp="1"/>
          </p:cNvSpPr>
          <p:nvPr/>
        </p:nvSpPr>
        <p:spPr>
          <a:xfrm xmlns:a="http://schemas.openxmlformats.org/drawingml/2006/main">
            <a:off x="1524000" y="253365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Alegi destinația</a:t>
            </a:r>
          </a:p>
        </p:txBody>
      </p:sp>
      <p:sp>
        <p:nvSpPr>
          <p:cNvPr id="6" name="text-16">
            <a:extLst xmlns:a="http://schemas.openxmlformats.org/drawingml/2006/main">
              <a:ext uri="{FF2B5EF4-FFF2-40B4-BE49-F238E27FC236}">
                <a16:creationId xmlns:a16="http://schemas.microsoft.com/office/drawing/2014/main" id="{753BF002-1EC3-40AA-BA53-93B13D75220F}"/>
              </a:ext>
            </a:extLst>
          </p:cNvPr>
          <p:cNvSpPr>
            <a:spLocks xmlns:a="http://schemas.openxmlformats.org/drawingml/2006/main" noGrp="1"/>
          </p:cNvSpPr>
          <p:nvPr/>
        </p:nvSpPr>
        <p:spPr>
          <a:xfrm xmlns:a="http://schemas.openxmlformats.org/drawingml/2006/main">
            <a:off x="1524000" y="297180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Pe hartă sau prin căutare.</a:t>
            </a:r>
          </a:p>
        </p:txBody>
      </p:sp>
      <p:sp>
        <p:nvSpPr>
          <p:cNvPr id="7" name="text-17">
            <a:extLst xmlns:a="http://schemas.openxmlformats.org/drawingml/2006/main">
              <a:ext uri="{FF2B5EF4-FFF2-40B4-BE49-F238E27FC236}">
                <a16:creationId xmlns:a16="http://schemas.microsoft.com/office/drawing/2014/main" id="{6827A214-0EE6-4C46-9C66-4A36B442472B}"/>
              </a:ext>
            </a:extLst>
          </p:cNvPr>
          <p:cNvSpPr>
            <a:spLocks xmlns:a="http://schemas.openxmlformats.org/drawingml/2006/main" noGrp="1"/>
          </p:cNvSpPr>
          <p:nvPr/>
        </p:nvSpPr>
        <p:spPr>
          <a:xfrm xmlns:a="http://schemas.openxmlformats.org/drawingml/2006/main">
            <a:off x="657225" y="36671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02</a:t>
            </a:r>
          </a:p>
        </p:txBody>
      </p:sp>
      <p:sp>
        <p:nvSpPr>
          <p:cNvPr id="8" name="text-18">
            <a:extLst xmlns:a="http://schemas.openxmlformats.org/drawingml/2006/main">
              <a:ext uri="{FF2B5EF4-FFF2-40B4-BE49-F238E27FC236}">
                <a16:creationId xmlns:a16="http://schemas.microsoft.com/office/drawing/2014/main" id="{559D3042-C35F-4A71-9B95-4A3D3C5BE2C9}"/>
              </a:ext>
            </a:extLst>
          </p:cNvPr>
          <p:cNvSpPr>
            <a:spLocks xmlns:a="http://schemas.openxmlformats.org/drawingml/2006/main" noGrp="1"/>
          </p:cNvSpPr>
          <p:nvPr/>
        </p:nvSpPr>
        <p:spPr>
          <a:xfrm xmlns:a="http://schemas.openxmlformats.org/drawingml/2006/main">
            <a:off x="1524000" y="36290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Vezi ora și umbrele</a:t>
            </a:r>
          </a:p>
        </p:txBody>
      </p:sp>
      <p:sp>
        <p:nvSpPr>
          <p:cNvPr id="9" name="text-19">
            <a:extLst xmlns:a="http://schemas.openxmlformats.org/drawingml/2006/main">
              <a:ext uri="{FF2B5EF4-FFF2-40B4-BE49-F238E27FC236}">
                <a16:creationId xmlns:a16="http://schemas.microsoft.com/office/drawing/2014/main" id="{11AAB8D1-C290-4F51-A90A-84547432E082}"/>
              </a:ext>
            </a:extLst>
          </p:cNvPr>
          <p:cNvSpPr>
            <a:spLocks xmlns:a="http://schemas.openxmlformats.org/drawingml/2006/main" noGrp="1"/>
          </p:cNvSpPr>
          <p:nvPr/>
        </p:nvSpPr>
        <p:spPr>
          <a:xfrm xmlns:a="http://schemas.openxmlformats.org/drawingml/2006/main">
            <a:off x="1524000" y="4067175"/>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Clădiri 3D și umbre estimate.</a:t>
            </a:r>
          </a:p>
        </p:txBody>
      </p:sp>
      <p:sp>
        <p:nvSpPr>
          <p:cNvPr id="10" name="text-20">
            <a:extLst xmlns:a="http://schemas.openxmlformats.org/drawingml/2006/main">
              <a:ext uri="{FF2B5EF4-FFF2-40B4-BE49-F238E27FC236}">
                <a16:creationId xmlns:a16="http://schemas.microsoft.com/office/drawing/2014/main" id="{803CA3C3-7C33-402D-AEAC-82B5B21C7A7C}"/>
              </a:ext>
            </a:extLst>
          </p:cNvPr>
          <p:cNvSpPr>
            <a:spLocks xmlns:a="http://schemas.openxmlformats.org/drawingml/2006/main" noGrp="1"/>
          </p:cNvSpPr>
          <p:nvPr/>
        </p:nvSpPr>
        <p:spPr>
          <a:xfrm xmlns:a="http://schemas.openxmlformats.org/drawingml/2006/main">
            <a:off x="657225" y="476250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0734B"/>
                </a:solidFill>
                <a:latin typeface="Arial"/>
                <a:ea typeface="Arial"/>
                <a:cs typeface="Arial"/>
              </a:defRPr>
            </a:defPPr>
            <a:lvl1pPr>
              <a:defRPr sz="2025" b="1">
                <a:solidFill>
                  <a:srgbClr val="00734B"/>
                </a:solidFill>
                <a:latin typeface="Arial"/>
                <a:ea typeface="Arial"/>
                <a:cs typeface="Arial"/>
              </a:defRPr>
            </a:lvl1pPr>
            <a:lvl2pPr>
              <a:defRPr sz="2025" b="1">
                <a:solidFill>
                  <a:srgbClr val="00734B"/>
                </a:solidFill>
                <a:latin typeface="Arial"/>
                <a:ea typeface="Arial"/>
                <a:cs typeface="Arial"/>
              </a:defRPr>
            </a:lvl2pPr>
            <a:lvl3pPr>
              <a:defRPr sz="2025" b="1">
                <a:solidFill>
                  <a:srgbClr val="00734B"/>
                </a:solidFill>
                <a:latin typeface="Arial"/>
                <a:ea typeface="Arial"/>
                <a:cs typeface="Arial"/>
              </a:defRPr>
            </a:lvl3pPr>
            <a:lvl4pPr>
              <a:defRPr sz="2025" b="1">
                <a:solidFill>
                  <a:srgbClr val="00734B"/>
                </a:solidFill>
                <a:latin typeface="Arial"/>
                <a:ea typeface="Arial"/>
                <a:cs typeface="Arial"/>
              </a:defRPr>
            </a:lvl4pPr>
            <a:lvl5pPr>
              <a:defRPr sz="2025" b="1">
                <a:solidFill>
                  <a:srgbClr val="00734B"/>
                </a:solidFill>
                <a:latin typeface="Arial"/>
                <a:ea typeface="Arial"/>
                <a:cs typeface="Arial"/>
              </a:defRPr>
            </a:lvl5pPr>
            <a:lvl6pPr>
              <a:defRPr sz="2025" b="1">
                <a:solidFill>
                  <a:srgbClr val="00734B"/>
                </a:solidFill>
                <a:latin typeface="Arial"/>
                <a:ea typeface="Arial"/>
                <a:cs typeface="Arial"/>
              </a:defRPr>
            </a:lvl6pPr>
            <a:lvl7pPr>
              <a:defRPr sz="2025" b="1">
                <a:solidFill>
                  <a:srgbClr val="00734B"/>
                </a:solidFill>
                <a:latin typeface="Arial"/>
                <a:ea typeface="Arial"/>
                <a:cs typeface="Arial"/>
              </a:defRPr>
            </a:lvl7pPr>
            <a:lvl8pPr>
              <a:defRPr sz="2025" b="1">
                <a:solidFill>
                  <a:srgbClr val="00734B"/>
                </a:solidFill>
                <a:latin typeface="Arial"/>
                <a:ea typeface="Arial"/>
                <a:cs typeface="Arial"/>
              </a:defRPr>
            </a:lvl8pPr>
            <a:lvl9pPr>
              <a:defRPr sz="2025" b="1">
                <a:solidFill>
                  <a:srgbClr val="00734B"/>
                </a:solidFill>
                <a:latin typeface="Arial"/>
                <a:ea typeface="Arial"/>
                <a:cs typeface="Arial"/>
              </a:defRPr>
            </a:lvl9pPr>
          </a:lstStyle>
          <a:p xmlns:a="http://schemas.openxmlformats.org/drawingml/2006/main">
            <a:pPr>
              <a:defRPr sz="2025" b="1">
                <a:solidFill>
                  <a:srgbClr val="00734B"/>
                </a:solidFill>
                <a:latin typeface="Arial"/>
                <a:ea typeface="Arial"/>
                <a:cs typeface="Arial"/>
              </a:defRPr>
            </a:pPr>
            <a:r>
              <a:rPr sz="2025" b="1">
                <a:solidFill>
                  <a:srgbClr val="00734B"/>
                </a:solidFill>
                <a:latin typeface="Arial"/>
                <a:ea typeface="Arial"/>
                <a:cs typeface="Arial"/>
              </a:rPr>
              <a:t>03</a:t>
            </a:r>
          </a:p>
        </p:txBody>
      </p:sp>
      <p:sp>
        <p:nvSpPr>
          <p:cNvPr id="11" name="text-21">
            <a:extLst xmlns:a="http://schemas.openxmlformats.org/drawingml/2006/main">
              <a:ext uri="{FF2B5EF4-FFF2-40B4-BE49-F238E27FC236}">
                <a16:creationId xmlns:a16="http://schemas.microsoft.com/office/drawing/2014/main" id="{26D4F33B-5C4F-4ADD-B582-6AED57501491}"/>
              </a:ext>
            </a:extLst>
          </p:cNvPr>
          <p:cNvSpPr>
            <a:spLocks xmlns:a="http://schemas.openxmlformats.org/drawingml/2006/main" noGrp="1"/>
          </p:cNvSpPr>
          <p:nvPr/>
        </p:nvSpPr>
        <p:spPr>
          <a:xfrm xmlns:a="http://schemas.openxmlformats.org/drawingml/2006/main">
            <a:off x="1524000" y="472440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83427"/>
                </a:solidFill>
                <a:latin typeface="Arial"/>
                <a:ea typeface="Arial"/>
                <a:cs typeface="Arial"/>
              </a:defRPr>
            </a:defPPr>
            <a:lvl1pPr>
              <a:defRPr sz="2475" b="1">
                <a:solidFill>
                  <a:srgbClr val="183427"/>
                </a:solidFill>
                <a:latin typeface="Arial"/>
                <a:ea typeface="Arial"/>
                <a:cs typeface="Arial"/>
              </a:defRPr>
            </a:lvl1pPr>
            <a:lvl2pPr>
              <a:defRPr sz="2475" b="1">
                <a:solidFill>
                  <a:srgbClr val="183427"/>
                </a:solidFill>
                <a:latin typeface="Arial"/>
                <a:ea typeface="Arial"/>
                <a:cs typeface="Arial"/>
              </a:defRPr>
            </a:lvl2pPr>
            <a:lvl3pPr>
              <a:defRPr sz="2475" b="1">
                <a:solidFill>
                  <a:srgbClr val="183427"/>
                </a:solidFill>
                <a:latin typeface="Arial"/>
                <a:ea typeface="Arial"/>
                <a:cs typeface="Arial"/>
              </a:defRPr>
            </a:lvl3pPr>
            <a:lvl4pPr>
              <a:defRPr sz="2475" b="1">
                <a:solidFill>
                  <a:srgbClr val="183427"/>
                </a:solidFill>
                <a:latin typeface="Arial"/>
                <a:ea typeface="Arial"/>
                <a:cs typeface="Arial"/>
              </a:defRPr>
            </a:lvl4pPr>
            <a:lvl5pPr>
              <a:defRPr sz="2475" b="1">
                <a:solidFill>
                  <a:srgbClr val="183427"/>
                </a:solidFill>
                <a:latin typeface="Arial"/>
                <a:ea typeface="Arial"/>
                <a:cs typeface="Arial"/>
              </a:defRPr>
            </a:lvl5pPr>
            <a:lvl6pPr>
              <a:defRPr sz="2475" b="1">
                <a:solidFill>
                  <a:srgbClr val="183427"/>
                </a:solidFill>
                <a:latin typeface="Arial"/>
                <a:ea typeface="Arial"/>
                <a:cs typeface="Arial"/>
              </a:defRPr>
            </a:lvl6pPr>
            <a:lvl7pPr>
              <a:defRPr sz="2475" b="1">
                <a:solidFill>
                  <a:srgbClr val="183427"/>
                </a:solidFill>
                <a:latin typeface="Arial"/>
                <a:ea typeface="Arial"/>
                <a:cs typeface="Arial"/>
              </a:defRPr>
            </a:lvl7pPr>
            <a:lvl8pPr>
              <a:defRPr sz="2475" b="1">
                <a:solidFill>
                  <a:srgbClr val="183427"/>
                </a:solidFill>
                <a:latin typeface="Arial"/>
                <a:ea typeface="Arial"/>
                <a:cs typeface="Arial"/>
              </a:defRPr>
            </a:lvl8pPr>
            <a:lvl9pPr>
              <a:defRPr sz="2475" b="1">
                <a:solidFill>
                  <a:srgbClr val="183427"/>
                </a:solidFill>
                <a:latin typeface="Arial"/>
                <a:ea typeface="Arial"/>
                <a:cs typeface="Arial"/>
              </a:defRPr>
            </a:lvl9pPr>
          </a:lstStyle>
          <a:p xmlns:a="http://schemas.openxmlformats.org/drawingml/2006/main">
            <a:pPr>
              <a:defRPr sz="2475" b="1">
                <a:solidFill>
                  <a:srgbClr val="183427"/>
                </a:solidFill>
                <a:latin typeface="Arial"/>
                <a:ea typeface="Arial"/>
                <a:cs typeface="Arial"/>
              </a:defRPr>
            </a:pPr>
            <a:r>
              <a:rPr sz="2475" b="1">
                <a:solidFill>
                  <a:srgbClr val="183427"/>
                </a:solidFill>
                <a:latin typeface="Arial"/>
                <a:ea typeface="Arial"/>
                <a:cs typeface="Arial"/>
              </a:rPr>
              <a:t>Pornești la drum</a:t>
            </a:r>
          </a:p>
        </p:txBody>
      </p:sp>
      <p:sp>
        <p:nvSpPr>
          <p:cNvPr id="12" name="text-22">
            <a:extLst xmlns:a="http://schemas.openxmlformats.org/drawingml/2006/main">
              <a:ext uri="{FF2B5EF4-FFF2-40B4-BE49-F238E27FC236}">
                <a16:creationId xmlns:a16="http://schemas.microsoft.com/office/drawing/2014/main" id="{65561A17-F0ED-4C9F-8A80-35D4E2264AB6}"/>
              </a:ext>
            </a:extLst>
          </p:cNvPr>
          <p:cNvSpPr>
            <a:spLocks xmlns:a="http://schemas.openxmlformats.org/drawingml/2006/main" noGrp="1"/>
          </p:cNvSpPr>
          <p:nvPr/>
        </p:nvSpPr>
        <p:spPr>
          <a:xfrm xmlns:a="http://schemas.openxmlformats.org/drawingml/2006/main">
            <a:off x="1524000" y="51625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GPS, timp rămas și ora sosirii.</a:t>
            </a:r>
          </a:p>
        </p:txBody>
      </p:sp>
      <p:pic>
        <p:nvPicPr>
          <p:cNvPr id="13" name="">
            <a:extLst xmlns:a="http://schemas.openxmlformats.org/drawingml/2006/main">
              <a:ext uri="{FF2B5EF4-FFF2-40B4-BE49-F238E27FC236}">
                <a16:creationId xmlns:a16="http://schemas.microsoft.com/office/drawing/2014/main" id="{12FA68B9-D6B3-401D-9F99-357FB48E59B8}"/>
              </a:ext>
            </a:extLst>
          </p:cNvPr>
          <p:cNvPicPr>
            <a:picLocks xmlns:a="http://schemas.openxmlformats.org/drawingml/2006/main" noChangeAspect="1"/>
          </p:cNvPicPr>
          <p:nvPr/>
        </p:nvPicPr>
        <p:blipFill>
          <a:blip xmlns:r="http://schemas.openxmlformats.org/officeDocument/2006/relationships" xmlns:a="http://schemas.openxmlformats.org/drawingml/2006/main" r:embed="R6fa2c0ceb4514915"/>
          <a:srcRect xmlns:a="http://schemas.openxmlformats.org/drawingml/2006/main" l="0" t="8240" r="0" b="8240"/>
          <a:stretch xmlns:a="http://schemas.openxmlformats.org/drawingml/2006/main">
            <a:fillRect l="0" t="0" r="0" b="0"/>
          </a:stretch>
        </p:blipFill>
        <p:spPr>
          <a:xfrm xmlns:a="http://schemas.openxmlformats.org/drawingml/2006/main">
            <a:off x="8429625" y="2076450"/>
            <a:ext cx="2952750" cy="3781425"/>
          </a:xfrm>
          <a:prstGeom xmlns:a="http://schemas.openxmlformats.org/drawingml/2006/main" prst="rect">
            <a:avLst/>
          </a:prstGeom>
        </p:spPr>
      </p:pic>
      <p:sp>
        <p:nvSpPr>
          <p:cNvPr id="14" name="text-23">
            <a:extLst xmlns:a="http://schemas.openxmlformats.org/drawingml/2006/main">
              <a:ext uri="{FF2B5EF4-FFF2-40B4-BE49-F238E27FC236}">
                <a16:creationId xmlns:a16="http://schemas.microsoft.com/office/drawing/2014/main" id="{96136355-858C-4874-90AD-01A114B33A4E}"/>
              </a:ext>
            </a:extLst>
          </p:cNvPr>
          <p:cNvSpPr>
            <a:spLocks xmlns:a="http://schemas.openxmlformats.org/drawingml/2006/main" noGrp="1"/>
          </p:cNvSpPr>
          <p:nvPr/>
        </p:nvSpPr>
        <p:spPr>
          <a:xfrm xmlns:a="http://schemas.openxmlformats.org/drawingml/2006/main">
            <a:off x="8429625" y="59817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Hartă din date OpenStreetMap</a:t>
            </a:r>
          </a:p>
        </p:txBody>
      </p:sp>
      <p:sp>
        <p:nvSpPr>
          <p:cNvPr id="15" name="text-24">
            <a:extLst xmlns:a="http://schemas.openxmlformats.org/drawingml/2006/main">
              <a:ext uri="{FF2B5EF4-FFF2-40B4-BE49-F238E27FC236}">
                <a16:creationId xmlns:a16="http://schemas.microsoft.com/office/drawing/2014/main" id="{97307F1A-13EF-4C39-BF94-36F6B6AD7973}"/>
              </a:ext>
            </a:extLst>
          </p:cNvPr>
          <p:cNvSpPr>
            <a:spLocks xmlns:a="http://schemas.openxmlformats.org/drawingml/2006/main" noGrp="1"/>
          </p:cNvSpPr>
          <p:nvPr/>
        </p:nvSpPr>
        <p:spPr>
          <a:xfrm xmlns:a="http://schemas.openxmlformats.org/drawingml/2006/main">
            <a:off x="657225" y="6419850"/>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Telefonul afișează harta. Calculatorul pregătește umbrele și traseele.</a:t>
            </a:r>
          </a:p>
        </p:txBody>
      </p:sp>
    </p:spTree>
    <p:extLst>
      <p:ext uri="{BB962C8B-B14F-4D97-AF65-F5344CB8AC3E}">
        <p14:creationId xmlns:p14="http://schemas.microsoft.com/office/powerpoint/2010/main" val="1257724421"/>
      </p:ext>
    </p:extLst>
  </p:cSld>
</p:sld>
</file>

<file path=ppt/slides/slide3.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7" name="text-25">
            <a:extLst xmlns:a="http://schemas.openxmlformats.org/drawingml/2006/main">
              <a:ext uri="{FF2B5EF4-FFF2-40B4-BE49-F238E27FC236}">
                <a16:creationId xmlns:a16="http://schemas.microsoft.com/office/drawing/2014/main" id="{C670D03E-98BF-4529-ABE0-5DC2BF1B18FA}"/>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Cum alegem traseul</a:t>
            </a:r>
          </a:p>
        </p:txBody>
      </p:sp>
      <p:sp>
        <p:nvSpPr>
          <p:cNvPr id="2" name="text-26">
            <a:extLst xmlns:a="http://schemas.openxmlformats.org/drawingml/2006/main">
              <a:ext uri="{FF2B5EF4-FFF2-40B4-BE49-F238E27FC236}">
                <a16:creationId xmlns:a16="http://schemas.microsoft.com/office/drawing/2014/main" id="{20292B62-1BED-4CFD-99D7-500EE0ACD99D}"/>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03</a:t>
            </a:r>
          </a:p>
        </p:txBody>
      </p:sp>
      <p:sp>
        <p:nvSpPr>
          <p:cNvPr id="3" name="text-27">
            <a:extLst xmlns:a="http://schemas.openxmlformats.org/drawingml/2006/main">
              <a:ext uri="{FF2B5EF4-FFF2-40B4-BE49-F238E27FC236}">
                <a16:creationId xmlns:a16="http://schemas.microsoft.com/office/drawing/2014/main" id="{EFE9C4FB-5DB1-4865-9FE3-C73EB685F1E4}"/>
              </a:ext>
            </a:extLst>
          </p:cNvPr>
          <p:cNvSpPr>
            <a:spLocks xmlns:a="http://schemas.openxmlformats.org/drawingml/2006/main" noGrp="1"/>
          </p:cNvSpPr>
          <p:nvPr/>
        </p:nvSpPr>
        <p:spPr>
          <a:xfrm xmlns:a="http://schemas.openxmlformats.org/drawingml/2006/main">
            <a:off x="647700" y="15335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53675A"/>
                </a:solidFill>
                <a:latin typeface="Arial"/>
                <a:ea typeface="Arial"/>
                <a:cs typeface="Arial"/>
              </a:defRPr>
            </a:defPPr>
            <a:lvl1pPr>
              <a:defRPr sz="2325" b="0">
                <a:solidFill>
                  <a:srgbClr val="53675A"/>
                </a:solidFill>
                <a:latin typeface="Arial"/>
                <a:ea typeface="Arial"/>
                <a:cs typeface="Arial"/>
              </a:defRPr>
            </a:lvl1pPr>
            <a:lvl2pPr>
              <a:defRPr sz="2325" b="0">
                <a:solidFill>
                  <a:srgbClr val="53675A"/>
                </a:solidFill>
                <a:latin typeface="Arial"/>
                <a:ea typeface="Arial"/>
                <a:cs typeface="Arial"/>
              </a:defRPr>
            </a:lvl2pPr>
            <a:lvl3pPr>
              <a:defRPr sz="2325" b="0">
                <a:solidFill>
                  <a:srgbClr val="53675A"/>
                </a:solidFill>
                <a:latin typeface="Arial"/>
                <a:ea typeface="Arial"/>
                <a:cs typeface="Arial"/>
              </a:defRPr>
            </a:lvl3pPr>
            <a:lvl4pPr>
              <a:defRPr sz="2325" b="0">
                <a:solidFill>
                  <a:srgbClr val="53675A"/>
                </a:solidFill>
                <a:latin typeface="Arial"/>
                <a:ea typeface="Arial"/>
                <a:cs typeface="Arial"/>
              </a:defRPr>
            </a:lvl4pPr>
            <a:lvl5pPr>
              <a:defRPr sz="2325" b="0">
                <a:solidFill>
                  <a:srgbClr val="53675A"/>
                </a:solidFill>
                <a:latin typeface="Arial"/>
                <a:ea typeface="Arial"/>
                <a:cs typeface="Arial"/>
              </a:defRPr>
            </a:lvl5pPr>
            <a:lvl6pPr>
              <a:defRPr sz="2325" b="0">
                <a:solidFill>
                  <a:srgbClr val="53675A"/>
                </a:solidFill>
                <a:latin typeface="Arial"/>
                <a:ea typeface="Arial"/>
                <a:cs typeface="Arial"/>
              </a:defRPr>
            </a:lvl6pPr>
            <a:lvl7pPr>
              <a:defRPr sz="2325" b="0">
                <a:solidFill>
                  <a:srgbClr val="53675A"/>
                </a:solidFill>
                <a:latin typeface="Arial"/>
                <a:ea typeface="Arial"/>
                <a:cs typeface="Arial"/>
              </a:defRPr>
            </a:lvl7pPr>
            <a:lvl8pPr>
              <a:defRPr sz="2325" b="0">
                <a:solidFill>
                  <a:srgbClr val="53675A"/>
                </a:solidFill>
                <a:latin typeface="Arial"/>
                <a:ea typeface="Arial"/>
                <a:cs typeface="Arial"/>
              </a:defRPr>
            </a:lvl8pPr>
            <a:lvl9pPr>
              <a:defRPr sz="2325" b="0">
                <a:solidFill>
                  <a:srgbClr val="53675A"/>
                </a:solidFill>
                <a:latin typeface="Arial"/>
                <a:ea typeface="Arial"/>
                <a:cs typeface="Arial"/>
              </a:defRPr>
            </a:lvl9pPr>
          </a:lstStyle>
          <a:p xmlns:a="http://schemas.openxmlformats.org/drawingml/2006/main">
            <a:pPr>
              <a:defRPr sz="2325" b="0">
                <a:solidFill>
                  <a:srgbClr val="53675A"/>
                </a:solidFill>
                <a:latin typeface="Arial"/>
                <a:ea typeface="Arial"/>
                <a:cs typeface="Arial"/>
              </a:defRPr>
            </a:pPr>
            <a:r>
              <a:rPr sz="2325" b="0">
                <a:solidFill>
                  <a:srgbClr val="53675A"/>
                </a:solidFill>
                <a:latin typeface="Arial"/>
                <a:ea typeface="Arial"/>
                <a:cs typeface="Arial"/>
              </a:rPr>
              <a:t>Comparăm variantele după timp, distanță și umbră.</a:t>
            </a:r>
          </a:p>
        </p:txBody>
      </p:sp>
      <p:sp>
        <p:nvSpPr>
          <p:cNvPr id="4" name="text-28">
            <a:extLst xmlns:a="http://schemas.openxmlformats.org/drawingml/2006/main">
              <a:ext uri="{FF2B5EF4-FFF2-40B4-BE49-F238E27FC236}">
                <a16:creationId xmlns:a16="http://schemas.microsoft.com/office/drawing/2014/main" id="{27A9C053-BC03-44BB-8106-7F0E3AA5B249}"/>
              </a:ext>
            </a:extLst>
          </p:cNvPr>
          <p:cNvSpPr>
            <a:spLocks xmlns:a="http://schemas.openxmlformats.org/drawingml/2006/main" noGrp="1"/>
          </p:cNvSpPr>
          <p:nvPr/>
        </p:nvSpPr>
        <p:spPr>
          <a:xfrm xmlns:a="http://schemas.openxmlformats.org/drawingml/2006/main">
            <a:off x="666750" y="2400300"/>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01</a:t>
            </a:r>
          </a:p>
        </p:txBody>
      </p:sp>
      <p:sp>
        <p:nvSpPr>
          <p:cNvPr id="5" name="text-29">
            <a:extLst xmlns:a="http://schemas.openxmlformats.org/drawingml/2006/main">
              <a:ext uri="{FF2B5EF4-FFF2-40B4-BE49-F238E27FC236}">
                <a16:creationId xmlns:a16="http://schemas.microsoft.com/office/drawing/2014/main" id="{1071DDB1-65F2-48C1-AA1E-962C451F0EB3}"/>
              </a:ext>
            </a:extLst>
          </p:cNvPr>
          <p:cNvSpPr>
            <a:spLocks xmlns:a="http://schemas.openxmlformats.org/drawingml/2006/main" noGrp="1"/>
          </p:cNvSpPr>
          <p:nvPr/>
        </p:nvSpPr>
        <p:spPr>
          <a:xfrm xmlns:a="http://schemas.openxmlformats.org/drawingml/2006/main">
            <a:off x="1524000" y="23812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Rapid</a:t>
            </a:r>
          </a:p>
        </p:txBody>
      </p:sp>
      <p:sp>
        <p:nvSpPr>
          <p:cNvPr id="6" name="text-30">
            <a:extLst xmlns:a="http://schemas.openxmlformats.org/drawingml/2006/main">
              <a:ext uri="{FF2B5EF4-FFF2-40B4-BE49-F238E27FC236}">
                <a16:creationId xmlns:a16="http://schemas.microsoft.com/office/drawing/2014/main" id="{315912DF-2C35-4B6A-9FC1-AFE4E3A3516B}"/>
              </a:ext>
            </a:extLst>
          </p:cNvPr>
          <p:cNvSpPr>
            <a:spLocks xmlns:a="http://schemas.openxmlformats.org/drawingml/2006/main" noGrp="1"/>
          </p:cNvSpPr>
          <p:nvPr/>
        </p:nvSpPr>
        <p:spPr>
          <a:xfrm xmlns:a="http://schemas.openxmlformats.org/drawingml/2006/main">
            <a:off x="5467350" y="2428875"/>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Ajungi în cel mai scurt timp.</a:t>
            </a:r>
          </a:p>
        </p:txBody>
      </p:sp>
      <p:sp>
        <p:nvSpPr>
          <p:cNvPr id="7" name="shape-31">
            <a:extLst xmlns:a="http://schemas.openxmlformats.org/drawingml/2006/main">
              <a:ext uri="{FF2B5EF4-FFF2-40B4-BE49-F238E27FC236}">
                <a16:creationId xmlns:a16="http://schemas.microsoft.com/office/drawing/2014/main" id="{822D5854-6125-4B10-BCC6-7D3AA47E796A}"/>
              </a:ext>
            </a:extLst>
          </p:cNvPr>
          <p:cNvSpPr>
            <a:spLocks xmlns:a="http://schemas.openxmlformats.org/drawingml/2006/main" noGrp="1"/>
          </p:cNvSpPr>
          <p:nvPr/>
        </p:nvSpPr>
        <p:spPr>
          <a:xfrm xmlns:a="http://schemas.openxmlformats.org/drawingml/2006/main" rot="0">
            <a:off x="666750" y="3238500"/>
            <a:ext cx="10715625"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8" name="text-32">
            <a:extLst xmlns:a="http://schemas.openxmlformats.org/drawingml/2006/main">
              <a:ext uri="{FF2B5EF4-FFF2-40B4-BE49-F238E27FC236}">
                <a16:creationId xmlns:a16="http://schemas.microsoft.com/office/drawing/2014/main" id="{96D8955E-1ECF-4C80-9AAC-0A1C13A0FE94}"/>
              </a:ext>
            </a:extLst>
          </p:cNvPr>
          <p:cNvSpPr>
            <a:spLocks xmlns:a="http://schemas.openxmlformats.org/drawingml/2006/main" noGrp="1"/>
          </p:cNvSpPr>
          <p:nvPr/>
        </p:nvSpPr>
        <p:spPr>
          <a:xfrm xmlns:a="http://schemas.openxmlformats.org/drawingml/2006/main">
            <a:off x="666750" y="34766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02</a:t>
            </a:r>
          </a:p>
        </p:txBody>
      </p:sp>
      <p:sp>
        <p:nvSpPr>
          <p:cNvPr id="9" name="text-33">
            <a:extLst xmlns:a="http://schemas.openxmlformats.org/drawingml/2006/main">
              <a:ext uri="{FF2B5EF4-FFF2-40B4-BE49-F238E27FC236}">
                <a16:creationId xmlns:a16="http://schemas.microsoft.com/office/drawing/2014/main" id="{CB86E3C8-583A-4634-957B-0D346452BD17}"/>
              </a:ext>
            </a:extLst>
          </p:cNvPr>
          <p:cNvSpPr>
            <a:spLocks xmlns:a="http://schemas.openxmlformats.org/drawingml/2006/main" noGrp="1"/>
          </p:cNvSpPr>
          <p:nvPr/>
        </p:nvSpPr>
        <p:spPr>
          <a:xfrm xmlns:a="http://schemas.openxmlformats.org/drawingml/2006/main">
            <a:off x="1524000" y="34575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Echilibrat</a:t>
            </a:r>
          </a:p>
        </p:txBody>
      </p:sp>
      <p:sp>
        <p:nvSpPr>
          <p:cNvPr id="10" name="text-34">
            <a:extLst xmlns:a="http://schemas.openxmlformats.org/drawingml/2006/main">
              <a:ext uri="{FF2B5EF4-FFF2-40B4-BE49-F238E27FC236}">
                <a16:creationId xmlns:a16="http://schemas.microsoft.com/office/drawing/2014/main" id="{7EDAC40F-D7AE-4CA8-9FB6-23D6BC5150C1}"/>
              </a:ext>
            </a:extLst>
          </p:cNvPr>
          <p:cNvSpPr>
            <a:spLocks xmlns:a="http://schemas.openxmlformats.org/drawingml/2006/main" noGrp="1"/>
          </p:cNvSpPr>
          <p:nvPr/>
        </p:nvSpPr>
        <p:spPr>
          <a:xfrm xmlns:a="http://schemas.openxmlformats.org/drawingml/2006/main">
            <a:off x="5467350" y="3505200"/>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Un compromis între timp și umbră.</a:t>
            </a:r>
          </a:p>
        </p:txBody>
      </p:sp>
      <p:sp>
        <p:nvSpPr>
          <p:cNvPr id="11" name="shape-35">
            <a:extLst xmlns:a="http://schemas.openxmlformats.org/drawingml/2006/main">
              <a:ext uri="{FF2B5EF4-FFF2-40B4-BE49-F238E27FC236}">
                <a16:creationId xmlns:a16="http://schemas.microsoft.com/office/drawing/2014/main" id="{20F43908-5A89-4BFB-A4BA-D792DC9D80AB}"/>
              </a:ext>
            </a:extLst>
          </p:cNvPr>
          <p:cNvSpPr>
            <a:spLocks xmlns:a="http://schemas.openxmlformats.org/drawingml/2006/main" noGrp="1"/>
          </p:cNvSpPr>
          <p:nvPr/>
        </p:nvSpPr>
        <p:spPr>
          <a:xfrm xmlns:a="http://schemas.openxmlformats.org/drawingml/2006/main" rot="0">
            <a:off x="666750" y="4314825"/>
            <a:ext cx="10715625"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2" name="text-36">
            <a:extLst xmlns:a="http://schemas.openxmlformats.org/drawingml/2006/main">
              <a:ext uri="{FF2B5EF4-FFF2-40B4-BE49-F238E27FC236}">
                <a16:creationId xmlns:a16="http://schemas.microsoft.com/office/drawing/2014/main" id="{ED4406E1-4436-472A-9563-7D2A9258E44B}"/>
              </a:ext>
            </a:extLst>
          </p:cNvPr>
          <p:cNvSpPr>
            <a:spLocks xmlns:a="http://schemas.openxmlformats.org/drawingml/2006/main" noGrp="1"/>
          </p:cNvSpPr>
          <p:nvPr/>
        </p:nvSpPr>
        <p:spPr>
          <a:xfrm xmlns:a="http://schemas.openxmlformats.org/drawingml/2006/main">
            <a:off x="666750" y="4552950"/>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03</a:t>
            </a:r>
          </a:p>
        </p:txBody>
      </p:sp>
      <p:sp>
        <p:nvSpPr>
          <p:cNvPr id="13" name="text-37">
            <a:extLst xmlns:a="http://schemas.openxmlformats.org/drawingml/2006/main">
              <a:ext uri="{FF2B5EF4-FFF2-40B4-BE49-F238E27FC236}">
                <a16:creationId xmlns:a16="http://schemas.microsoft.com/office/drawing/2014/main" id="{EBE458F4-57B3-42C4-AFBC-F761EBA0BB6F}"/>
              </a:ext>
            </a:extLst>
          </p:cNvPr>
          <p:cNvSpPr>
            <a:spLocks xmlns:a="http://schemas.openxmlformats.org/drawingml/2006/main" noGrp="1"/>
          </p:cNvSpPr>
          <p:nvPr/>
        </p:nvSpPr>
        <p:spPr>
          <a:xfrm xmlns:a="http://schemas.openxmlformats.org/drawingml/2006/main">
            <a:off x="1524000" y="4533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83427"/>
                </a:solidFill>
                <a:latin typeface="Arial"/>
                <a:ea typeface="Arial"/>
                <a:cs typeface="Arial"/>
              </a:defRPr>
            </a:defPPr>
            <a:lvl1pPr>
              <a:defRPr sz="2550" b="1">
                <a:solidFill>
                  <a:srgbClr val="183427"/>
                </a:solidFill>
                <a:latin typeface="Arial"/>
                <a:ea typeface="Arial"/>
                <a:cs typeface="Arial"/>
              </a:defRPr>
            </a:lvl1pPr>
            <a:lvl2pPr>
              <a:defRPr sz="2550" b="1">
                <a:solidFill>
                  <a:srgbClr val="183427"/>
                </a:solidFill>
                <a:latin typeface="Arial"/>
                <a:ea typeface="Arial"/>
                <a:cs typeface="Arial"/>
              </a:defRPr>
            </a:lvl2pPr>
            <a:lvl3pPr>
              <a:defRPr sz="2550" b="1">
                <a:solidFill>
                  <a:srgbClr val="183427"/>
                </a:solidFill>
                <a:latin typeface="Arial"/>
                <a:ea typeface="Arial"/>
                <a:cs typeface="Arial"/>
              </a:defRPr>
            </a:lvl3pPr>
            <a:lvl4pPr>
              <a:defRPr sz="2550" b="1">
                <a:solidFill>
                  <a:srgbClr val="183427"/>
                </a:solidFill>
                <a:latin typeface="Arial"/>
                <a:ea typeface="Arial"/>
                <a:cs typeface="Arial"/>
              </a:defRPr>
            </a:lvl4pPr>
            <a:lvl5pPr>
              <a:defRPr sz="2550" b="1">
                <a:solidFill>
                  <a:srgbClr val="183427"/>
                </a:solidFill>
                <a:latin typeface="Arial"/>
                <a:ea typeface="Arial"/>
                <a:cs typeface="Arial"/>
              </a:defRPr>
            </a:lvl5pPr>
            <a:lvl6pPr>
              <a:defRPr sz="2550" b="1">
                <a:solidFill>
                  <a:srgbClr val="183427"/>
                </a:solidFill>
                <a:latin typeface="Arial"/>
                <a:ea typeface="Arial"/>
                <a:cs typeface="Arial"/>
              </a:defRPr>
            </a:lvl6pPr>
            <a:lvl7pPr>
              <a:defRPr sz="2550" b="1">
                <a:solidFill>
                  <a:srgbClr val="183427"/>
                </a:solidFill>
                <a:latin typeface="Arial"/>
                <a:ea typeface="Arial"/>
                <a:cs typeface="Arial"/>
              </a:defRPr>
            </a:lvl7pPr>
            <a:lvl8pPr>
              <a:defRPr sz="2550" b="1">
                <a:solidFill>
                  <a:srgbClr val="183427"/>
                </a:solidFill>
                <a:latin typeface="Arial"/>
                <a:ea typeface="Arial"/>
                <a:cs typeface="Arial"/>
              </a:defRPr>
            </a:lvl8pPr>
            <a:lvl9pPr>
              <a:defRPr sz="2550" b="1">
                <a:solidFill>
                  <a:srgbClr val="183427"/>
                </a:solidFill>
                <a:latin typeface="Arial"/>
                <a:ea typeface="Arial"/>
                <a:cs typeface="Arial"/>
              </a:defRPr>
            </a:lvl9pPr>
          </a:lstStyle>
          <a:p xmlns:a="http://schemas.openxmlformats.org/drawingml/2006/main">
            <a:pPr>
              <a:defRPr sz="2550" b="1">
                <a:solidFill>
                  <a:srgbClr val="183427"/>
                </a:solidFill>
                <a:latin typeface="Arial"/>
                <a:ea typeface="Arial"/>
                <a:cs typeface="Arial"/>
              </a:defRPr>
            </a:pPr>
            <a:r>
              <a:rPr sz="2550" b="1">
                <a:solidFill>
                  <a:srgbClr val="183427"/>
                </a:solidFill>
                <a:latin typeface="Arial"/>
                <a:ea typeface="Arial"/>
                <a:cs typeface="Arial"/>
              </a:rPr>
              <a:t>Mai multă umbră</a:t>
            </a:r>
          </a:p>
        </p:txBody>
      </p:sp>
      <p:sp>
        <p:nvSpPr>
          <p:cNvPr id="14" name="text-38">
            <a:extLst xmlns:a="http://schemas.openxmlformats.org/drawingml/2006/main">
              <a:ext uri="{FF2B5EF4-FFF2-40B4-BE49-F238E27FC236}">
                <a16:creationId xmlns:a16="http://schemas.microsoft.com/office/drawing/2014/main" id="{549E8B5F-FDED-40D2-9922-ADED3667657D}"/>
              </a:ext>
            </a:extLst>
          </p:cNvPr>
          <p:cNvSpPr>
            <a:spLocks xmlns:a="http://schemas.openxmlformats.org/drawingml/2006/main" noGrp="1"/>
          </p:cNvSpPr>
          <p:nvPr/>
        </p:nvSpPr>
        <p:spPr>
          <a:xfrm xmlns:a="http://schemas.openxmlformats.org/drawingml/2006/main">
            <a:off x="5467350" y="4581525"/>
            <a:ext cx="5810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Cauți mai multă umbră în limita ocolului.</a:t>
            </a:r>
          </a:p>
        </p:txBody>
      </p:sp>
      <p:sp>
        <p:nvSpPr>
          <p:cNvPr id="15" name="text-39">
            <a:extLst xmlns:a="http://schemas.openxmlformats.org/drawingml/2006/main">
              <a:ext uri="{FF2B5EF4-FFF2-40B4-BE49-F238E27FC236}">
                <a16:creationId xmlns:a16="http://schemas.microsoft.com/office/drawing/2014/main" id="{0A6D0F26-2897-4A66-A704-AA0F21B9DF9B}"/>
              </a:ext>
            </a:extLst>
          </p:cNvPr>
          <p:cNvSpPr>
            <a:spLocks xmlns:a="http://schemas.openxmlformats.org/drawingml/2006/main" noGrp="1"/>
          </p:cNvSpPr>
          <p:nvPr/>
        </p:nvSpPr>
        <p:spPr>
          <a:xfrm xmlns:a="http://schemas.openxmlformats.org/drawingml/2006/main">
            <a:off x="666750" y="58197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00734B"/>
                </a:solidFill>
                <a:latin typeface="Arial"/>
                <a:ea typeface="Arial"/>
                <a:cs typeface="Arial"/>
              </a:defRPr>
            </a:defPPr>
            <a:lvl1pPr>
              <a:defRPr sz="2250" b="1">
                <a:solidFill>
                  <a:srgbClr val="00734B"/>
                </a:solidFill>
                <a:latin typeface="Arial"/>
                <a:ea typeface="Arial"/>
                <a:cs typeface="Arial"/>
              </a:defRPr>
            </a:lvl1pPr>
            <a:lvl2pPr>
              <a:defRPr sz="2250" b="1">
                <a:solidFill>
                  <a:srgbClr val="00734B"/>
                </a:solidFill>
                <a:latin typeface="Arial"/>
                <a:ea typeface="Arial"/>
                <a:cs typeface="Arial"/>
              </a:defRPr>
            </a:lvl2pPr>
            <a:lvl3pPr>
              <a:defRPr sz="2250" b="1">
                <a:solidFill>
                  <a:srgbClr val="00734B"/>
                </a:solidFill>
                <a:latin typeface="Arial"/>
                <a:ea typeface="Arial"/>
                <a:cs typeface="Arial"/>
              </a:defRPr>
            </a:lvl3pPr>
            <a:lvl4pPr>
              <a:defRPr sz="2250" b="1">
                <a:solidFill>
                  <a:srgbClr val="00734B"/>
                </a:solidFill>
                <a:latin typeface="Arial"/>
                <a:ea typeface="Arial"/>
                <a:cs typeface="Arial"/>
              </a:defRPr>
            </a:lvl4pPr>
            <a:lvl5pPr>
              <a:defRPr sz="2250" b="1">
                <a:solidFill>
                  <a:srgbClr val="00734B"/>
                </a:solidFill>
                <a:latin typeface="Arial"/>
                <a:ea typeface="Arial"/>
                <a:cs typeface="Arial"/>
              </a:defRPr>
            </a:lvl5pPr>
            <a:lvl6pPr>
              <a:defRPr sz="2250" b="1">
                <a:solidFill>
                  <a:srgbClr val="00734B"/>
                </a:solidFill>
                <a:latin typeface="Arial"/>
                <a:ea typeface="Arial"/>
                <a:cs typeface="Arial"/>
              </a:defRPr>
            </a:lvl6pPr>
            <a:lvl7pPr>
              <a:defRPr sz="2250" b="1">
                <a:solidFill>
                  <a:srgbClr val="00734B"/>
                </a:solidFill>
                <a:latin typeface="Arial"/>
                <a:ea typeface="Arial"/>
                <a:cs typeface="Arial"/>
              </a:defRPr>
            </a:lvl7pPr>
            <a:lvl8pPr>
              <a:defRPr sz="2250" b="1">
                <a:solidFill>
                  <a:srgbClr val="00734B"/>
                </a:solidFill>
                <a:latin typeface="Arial"/>
                <a:ea typeface="Arial"/>
                <a:cs typeface="Arial"/>
              </a:defRPr>
            </a:lvl8pPr>
            <a:lvl9pPr>
              <a:defRPr sz="2250" b="1">
                <a:solidFill>
                  <a:srgbClr val="00734B"/>
                </a:solidFill>
                <a:latin typeface="Arial"/>
                <a:ea typeface="Arial"/>
                <a:cs typeface="Arial"/>
              </a:defRPr>
            </a:lvl9pPr>
          </a:lstStyle>
          <a:p xmlns:a="http://schemas.openxmlformats.org/drawingml/2006/main">
            <a:pPr>
              <a:defRPr sz="2250" b="1">
                <a:solidFill>
                  <a:srgbClr val="00734B"/>
                </a:solidFill>
                <a:latin typeface="Arial"/>
                <a:ea typeface="Arial"/>
                <a:cs typeface="Arial"/>
              </a:defRPr>
            </a:pPr>
            <a:r>
              <a:rPr sz="2250" b="1">
                <a:solidFill>
                  <a:srgbClr val="00734B"/>
                </a:solidFill>
                <a:latin typeface="Arial"/>
                <a:ea typeface="Arial"/>
                <a:cs typeface="Arial"/>
              </a:rPr>
              <a:t>Tu alegi cât timp în plus accepți să mergi.</a:t>
            </a:r>
          </a:p>
        </p:txBody>
      </p:sp>
      <p:sp>
        <p:nvSpPr>
          <p:cNvPr id="16" name="text-40">
            <a:extLst xmlns:a="http://schemas.openxmlformats.org/drawingml/2006/main">
              <a:ext uri="{FF2B5EF4-FFF2-40B4-BE49-F238E27FC236}">
                <a16:creationId xmlns:a16="http://schemas.microsoft.com/office/drawing/2014/main" id="{51E8BA70-4DBD-45F4-8527-6F1D9E8C205C}"/>
              </a:ext>
            </a:extLst>
          </p:cNvPr>
          <p:cNvSpPr>
            <a:spLocks xmlns:a="http://schemas.openxmlformats.org/drawingml/2006/main" noGrp="1"/>
          </p:cNvSpPr>
          <p:nvPr/>
        </p:nvSpPr>
        <p:spPr>
          <a:xfrm xmlns:a="http://schemas.openxmlformats.org/drawingml/2006/main">
            <a:off x="666750"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Până la trei variante, în funcție de drumurile și datele disponibile.</a:t>
            </a:r>
          </a:p>
        </p:txBody>
      </p:sp>
    </p:spTree>
    <p:extLst>
      <p:ext uri="{BB962C8B-B14F-4D97-AF65-F5344CB8AC3E}">
        <p14:creationId xmlns:p14="http://schemas.microsoft.com/office/powerpoint/2010/main" val="1923756053"/>
      </p:ext>
    </p:extLst>
  </p:cSld>
</p:sld>
</file>

<file path=ppt/slides/slide4.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41">
            <a:extLst xmlns:a="http://schemas.openxmlformats.org/drawingml/2006/main">
              <a:ext uri="{FF2B5EF4-FFF2-40B4-BE49-F238E27FC236}">
                <a16:creationId xmlns:a16="http://schemas.microsoft.com/office/drawing/2014/main" id="{362BA268-8CF1-4527-9ECB-8237A2287B54}"/>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De ce avem nevoie de înălțimi</a:t>
            </a:r>
          </a:p>
        </p:txBody>
      </p:sp>
      <p:sp>
        <p:nvSpPr>
          <p:cNvPr id="2" name="text-42">
            <a:extLst xmlns:a="http://schemas.openxmlformats.org/drawingml/2006/main">
              <a:ext uri="{FF2B5EF4-FFF2-40B4-BE49-F238E27FC236}">
                <a16:creationId xmlns:a16="http://schemas.microsoft.com/office/drawing/2014/main" id="{E87D6C76-604A-4E65-93BB-FA0A98424913}"/>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04</a:t>
            </a:r>
          </a:p>
        </p:txBody>
      </p:sp>
      <p:sp>
        <p:nvSpPr>
          <p:cNvPr id="3" name="text-43">
            <a:extLst xmlns:a="http://schemas.openxmlformats.org/drawingml/2006/main">
              <a:ext uri="{FF2B5EF4-FFF2-40B4-BE49-F238E27FC236}">
                <a16:creationId xmlns:a16="http://schemas.microsoft.com/office/drawing/2014/main" id="{6507A804-5B0F-410B-8235-787FC854A96F}"/>
              </a:ext>
            </a:extLst>
          </p:cNvPr>
          <p:cNvSpPr>
            <a:spLocks xmlns:a="http://schemas.openxmlformats.org/drawingml/2006/main" noGrp="1"/>
          </p:cNvSpPr>
          <p:nvPr/>
        </p:nvSpPr>
        <p:spPr>
          <a:xfrm xmlns:a="http://schemas.openxmlformats.org/drawingml/2006/main">
            <a:off x="628650" y="153352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53675A"/>
                </a:solidFill>
                <a:latin typeface="Arial"/>
                <a:ea typeface="Arial"/>
                <a:cs typeface="Arial"/>
              </a:defRPr>
            </a:defPPr>
            <a:lvl1pPr>
              <a:defRPr sz="2550" b="0">
                <a:solidFill>
                  <a:srgbClr val="53675A"/>
                </a:solidFill>
                <a:latin typeface="Arial"/>
                <a:ea typeface="Arial"/>
                <a:cs typeface="Arial"/>
              </a:defRPr>
            </a:lvl1pPr>
            <a:lvl2pPr>
              <a:defRPr sz="2550" b="0">
                <a:solidFill>
                  <a:srgbClr val="53675A"/>
                </a:solidFill>
                <a:latin typeface="Arial"/>
                <a:ea typeface="Arial"/>
                <a:cs typeface="Arial"/>
              </a:defRPr>
            </a:lvl2pPr>
            <a:lvl3pPr>
              <a:defRPr sz="2550" b="0">
                <a:solidFill>
                  <a:srgbClr val="53675A"/>
                </a:solidFill>
                <a:latin typeface="Arial"/>
                <a:ea typeface="Arial"/>
                <a:cs typeface="Arial"/>
              </a:defRPr>
            </a:lvl3pPr>
            <a:lvl4pPr>
              <a:defRPr sz="2550" b="0">
                <a:solidFill>
                  <a:srgbClr val="53675A"/>
                </a:solidFill>
                <a:latin typeface="Arial"/>
                <a:ea typeface="Arial"/>
                <a:cs typeface="Arial"/>
              </a:defRPr>
            </a:lvl4pPr>
            <a:lvl5pPr>
              <a:defRPr sz="2550" b="0">
                <a:solidFill>
                  <a:srgbClr val="53675A"/>
                </a:solidFill>
                <a:latin typeface="Arial"/>
                <a:ea typeface="Arial"/>
                <a:cs typeface="Arial"/>
              </a:defRPr>
            </a:lvl5pPr>
            <a:lvl6pPr>
              <a:defRPr sz="2550" b="0">
                <a:solidFill>
                  <a:srgbClr val="53675A"/>
                </a:solidFill>
                <a:latin typeface="Arial"/>
                <a:ea typeface="Arial"/>
                <a:cs typeface="Arial"/>
              </a:defRPr>
            </a:lvl6pPr>
            <a:lvl7pPr>
              <a:defRPr sz="2550" b="0">
                <a:solidFill>
                  <a:srgbClr val="53675A"/>
                </a:solidFill>
                <a:latin typeface="Arial"/>
                <a:ea typeface="Arial"/>
                <a:cs typeface="Arial"/>
              </a:defRPr>
            </a:lvl7pPr>
            <a:lvl8pPr>
              <a:defRPr sz="2550" b="0">
                <a:solidFill>
                  <a:srgbClr val="53675A"/>
                </a:solidFill>
                <a:latin typeface="Arial"/>
                <a:ea typeface="Arial"/>
                <a:cs typeface="Arial"/>
              </a:defRPr>
            </a:lvl8pPr>
            <a:lvl9pPr>
              <a:defRPr sz="2550" b="0">
                <a:solidFill>
                  <a:srgbClr val="53675A"/>
                </a:solidFill>
                <a:latin typeface="Arial"/>
                <a:ea typeface="Arial"/>
                <a:cs typeface="Arial"/>
              </a:defRPr>
            </a:lvl9pPr>
          </a:lstStyle>
          <a:p xmlns:a="http://schemas.openxmlformats.org/drawingml/2006/main">
            <a:pPr>
              <a:defRPr sz="2550" b="0">
                <a:solidFill>
                  <a:srgbClr val="53675A"/>
                </a:solidFill>
                <a:latin typeface="Arial"/>
                <a:ea typeface="Arial"/>
                <a:cs typeface="Arial"/>
              </a:defRPr>
            </a:pPr>
            <a:r>
              <a:rPr sz="2550" b="0">
                <a:solidFill>
                  <a:srgbClr val="53675A"/>
                </a:solidFill>
                <a:latin typeface="Arial"/>
                <a:ea typeface="Arial"/>
                <a:cs typeface="Arial"/>
              </a:rPr>
              <a:t>51.428 de clădiri în zona Constanța</a:t>
            </a:r>
          </a:p>
        </p:txBody>
      </p:sp>
      <p:sp>
        <p:nvSpPr>
          <p:cNvPr id="4" name="text-44">
            <a:extLst xmlns:a="http://schemas.openxmlformats.org/drawingml/2006/main">
              <a:ext uri="{FF2B5EF4-FFF2-40B4-BE49-F238E27FC236}">
                <a16:creationId xmlns:a16="http://schemas.microsoft.com/office/drawing/2014/main" id="{4F85CEDB-61B2-4CE9-927F-6265A81D2A2C}"/>
              </a:ext>
            </a:extLst>
          </p:cNvPr>
          <p:cNvSpPr>
            <a:spLocks xmlns:a="http://schemas.openxmlformats.org/drawingml/2006/main" noGrp="1"/>
          </p:cNvSpPr>
          <p:nvPr/>
        </p:nvSpPr>
        <p:spPr>
          <a:xfrm xmlns:a="http://schemas.openxmlformats.org/drawingml/2006/main">
            <a:off x="552450" y="2419350"/>
            <a:ext cx="6076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450" b="1">
                <a:solidFill>
                  <a:srgbClr val="00734B"/>
                </a:solidFill>
                <a:latin typeface="Arial"/>
                <a:ea typeface="Arial"/>
                <a:cs typeface="Arial"/>
              </a:defRPr>
            </a:defPPr>
            <a:lvl1pPr>
              <a:defRPr sz="9450" b="1">
                <a:solidFill>
                  <a:srgbClr val="00734B"/>
                </a:solidFill>
                <a:latin typeface="Arial"/>
                <a:ea typeface="Arial"/>
                <a:cs typeface="Arial"/>
              </a:defRPr>
            </a:lvl1pPr>
            <a:lvl2pPr>
              <a:defRPr sz="9450" b="1">
                <a:solidFill>
                  <a:srgbClr val="00734B"/>
                </a:solidFill>
                <a:latin typeface="Arial"/>
                <a:ea typeface="Arial"/>
                <a:cs typeface="Arial"/>
              </a:defRPr>
            </a:lvl2pPr>
            <a:lvl3pPr>
              <a:defRPr sz="9450" b="1">
                <a:solidFill>
                  <a:srgbClr val="00734B"/>
                </a:solidFill>
                <a:latin typeface="Arial"/>
                <a:ea typeface="Arial"/>
                <a:cs typeface="Arial"/>
              </a:defRPr>
            </a:lvl3pPr>
            <a:lvl4pPr>
              <a:defRPr sz="9450" b="1">
                <a:solidFill>
                  <a:srgbClr val="00734B"/>
                </a:solidFill>
                <a:latin typeface="Arial"/>
                <a:ea typeface="Arial"/>
                <a:cs typeface="Arial"/>
              </a:defRPr>
            </a:lvl4pPr>
            <a:lvl5pPr>
              <a:defRPr sz="9450" b="1">
                <a:solidFill>
                  <a:srgbClr val="00734B"/>
                </a:solidFill>
                <a:latin typeface="Arial"/>
                <a:ea typeface="Arial"/>
                <a:cs typeface="Arial"/>
              </a:defRPr>
            </a:lvl5pPr>
            <a:lvl6pPr>
              <a:defRPr sz="9450" b="1">
                <a:solidFill>
                  <a:srgbClr val="00734B"/>
                </a:solidFill>
                <a:latin typeface="Arial"/>
                <a:ea typeface="Arial"/>
                <a:cs typeface="Arial"/>
              </a:defRPr>
            </a:lvl6pPr>
            <a:lvl7pPr>
              <a:defRPr sz="9450" b="1">
                <a:solidFill>
                  <a:srgbClr val="00734B"/>
                </a:solidFill>
                <a:latin typeface="Arial"/>
                <a:ea typeface="Arial"/>
                <a:cs typeface="Arial"/>
              </a:defRPr>
            </a:lvl7pPr>
            <a:lvl8pPr>
              <a:defRPr sz="9450" b="1">
                <a:solidFill>
                  <a:srgbClr val="00734B"/>
                </a:solidFill>
                <a:latin typeface="Arial"/>
                <a:ea typeface="Arial"/>
                <a:cs typeface="Arial"/>
              </a:defRPr>
            </a:lvl8pPr>
            <a:lvl9pPr>
              <a:defRPr sz="9450" b="1">
                <a:solidFill>
                  <a:srgbClr val="00734B"/>
                </a:solidFill>
                <a:latin typeface="Arial"/>
                <a:ea typeface="Arial"/>
                <a:cs typeface="Arial"/>
              </a:defRPr>
            </a:lvl9pPr>
          </a:lstStyle>
          <a:p xmlns:a="http://schemas.openxmlformats.org/drawingml/2006/main">
            <a:pPr>
              <a:defRPr sz="9450" b="1">
                <a:solidFill>
                  <a:srgbClr val="00734B"/>
                </a:solidFill>
                <a:latin typeface="Arial"/>
                <a:ea typeface="Arial"/>
                <a:cs typeface="Arial"/>
              </a:defRPr>
            </a:pPr>
            <a:r>
              <a:rPr sz="9450" b="1">
                <a:solidFill>
                  <a:srgbClr val="00734B"/>
                </a:solidFill>
                <a:latin typeface="Arial"/>
                <a:ea typeface="Arial"/>
                <a:cs typeface="Arial"/>
              </a:rPr>
              <a:t>87,8%</a:t>
            </a:r>
          </a:p>
        </p:txBody>
      </p:sp>
      <p:sp>
        <p:nvSpPr>
          <p:cNvPr id="5" name="text-45">
            <a:extLst xmlns:a="http://schemas.openxmlformats.org/drawingml/2006/main">
              <a:ext uri="{FF2B5EF4-FFF2-40B4-BE49-F238E27FC236}">
                <a16:creationId xmlns:a16="http://schemas.microsoft.com/office/drawing/2014/main" id="{FB89033F-732C-43D2-94E4-91370B6B4662}"/>
              </a:ext>
            </a:extLst>
          </p:cNvPr>
          <p:cNvSpPr>
            <a:spLocks xmlns:a="http://schemas.openxmlformats.org/drawingml/2006/main" noGrp="1"/>
          </p:cNvSpPr>
          <p:nvPr/>
        </p:nvSpPr>
        <p:spPr>
          <a:xfrm xmlns:a="http://schemas.openxmlformats.org/drawingml/2006/main">
            <a:off x="647700" y="3962400"/>
            <a:ext cx="5857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83427"/>
                </a:solidFill>
                <a:latin typeface="Arial"/>
                <a:ea typeface="Arial"/>
                <a:cs typeface="Arial"/>
              </a:defRPr>
            </a:defPPr>
            <a:lvl1pPr>
              <a:defRPr sz="3000" b="1">
                <a:solidFill>
                  <a:srgbClr val="183427"/>
                </a:solidFill>
                <a:latin typeface="Arial"/>
                <a:ea typeface="Arial"/>
                <a:cs typeface="Arial"/>
              </a:defRPr>
            </a:lvl1pPr>
            <a:lvl2pPr>
              <a:defRPr sz="3000" b="1">
                <a:solidFill>
                  <a:srgbClr val="183427"/>
                </a:solidFill>
                <a:latin typeface="Arial"/>
                <a:ea typeface="Arial"/>
                <a:cs typeface="Arial"/>
              </a:defRPr>
            </a:lvl2pPr>
            <a:lvl3pPr>
              <a:defRPr sz="3000" b="1">
                <a:solidFill>
                  <a:srgbClr val="183427"/>
                </a:solidFill>
                <a:latin typeface="Arial"/>
                <a:ea typeface="Arial"/>
                <a:cs typeface="Arial"/>
              </a:defRPr>
            </a:lvl3pPr>
            <a:lvl4pPr>
              <a:defRPr sz="3000" b="1">
                <a:solidFill>
                  <a:srgbClr val="183427"/>
                </a:solidFill>
                <a:latin typeface="Arial"/>
                <a:ea typeface="Arial"/>
                <a:cs typeface="Arial"/>
              </a:defRPr>
            </a:lvl4pPr>
            <a:lvl5pPr>
              <a:defRPr sz="3000" b="1">
                <a:solidFill>
                  <a:srgbClr val="183427"/>
                </a:solidFill>
                <a:latin typeface="Arial"/>
                <a:ea typeface="Arial"/>
                <a:cs typeface="Arial"/>
              </a:defRPr>
            </a:lvl5pPr>
            <a:lvl6pPr>
              <a:defRPr sz="3000" b="1">
                <a:solidFill>
                  <a:srgbClr val="183427"/>
                </a:solidFill>
                <a:latin typeface="Arial"/>
                <a:ea typeface="Arial"/>
                <a:cs typeface="Arial"/>
              </a:defRPr>
            </a:lvl6pPr>
            <a:lvl7pPr>
              <a:defRPr sz="3000" b="1">
                <a:solidFill>
                  <a:srgbClr val="183427"/>
                </a:solidFill>
                <a:latin typeface="Arial"/>
                <a:ea typeface="Arial"/>
                <a:cs typeface="Arial"/>
              </a:defRPr>
            </a:lvl7pPr>
            <a:lvl8pPr>
              <a:defRPr sz="3000" b="1">
                <a:solidFill>
                  <a:srgbClr val="183427"/>
                </a:solidFill>
                <a:latin typeface="Arial"/>
                <a:ea typeface="Arial"/>
                <a:cs typeface="Arial"/>
              </a:defRPr>
            </a:lvl8pPr>
            <a:lvl9pPr>
              <a:defRPr sz="3000" b="1">
                <a:solidFill>
                  <a:srgbClr val="183427"/>
                </a:solidFill>
                <a:latin typeface="Arial"/>
                <a:ea typeface="Arial"/>
                <a:cs typeface="Arial"/>
              </a:defRPr>
            </a:lvl9pPr>
          </a:lstStyle>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fără informații despre</a:t>
            </a:r>
          </a:p>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înălțime sau etaje</a:t>
            </a:r>
          </a:p>
        </p:txBody>
      </p:sp>
      <p:sp>
        <p:nvSpPr>
          <p:cNvPr id="6" name="text-46">
            <a:extLst xmlns:a="http://schemas.openxmlformats.org/drawingml/2006/main">
              <a:ext uri="{FF2B5EF4-FFF2-40B4-BE49-F238E27FC236}">
                <a16:creationId xmlns:a16="http://schemas.microsoft.com/office/drawing/2014/main" id="{88E788DE-39D9-43D2-962A-8ADB3755274D}"/>
              </a:ext>
            </a:extLst>
          </p:cNvPr>
          <p:cNvSpPr>
            <a:spLocks xmlns:a="http://schemas.openxmlformats.org/drawingml/2006/main" noGrp="1"/>
          </p:cNvSpPr>
          <p:nvPr/>
        </p:nvSpPr>
        <p:spPr>
          <a:xfrm xmlns:a="http://schemas.openxmlformats.org/drawingml/2006/main">
            <a:off x="647700" y="5305425"/>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53675A"/>
                </a:solidFill>
                <a:latin typeface="Arial"/>
                <a:ea typeface="Arial"/>
                <a:cs typeface="Arial"/>
              </a:defRPr>
            </a:defPPr>
            <a:lvl1pPr>
              <a:defRPr sz="2025" b="0">
                <a:solidFill>
                  <a:srgbClr val="53675A"/>
                </a:solidFill>
                <a:latin typeface="Arial"/>
                <a:ea typeface="Arial"/>
                <a:cs typeface="Arial"/>
              </a:defRPr>
            </a:lvl1pPr>
            <a:lvl2pPr>
              <a:defRPr sz="2025" b="0">
                <a:solidFill>
                  <a:srgbClr val="53675A"/>
                </a:solidFill>
                <a:latin typeface="Arial"/>
                <a:ea typeface="Arial"/>
                <a:cs typeface="Arial"/>
              </a:defRPr>
            </a:lvl2pPr>
            <a:lvl3pPr>
              <a:defRPr sz="2025" b="0">
                <a:solidFill>
                  <a:srgbClr val="53675A"/>
                </a:solidFill>
                <a:latin typeface="Arial"/>
                <a:ea typeface="Arial"/>
                <a:cs typeface="Arial"/>
              </a:defRPr>
            </a:lvl3pPr>
            <a:lvl4pPr>
              <a:defRPr sz="2025" b="0">
                <a:solidFill>
                  <a:srgbClr val="53675A"/>
                </a:solidFill>
                <a:latin typeface="Arial"/>
                <a:ea typeface="Arial"/>
                <a:cs typeface="Arial"/>
              </a:defRPr>
            </a:lvl4pPr>
            <a:lvl5pPr>
              <a:defRPr sz="2025" b="0">
                <a:solidFill>
                  <a:srgbClr val="53675A"/>
                </a:solidFill>
                <a:latin typeface="Arial"/>
                <a:ea typeface="Arial"/>
                <a:cs typeface="Arial"/>
              </a:defRPr>
            </a:lvl5pPr>
            <a:lvl6pPr>
              <a:defRPr sz="2025" b="0">
                <a:solidFill>
                  <a:srgbClr val="53675A"/>
                </a:solidFill>
                <a:latin typeface="Arial"/>
                <a:ea typeface="Arial"/>
                <a:cs typeface="Arial"/>
              </a:defRPr>
            </a:lvl6pPr>
            <a:lvl7pPr>
              <a:defRPr sz="2025" b="0">
                <a:solidFill>
                  <a:srgbClr val="53675A"/>
                </a:solidFill>
                <a:latin typeface="Arial"/>
                <a:ea typeface="Arial"/>
                <a:cs typeface="Arial"/>
              </a:defRPr>
            </a:lvl7pPr>
            <a:lvl8pPr>
              <a:defRPr sz="2025" b="0">
                <a:solidFill>
                  <a:srgbClr val="53675A"/>
                </a:solidFill>
                <a:latin typeface="Arial"/>
                <a:ea typeface="Arial"/>
                <a:cs typeface="Arial"/>
              </a:defRPr>
            </a:lvl8pPr>
            <a:lvl9pPr>
              <a:defRPr sz="2025" b="0">
                <a:solidFill>
                  <a:srgbClr val="53675A"/>
                </a:solidFill>
                <a:latin typeface="Arial"/>
                <a:ea typeface="Arial"/>
                <a:cs typeface="Arial"/>
              </a:defRPr>
            </a:lvl9pPr>
          </a:lstStyle>
          <a:p xmlns:a="http://schemas.openxmlformats.org/drawingml/2006/main">
            <a:pPr>
              <a:defRPr sz="2025" b="0">
                <a:solidFill>
                  <a:srgbClr val="53675A"/>
                </a:solidFill>
                <a:latin typeface="Arial"/>
                <a:ea typeface="Arial"/>
                <a:cs typeface="Arial"/>
              </a:defRPr>
            </a:pPr>
            <a:r>
              <a:rPr sz="2025" b="0">
                <a:solidFill>
                  <a:srgbClr val="53675A"/>
                </a:solidFill>
                <a:latin typeface="Arial"/>
                <a:ea typeface="Arial"/>
                <a:cs typeface="Arial"/>
              </a:rPr>
              <a:t>Pentru a calcula umbra unei clădiri,</a:t>
            </a:r>
          </a:p>
          <a:p xmlns:a="http://schemas.openxmlformats.org/drawingml/2006/main">
            <a:pPr>
              <a:defRPr sz="2025" b="0">
                <a:solidFill>
                  <a:srgbClr val="53675A"/>
                </a:solidFill>
                <a:latin typeface="Arial"/>
                <a:ea typeface="Arial"/>
                <a:cs typeface="Arial"/>
              </a:defRPr>
            </a:pPr>
            <a:r>
              <a:rPr sz="2025" b="0">
                <a:solidFill>
                  <a:srgbClr val="53675A"/>
                </a:solidFill>
                <a:latin typeface="Arial"/>
                <a:ea typeface="Arial"/>
                <a:cs typeface="Arial"/>
              </a:rPr>
              <a:t>avem nevoie și de înălțimea ei.</a:t>
            </a:r>
          </a:p>
        </p:txBody>
      </p:sp>
      <p:sp>
        <p:nvSpPr>
          <p:cNvPr id="7" name="text-47">
            <a:extLst xmlns:a="http://schemas.openxmlformats.org/drawingml/2006/main">
              <a:ext uri="{FF2B5EF4-FFF2-40B4-BE49-F238E27FC236}">
                <a16:creationId xmlns:a16="http://schemas.microsoft.com/office/drawing/2014/main" id="{A2F7425B-D3F6-4F67-B65E-CF879BF97B8A}"/>
              </a:ext>
            </a:extLst>
          </p:cNvPr>
          <p:cNvSpPr>
            <a:spLocks xmlns:a="http://schemas.openxmlformats.org/drawingml/2006/main" noGrp="1"/>
          </p:cNvSpPr>
          <p:nvPr/>
        </p:nvSpPr>
        <p:spPr>
          <a:xfrm xmlns:a="http://schemas.openxmlformats.org/drawingml/2006/main">
            <a:off x="7429500" y="221932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271</a:t>
            </a:r>
          </a:p>
        </p:txBody>
      </p:sp>
      <p:sp>
        <p:nvSpPr>
          <p:cNvPr id="8" name="text-48">
            <a:extLst xmlns:a="http://schemas.openxmlformats.org/drawingml/2006/main">
              <a:ext uri="{FF2B5EF4-FFF2-40B4-BE49-F238E27FC236}">
                <a16:creationId xmlns:a16="http://schemas.microsoft.com/office/drawing/2014/main" id="{95E04CDF-6C24-4668-AD13-B00115DAE935}"/>
              </a:ext>
            </a:extLst>
          </p:cNvPr>
          <p:cNvSpPr>
            <a:spLocks xmlns:a="http://schemas.openxmlformats.org/drawingml/2006/main" noGrp="1"/>
          </p:cNvSpPr>
          <p:nvPr/>
        </p:nvSpPr>
        <p:spPr>
          <a:xfrm xmlns:a="http://schemas.openxmlformats.org/drawingml/2006/main">
            <a:off x="7429500" y="278130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înălțime etichetată</a:t>
            </a:r>
          </a:p>
        </p:txBody>
      </p:sp>
      <p:sp>
        <p:nvSpPr>
          <p:cNvPr id="9" name="shape-49">
            <a:extLst xmlns:a="http://schemas.openxmlformats.org/drawingml/2006/main">
              <a:ext uri="{FF2B5EF4-FFF2-40B4-BE49-F238E27FC236}">
                <a16:creationId xmlns:a16="http://schemas.microsoft.com/office/drawing/2014/main" id="{D797FD44-C878-4A83-B4FC-57D8F3E80328}"/>
              </a:ext>
            </a:extLst>
          </p:cNvPr>
          <p:cNvSpPr>
            <a:spLocks xmlns:a="http://schemas.openxmlformats.org/drawingml/2006/main" noGrp="1"/>
          </p:cNvSpPr>
          <p:nvPr/>
        </p:nvSpPr>
        <p:spPr>
          <a:xfrm xmlns:a="http://schemas.openxmlformats.org/drawingml/2006/main" rot="0">
            <a:off x="7429500" y="3257550"/>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0" name="text-50">
            <a:extLst xmlns:a="http://schemas.openxmlformats.org/drawingml/2006/main">
              <a:ext uri="{FF2B5EF4-FFF2-40B4-BE49-F238E27FC236}">
                <a16:creationId xmlns:a16="http://schemas.microsoft.com/office/drawing/2014/main" id="{B15919A2-12D5-4AD6-B941-B1425C7DF598}"/>
              </a:ext>
            </a:extLst>
          </p:cNvPr>
          <p:cNvSpPr>
            <a:spLocks xmlns:a="http://schemas.openxmlformats.org/drawingml/2006/main" noGrp="1"/>
          </p:cNvSpPr>
          <p:nvPr/>
        </p:nvSpPr>
        <p:spPr>
          <a:xfrm xmlns:a="http://schemas.openxmlformats.org/drawingml/2006/main">
            <a:off x="7429500" y="33718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5.913</a:t>
            </a:r>
          </a:p>
        </p:txBody>
      </p:sp>
      <p:sp>
        <p:nvSpPr>
          <p:cNvPr id="11" name="text-51">
            <a:extLst xmlns:a="http://schemas.openxmlformats.org/drawingml/2006/main">
              <a:ext uri="{FF2B5EF4-FFF2-40B4-BE49-F238E27FC236}">
                <a16:creationId xmlns:a16="http://schemas.microsoft.com/office/drawing/2014/main" id="{8D17DB36-DFE9-4962-BCAB-7B39D39FC046}"/>
              </a:ext>
            </a:extLst>
          </p:cNvPr>
          <p:cNvSpPr>
            <a:spLocks xmlns:a="http://schemas.openxmlformats.org/drawingml/2006/main" noGrp="1"/>
          </p:cNvSpPr>
          <p:nvPr/>
        </p:nvSpPr>
        <p:spPr>
          <a:xfrm xmlns:a="http://schemas.openxmlformats.org/drawingml/2006/main">
            <a:off x="7429500" y="3933825"/>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număr de etaje</a:t>
            </a:r>
          </a:p>
        </p:txBody>
      </p:sp>
      <p:sp>
        <p:nvSpPr>
          <p:cNvPr id="12" name="shape-52">
            <a:extLst xmlns:a="http://schemas.openxmlformats.org/drawingml/2006/main">
              <a:ext uri="{FF2B5EF4-FFF2-40B4-BE49-F238E27FC236}">
                <a16:creationId xmlns:a16="http://schemas.microsoft.com/office/drawing/2014/main" id="{A71F54DB-CB5D-4C09-8DBC-19246C994EB1}"/>
              </a:ext>
            </a:extLst>
          </p:cNvPr>
          <p:cNvSpPr>
            <a:spLocks xmlns:a="http://schemas.openxmlformats.org/drawingml/2006/main" noGrp="1"/>
          </p:cNvSpPr>
          <p:nvPr/>
        </p:nvSpPr>
        <p:spPr>
          <a:xfrm xmlns:a="http://schemas.openxmlformats.org/drawingml/2006/main" rot="0">
            <a:off x="7429500" y="4410075"/>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3" name="text-53">
            <a:extLst xmlns:a="http://schemas.openxmlformats.org/drawingml/2006/main">
              <a:ext uri="{FF2B5EF4-FFF2-40B4-BE49-F238E27FC236}">
                <a16:creationId xmlns:a16="http://schemas.microsoft.com/office/drawing/2014/main" id="{D1B6DE50-84A5-4558-A3BC-E8A82BFE54EF}"/>
              </a:ext>
            </a:extLst>
          </p:cNvPr>
          <p:cNvSpPr>
            <a:spLocks xmlns:a="http://schemas.openxmlformats.org/drawingml/2006/main" noGrp="1"/>
          </p:cNvSpPr>
          <p:nvPr/>
        </p:nvSpPr>
        <p:spPr>
          <a:xfrm xmlns:a="http://schemas.openxmlformats.org/drawingml/2006/main">
            <a:off x="7429500" y="452437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00734B"/>
                </a:solidFill>
                <a:latin typeface="Arial"/>
                <a:ea typeface="Arial"/>
                <a:cs typeface="Arial"/>
              </a:defRPr>
            </a:defPPr>
            <a:lvl1pPr>
              <a:defRPr sz="3375" b="1">
                <a:solidFill>
                  <a:srgbClr val="00734B"/>
                </a:solidFill>
                <a:latin typeface="Arial"/>
                <a:ea typeface="Arial"/>
                <a:cs typeface="Arial"/>
              </a:defRPr>
            </a:lvl1pPr>
            <a:lvl2pPr>
              <a:defRPr sz="3375" b="1">
                <a:solidFill>
                  <a:srgbClr val="00734B"/>
                </a:solidFill>
                <a:latin typeface="Arial"/>
                <a:ea typeface="Arial"/>
                <a:cs typeface="Arial"/>
              </a:defRPr>
            </a:lvl2pPr>
            <a:lvl3pPr>
              <a:defRPr sz="3375" b="1">
                <a:solidFill>
                  <a:srgbClr val="00734B"/>
                </a:solidFill>
                <a:latin typeface="Arial"/>
                <a:ea typeface="Arial"/>
                <a:cs typeface="Arial"/>
              </a:defRPr>
            </a:lvl3pPr>
            <a:lvl4pPr>
              <a:defRPr sz="3375" b="1">
                <a:solidFill>
                  <a:srgbClr val="00734B"/>
                </a:solidFill>
                <a:latin typeface="Arial"/>
                <a:ea typeface="Arial"/>
                <a:cs typeface="Arial"/>
              </a:defRPr>
            </a:lvl4pPr>
            <a:lvl5pPr>
              <a:defRPr sz="3375" b="1">
                <a:solidFill>
                  <a:srgbClr val="00734B"/>
                </a:solidFill>
                <a:latin typeface="Arial"/>
                <a:ea typeface="Arial"/>
                <a:cs typeface="Arial"/>
              </a:defRPr>
            </a:lvl5pPr>
            <a:lvl6pPr>
              <a:defRPr sz="3375" b="1">
                <a:solidFill>
                  <a:srgbClr val="00734B"/>
                </a:solidFill>
                <a:latin typeface="Arial"/>
                <a:ea typeface="Arial"/>
                <a:cs typeface="Arial"/>
              </a:defRPr>
            </a:lvl6pPr>
            <a:lvl7pPr>
              <a:defRPr sz="3375" b="1">
                <a:solidFill>
                  <a:srgbClr val="00734B"/>
                </a:solidFill>
                <a:latin typeface="Arial"/>
                <a:ea typeface="Arial"/>
                <a:cs typeface="Arial"/>
              </a:defRPr>
            </a:lvl7pPr>
            <a:lvl8pPr>
              <a:defRPr sz="3375" b="1">
                <a:solidFill>
                  <a:srgbClr val="00734B"/>
                </a:solidFill>
                <a:latin typeface="Arial"/>
                <a:ea typeface="Arial"/>
                <a:cs typeface="Arial"/>
              </a:defRPr>
            </a:lvl8pPr>
            <a:lvl9pPr>
              <a:defRPr sz="3375" b="1">
                <a:solidFill>
                  <a:srgbClr val="00734B"/>
                </a:solidFill>
                <a:latin typeface="Arial"/>
                <a:ea typeface="Arial"/>
                <a:cs typeface="Arial"/>
              </a:defRPr>
            </a:lvl9pPr>
          </a:lstStyle>
          <a:p xmlns:a="http://schemas.openxmlformats.org/drawingml/2006/main">
            <a:pPr>
              <a:defRPr sz="3375" b="1">
                <a:solidFill>
                  <a:srgbClr val="00734B"/>
                </a:solidFill>
                <a:latin typeface="Arial"/>
                <a:ea typeface="Arial"/>
                <a:cs typeface="Arial"/>
              </a:defRPr>
            </a:pPr>
            <a:r>
              <a:rPr sz="3375" b="1">
                <a:solidFill>
                  <a:srgbClr val="00734B"/>
                </a:solidFill>
                <a:latin typeface="Arial"/>
                <a:ea typeface="Arial"/>
                <a:cs typeface="Arial"/>
              </a:rPr>
              <a:t>45.159</a:t>
            </a:r>
          </a:p>
        </p:txBody>
      </p:sp>
      <p:sp>
        <p:nvSpPr>
          <p:cNvPr id="14" name="text-54">
            <a:extLst xmlns:a="http://schemas.openxmlformats.org/drawingml/2006/main">
              <a:ext uri="{FF2B5EF4-FFF2-40B4-BE49-F238E27FC236}">
                <a16:creationId xmlns:a16="http://schemas.microsoft.com/office/drawing/2014/main" id="{E499E4C6-0961-495C-9683-888CF8D2F419}"/>
              </a:ext>
            </a:extLst>
          </p:cNvPr>
          <p:cNvSpPr>
            <a:spLocks xmlns:a="http://schemas.openxmlformats.org/drawingml/2006/main" noGrp="1"/>
          </p:cNvSpPr>
          <p:nvPr/>
        </p:nvSpPr>
        <p:spPr>
          <a:xfrm xmlns:a="http://schemas.openxmlformats.org/drawingml/2006/main">
            <a:off x="7429500" y="508635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fără informații de înălțime</a:t>
            </a:r>
          </a:p>
        </p:txBody>
      </p:sp>
      <p:sp>
        <p:nvSpPr>
          <p:cNvPr id="15" name="text-55">
            <a:extLst xmlns:a="http://schemas.openxmlformats.org/drawingml/2006/main">
              <a:ext uri="{FF2B5EF4-FFF2-40B4-BE49-F238E27FC236}">
                <a16:creationId xmlns:a16="http://schemas.microsoft.com/office/drawing/2014/main" id="{786FBF5C-BF97-402F-9D8D-988028795219}"/>
              </a:ext>
            </a:extLst>
          </p:cNvPr>
          <p:cNvSpPr>
            <a:spLocks xmlns:a="http://schemas.openxmlformats.org/drawingml/2006/main" noGrp="1"/>
          </p:cNvSpPr>
          <p:nvPr/>
        </p:nvSpPr>
        <p:spPr>
          <a:xfrm xmlns:a="http://schemas.openxmlformats.org/drawingml/2006/main">
            <a:off x="647700" y="6400800"/>
            <a:ext cx="1026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Constanța, Mamaia și Palazu Mare. Alte 85 de contururi nu intră în categoriile de mai sus.</a:t>
            </a:r>
          </a:p>
        </p:txBody>
      </p:sp>
    </p:spTree>
    <p:extLst>
      <p:ext uri="{BB962C8B-B14F-4D97-AF65-F5344CB8AC3E}">
        <p14:creationId xmlns:p14="http://schemas.microsoft.com/office/powerpoint/2010/main" val="1844895402"/>
      </p:ext>
    </p:extLst>
  </p:cSld>
</p:sld>
</file>

<file path=ppt/slides/slide5.xml><?xml version="1.0" encoding="utf-8"?>
<p:sld xmlns:p="http://schemas.openxmlformats.org/presentationml/2006/main">
  <p:cSld>
    <p:bg>
      <p:bgPr>
        <a:solidFill xmlns:a="http://schemas.openxmlformats.org/drawingml/2006/main">
          <a:srgbClr val="DFE9D9"/>
        </a:solidFill>
      </p:bgPr>
    </p:bg>
    <p:spTree>
      <p:nvGrpSpPr>
        <p:cNvPr id="1" name=""/>
        <p:cNvGrpSpPr/>
        <p:nvPr/>
      </p:nvGrpSpPr>
      <p:grpSpPr>
        <a:xfrm xmlns:a="http://schemas.openxmlformats.org/drawingml/2006/main"/>
      </p:grpSpPr>
      <p:sp>
        <p:nvSpPr>
          <p:cNvPr id="17" name="text-56">
            <a:extLst xmlns:a="http://schemas.openxmlformats.org/drawingml/2006/main">
              <a:ext uri="{FF2B5EF4-FFF2-40B4-BE49-F238E27FC236}">
                <a16:creationId xmlns:a16="http://schemas.microsoft.com/office/drawing/2014/main" id="{FBC92D26-DE04-46AA-AF79-688D28A4B98C}"/>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Înălțimea din umbră</a:t>
            </a:r>
          </a:p>
        </p:txBody>
      </p:sp>
      <p:sp>
        <p:nvSpPr>
          <p:cNvPr id="2" name="text-57">
            <a:extLst xmlns:a="http://schemas.openxmlformats.org/drawingml/2006/main">
              <a:ext uri="{FF2B5EF4-FFF2-40B4-BE49-F238E27FC236}">
                <a16:creationId xmlns:a16="http://schemas.microsoft.com/office/drawing/2014/main" id="{482AD103-5F00-4C1F-AC58-3CB045CF956D}"/>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05</a:t>
            </a:r>
          </a:p>
        </p:txBody>
      </p:sp>
      <p:sp>
        <p:nvSpPr>
          <p:cNvPr id="3" name="text-58">
            <a:extLst xmlns:a="http://schemas.openxmlformats.org/drawingml/2006/main">
              <a:ext uri="{FF2B5EF4-FFF2-40B4-BE49-F238E27FC236}">
                <a16:creationId xmlns:a16="http://schemas.microsoft.com/office/drawing/2014/main" id="{63345503-0D8E-4223-BDF9-ABAF2085AF97}"/>
              </a:ext>
            </a:extLst>
          </p:cNvPr>
          <p:cNvSpPr>
            <a:spLocks xmlns:a="http://schemas.openxmlformats.org/drawingml/2006/main" noGrp="1"/>
          </p:cNvSpPr>
          <p:nvPr/>
        </p:nvSpPr>
        <p:spPr>
          <a:xfrm xmlns:a="http://schemas.openxmlformats.org/drawingml/2006/main">
            <a:off x="6819900" y="22288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650" b="1">
                <a:solidFill>
                  <a:srgbClr val="143B2C"/>
                </a:solidFill>
                <a:latin typeface="Arial"/>
                <a:ea typeface="Arial"/>
                <a:cs typeface="Arial"/>
              </a:defRPr>
            </a:defPPr>
            <a:lvl1pPr>
              <a:defRPr sz="4650" b="1">
                <a:solidFill>
                  <a:srgbClr val="143B2C"/>
                </a:solidFill>
                <a:latin typeface="Arial"/>
                <a:ea typeface="Arial"/>
                <a:cs typeface="Arial"/>
              </a:defRPr>
            </a:lvl1pPr>
            <a:lvl2pPr>
              <a:defRPr sz="4650" b="1">
                <a:solidFill>
                  <a:srgbClr val="143B2C"/>
                </a:solidFill>
                <a:latin typeface="Arial"/>
                <a:ea typeface="Arial"/>
                <a:cs typeface="Arial"/>
              </a:defRPr>
            </a:lvl2pPr>
            <a:lvl3pPr>
              <a:defRPr sz="4650" b="1">
                <a:solidFill>
                  <a:srgbClr val="143B2C"/>
                </a:solidFill>
                <a:latin typeface="Arial"/>
                <a:ea typeface="Arial"/>
                <a:cs typeface="Arial"/>
              </a:defRPr>
            </a:lvl3pPr>
            <a:lvl4pPr>
              <a:defRPr sz="4650" b="1">
                <a:solidFill>
                  <a:srgbClr val="143B2C"/>
                </a:solidFill>
                <a:latin typeface="Arial"/>
                <a:ea typeface="Arial"/>
                <a:cs typeface="Arial"/>
              </a:defRPr>
            </a:lvl4pPr>
            <a:lvl5pPr>
              <a:defRPr sz="4650" b="1">
                <a:solidFill>
                  <a:srgbClr val="143B2C"/>
                </a:solidFill>
                <a:latin typeface="Arial"/>
                <a:ea typeface="Arial"/>
                <a:cs typeface="Arial"/>
              </a:defRPr>
            </a:lvl5pPr>
            <a:lvl6pPr>
              <a:defRPr sz="4650" b="1">
                <a:solidFill>
                  <a:srgbClr val="143B2C"/>
                </a:solidFill>
                <a:latin typeface="Arial"/>
                <a:ea typeface="Arial"/>
                <a:cs typeface="Arial"/>
              </a:defRPr>
            </a:lvl6pPr>
            <a:lvl7pPr>
              <a:defRPr sz="4650" b="1">
                <a:solidFill>
                  <a:srgbClr val="143B2C"/>
                </a:solidFill>
                <a:latin typeface="Arial"/>
                <a:ea typeface="Arial"/>
                <a:cs typeface="Arial"/>
              </a:defRPr>
            </a:lvl7pPr>
            <a:lvl8pPr>
              <a:defRPr sz="4650" b="1">
                <a:solidFill>
                  <a:srgbClr val="143B2C"/>
                </a:solidFill>
                <a:latin typeface="Arial"/>
                <a:ea typeface="Arial"/>
                <a:cs typeface="Arial"/>
              </a:defRPr>
            </a:lvl8pPr>
            <a:lvl9pPr>
              <a:defRPr sz="4650" b="1">
                <a:solidFill>
                  <a:srgbClr val="143B2C"/>
                </a:solidFill>
                <a:latin typeface="Arial"/>
                <a:ea typeface="Arial"/>
                <a:cs typeface="Arial"/>
              </a:defRPr>
            </a:lvl9pPr>
          </a:lstStyle>
          <a:p xmlns:a="http://schemas.openxmlformats.org/drawingml/2006/main">
            <a:pPr>
              <a:defRPr sz="4650" b="1">
                <a:solidFill>
                  <a:srgbClr val="143B2C"/>
                </a:solidFill>
                <a:latin typeface="Arial"/>
                <a:ea typeface="Arial"/>
                <a:cs typeface="Arial"/>
              </a:defRPr>
            </a:pPr>
            <a:r>
              <a:rPr sz="4650" b="1">
                <a:solidFill>
                  <a:srgbClr val="143B2C"/>
                </a:solidFill>
                <a:latin typeface="Arial"/>
                <a:ea typeface="Arial"/>
                <a:cs typeface="Arial"/>
              </a:rPr>
              <a:t>h = L × tan(e)</a:t>
            </a:r>
          </a:p>
        </p:txBody>
      </p:sp>
      <p:sp>
        <p:nvSpPr>
          <p:cNvPr id="4" name="text-59">
            <a:extLst xmlns:a="http://schemas.openxmlformats.org/drawingml/2006/main">
              <a:ext uri="{FF2B5EF4-FFF2-40B4-BE49-F238E27FC236}">
                <a16:creationId xmlns:a16="http://schemas.microsoft.com/office/drawing/2014/main" id="{7E1D00B1-B513-4AED-BCEC-0F29326E42C6}"/>
              </a:ext>
            </a:extLst>
          </p:cNvPr>
          <p:cNvSpPr>
            <a:spLocks xmlns:a="http://schemas.openxmlformats.org/drawingml/2006/main" noGrp="1"/>
          </p:cNvSpPr>
          <p:nvPr/>
        </p:nvSpPr>
        <p:spPr>
          <a:xfrm xmlns:a="http://schemas.openxmlformats.org/drawingml/2006/main">
            <a:off x="6858000" y="3362325"/>
            <a:ext cx="4476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183427"/>
                </a:solidFill>
                <a:latin typeface="Arial"/>
                <a:ea typeface="Arial"/>
                <a:cs typeface="Arial"/>
              </a:defRPr>
            </a:defPPr>
            <a:lvl1pPr>
              <a:defRPr sz="2325" b="0">
                <a:solidFill>
                  <a:srgbClr val="183427"/>
                </a:solidFill>
                <a:latin typeface="Arial"/>
                <a:ea typeface="Arial"/>
                <a:cs typeface="Arial"/>
              </a:defRPr>
            </a:lvl1pPr>
            <a:lvl2pPr>
              <a:defRPr sz="2325" b="0">
                <a:solidFill>
                  <a:srgbClr val="183427"/>
                </a:solidFill>
                <a:latin typeface="Arial"/>
                <a:ea typeface="Arial"/>
                <a:cs typeface="Arial"/>
              </a:defRPr>
            </a:lvl2pPr>
            <a:lvl3pPr>
              <a:defRPr sz="2325" b="0">
                <a:solidFill>
                  <a:srgbClr val="183427"/>
                </a:solidFill>
                <a:latin typeface="Arial"/>
                <a:ea typeface="Arial"/>
                <a:cs typeface="Arial"/>
              </a:defRPr>
            </a:lvl3pPr>
            <a:lvl4pPr>
              <a:defRPr sz="2325" b="0">
                <a:solidFill>
                  <a:srgbClr val="183427"/>
                </a:solidFill>
                <a:latin typeface="Arial"/>
                <a:ea typeface="Arial"/>
                <a:cs typeface="Arial"/>
              </a:defRPr>
            </a:lvl4pPr>
            <a:lvl5pPr>
              <a:defRPr sz="2325" b="0">
                <a:solidFill>
                  <a:srgbClr val="183427"/>
                </a:solidFill>
                <a:latin typeface="Arial"/>
                <a:ea typeface="Arial"/>
                <a:cs typeface="Arial"/>
              </a:defRPr>
            </a:lvl5pPr>
            <a:lvl6pPr>
              <a:defRPr sz="2325" b="0">
                <a:solidFill>
                  <a:srgbClr val="183427"/>
                </a:solidFill>
                <a:latin typeface="Arial"/>
                <a:ea typeface="Arial"/>
                <a:cs typeface="Arial"/>
              </a:defRPr>
            </a:lvl6pPr>
            <a:lvl7pPr>
              <a:defRPr sz="2325" b="0">
                <a:solidFill>
                  <a:srgbClr val="183427"/>
                </a:solidFill>
                <a:latin typeface="Arial"/>
                <a:ea typeface="Arial"/>
                <a:cs typeface="Arial"/>
              </a:defRPr>
            </a:lvl7pPr>
            <a:lvl8pPr>
              <a:defRPr sz="2325" b="0">
                <a:solidFill>
                  <a:srgbClr val="183427"/>
                </a:solidFill>
                <a:latin typeface="Arial"/>
                <a:ea typeface="Arial"/>
                <a:cs typeface="Arial"/>
              </a:defRPr>
            </a:lvl8pPr>
            <a:lvl9pPr>
              <a:defRPr sz="2325" b="0">
                <a:solidFill>
                  <a:srgbClr val="183427"/>
                </a:solidFill>
                <a:latin typeface="Arial"/>
                <a:ea typeface="Arial"/>
                <a:cs typeface="Arial"/>
              </a:defRPr>
            </a:lvl9pPr>
          </a:lstStyle>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L: lungimea umbrei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e: unghiul Soarelui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h: înălțimea clădirii</a:t>
            </a:r>
          </a:p>
        </p:txBody>
      </p:sp>
      <p:sp>
        <p:nvSpPr>
          <p:cNvPr id="5" name="text-60">
            <a:extLst xmlns:a="http://schemas.openxmlformats.org/drawingml/2006/main">
              <a:ext uri="{FF2B5EF4-FFF2-40B4-BE49-F238E27FC236}">
                <a16:creationId xmlns:a16="http://schemas.microsoft.com/office/drawing/2014/main" id="{67145A5E-DE5B-4CD9-8C0E-DADF6DE54F66}"/>
              </a:ext>
            </a:extLst>
          </p:cNvPr>
          <p:cNvSpPr>
            <a:spLocks xmlns:a="http://schemas.openxmlformats.org/drawingml/2006/main" noGrp="1"/>
          </p:cNvSpPr>
          <p:nvPr/>
        </p:nvSpPr>
        <p:spPr>
          <a:xfrm xmlns:a="http://schemas.openxmlformats.org/drawingml/2006/main">
            <a:off x="6858000" y="5000625"/>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Locul, data și ora</a:t>
            </a:r>
          </a:p>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ne dau unghiul e.</a:t>
            </a:r>
          </a:p>
        </p:txBody>
      </p:sp>
      <p:sp>
        <p:nvSpPr>
          <p:cNvPr id="6" name="shape-61">
            <a:extLst xmlns:a="http://schemas.openxmlformats.org/drawingml/2006/main">
              <a:ext uri="{FF2B5EF4-FFF2-40B4-BE49-F238E27FC236}">
                <a16:creationId xmlns:a16="http://schemas.microsoft.com/office/drawing/2014/main" id="{F0FD7F41-A79A-4AA4-AC95-C1B40FC47130}"/>
              </a:ext>
            </a:extLst>
          </p:cNvPr>
          <p:cNvSpPr>
            <a:spLocks xmlns:a="http://schemas.openxmlformats.org/drawingml/2006/main" noGrp="1"/>
          </p:cNvSpPr>
          <p:nvPr/>
        </p:nvSpPr>
        <p:spPr>
          <a:xfrm xmlns:a="http://schemas.openxmlformats.org/drawingml/2006/main" rot="0">
            <a:off x="1209675" y="2495550"/>
            <a:ext cx="1047750" cy="2295525"/>
          </a:xfrm>
          <a:prstGeom xmlns:a="http://schemas.openxmlformats.org/drawingml/2006/main" prst="rect">
            <a:avLst/>
          </a:prstGeom>
          <a:solidFill xmlns:a="http://schemas.openxmlformats.org/drawingml/2006/main">
            <a:srgbClr val="FAF8F1"/>
          </a:solidFill>
          <a:ln xmlns:a="http://schemas.openxmlformats.org/drawingml/2006/main" w="28575">
            <a:solidFill>
              <a:srgbClr val="143B2C"/>
            </a:solidFill>
            <a:prstDash val="solid"/>
          </a:ln>
        </p:spPr>
      </p:sp>
      <p:sp>
        <p:nvSpPr>
          <p:cNvPr id="7" name="shape-62">
            <a:extLst xmlns:a="http://schemas.openxmlformats.org/drawingml/2006/main">
              <a:ext uri="{FF2B5EF4-FFF2-40B4-BE49-F238E27FC236}">
                <a16:creationId xmlns:a16="http://schemas.microsoft.com/office/drawing/2014/main" id="{FD67C7C9-670E-4DE1-9660-28DF8D237D5D}"/>
              </a:ext>
            </a:extLst>
          </p:cNvPr>
          <p:cNvSpPr>
            <a:spLocks xmlns:a="http://schemas.openxmlformats.org/drawingml/2006/main" noGrp="1"/>
          </p:cNvSpPr>
          <p:nvPr/>
        </p:nvSpPr>
        <p:spPr>
          <a:xfrm xmlns:a="http://schemas.openxmlformats.org/drawingml/2006/main" rot="0">
            <a:off x="714375" y="4795838"/>
            <a:ext cx="5467350" cy="28575"/>
          </a:xfrm>
          <a:prstGeom xmlns:a="http://schemas.openxmlformats.org/drawingml/2006/main" prst="rect">
            <a:avLst/>
          </a:prstGeom>
          <a:solidFill xmlns:a="http://schemas.openxmlformats.org/drawingml/2006/main">
            <a:srgbClr val="53675A"/>
          </a:solidFill>
          <a:ln xmlns:a="http://schemas.openxmlformats.org/drawingml/2006/main" w="0">
            <a:noFill/>
            <a:prstDash val="solid"/>
          </a:ln>
        </p:spPr>
      </p:sp>
      <p:sp>
        <p:nvSpPr>
          <p:cNvPr id="8" name="shape-63">
            <a:extLst xmlns:a="http://schemas.openxmlformats.org/drawingml/2006/main">
              <a:ext uri="{FF2B5EF4-FFF2-40B4-BE49-F238E27FC236}">
                <a16:creationId xmlns:a16="http://schemas.microsoft.com/office/drawing/2014/main" id="{BE47167A-7BE0-4A27-AC3A-B374F388AF9F}"/>
              </a:ext>
            </a:extLst>
          </p:cNvPr>
          <p:cNvSpPr>
            <a:spLocks xmlns:a="http://schemas.openxmlformats.org/drawingml/2006/main" noGrp="1"/>
          </p:cNvSpPr>
          <p:nvPr/>
        </p:nvSpPr>
        <p:spPr>
          <a:xfrm xmlns:a="http://schemas.openxmlformats.org/drawingml/2006/main" rot="1972121">
            <a:off x="1091944" y="3390900"/>
            <a:ext cx="5159887" cy="38100"/>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9" name="shape-64">
            <a:extLst xmlns:a="http://schemas.openxmlformats.org/drawingml/2006/main">
              <a:ext uri="{FF2B5EF4-FFF2-40B4-BE49-F238E27FC236}">
                <a16:creationId xmlns:a16="http://schemas.microsoft.com/office/drawing/2014/main" id="{E609E240-C76D-4F4F-AF05-D85BE43D0BE3}"/>
              </a:ext>
            </a:extLst>
          </p:cNvPr>
          <p:cNvSpPr>
            <a:spLocks xmlns:a="http://schemas.openxmlformats.org/drawingml/2006/main" noGrp="1"/>
          </p:cNvSpPr>
          <p:nvPr/>
        </p:nvSpPr>
        <p:spPr>
          <a:xfrm xmlns:a="http://schemas.openxmlformats.org/drawingml/2006/main" rot="0">
            <a:off x="2257425" y="4810125"/>
            <a:ext cx="3581400" cy="1143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shape-65">
            <a:extLst xmlns:a="http://schemas.openxmlformats.org/drawingml/2006/main">
              <a:ext uri="{FF2B5EF4-FFF2-40B4-BE49-F238E27FC236}">
                <a16:creationId xmlns:a16="http://schemas.microsoft.com/office/drawing/2014/main" id="{8ABF4A80-B274-477B-8606-F5E10484D71C}"/>
              </a:ext>
            </a:extLst>
          </p:cNvPr>
          <p:cNvSpPr>
            <a:spLocks xmlns:a="http://schemas.openxmlformats.org/drawingml/2006/main" noGrp="1"/>
          </p:cNvSpPr>
          <p:nvPr/>
        </p:nvSpPr>
        <p:spPr>
          <a:xfrm xmlns:a="http://schemas.openxmlformats.org/drawingml/2006/main" rot="5400000">
            <a:off x="-185737" y="3633788"/>
            <a:ext cx="2295525" cy="1905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1" name="text-66">
            <a:extLst xmlns:a="http://schemas.openxmlformats.org/drawingml/2006/main">
              <a:ext uri="{FF2B5EF4-FFF2-40B4-BE49-F238E27FC236}">
                <a16:creationId xmlns:a16="http://schemas.microsoft.com/office/drawing/2014/main" id="{1B392BF8-B856-47F4-AC41-CF66534CCD36}"/>
              </a:ext>
            </a:extLst>
          </p:cNvPr>
          <p:cNvSpPr>
            <a:spLocks xmlns:a="http://schemas.openxmlformats.org/drawingml/2006/main" noGrp="1"/>
          </p:cNvSpPr>
          <p:nvPr/>
        </p:nvSpPr>
        <p:spPr>
          <a:xfrm xmlns:a="http://schemas.openxmlformats.org/drawingml/2006/main">
            <a:off x="619125" y="3419475"/>
            <a:ext cx="36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00734B"/>
                </a:solidFill>
                <a:latin typeface="Arial"/>
                <a:ea typeface="Arial"/>
                <a:cs typeface="Arial"/>
              </a:defRPr>
            </a:defPPr>
            <a:lvl1pPr>
              <a:defRPr sz="2775" b="1">
                <a:solidFill>
                  <a:srgbClr val="00734B"/>
                </a:solidFill>
                <a:latin typeface="Arial"/>
                <a:ea typeface="Arial"/>
                <a:cs typeface="Arial"/>
              </a:defRPr>
            </a:lvl1pPr>
            <a:lvl2pPr>
              <a:defRPr sz="2775" b="1">
                <a:solidFill>
                  <a:srgbClr val="00734B"/>
                </a:solidFill>
                <a:latin typeface="Arial"/>
                <a:ea typeface="Arial"/>
                <a:cs typeface="Arial"/>
              </a:defRPr>
            </a:lvl2pPr>
            <a:lvl3pPr>
              <a:defRPr sz="2775" b="1">
                <a:solidFill>
                  <a:srgbClr val="00734B"/>
                </a:solidFill>
                <a:latin typeface="Arial"/>
                <a:ea typeface="Arial"/>
                <a:cs typeface="Arial"/>
              </a:defRPr>
            </a:lvl3pPr>
            <a:lvl4pPr>
              <a:defRPr sz="2775" b="1">
                <a:solidFill>
                  <a:srgbClr val="00734B"/>
                </a:solidFill>
                <a:latin typeface="Arial"/>
                <a:ea typeface="Arial"/>
                <a:cs typeface="Arial"/>
              </a:defRPr>
            </a:lvl4pPr>
            <a:lvl5pPr>
              <a:defRPr sz="2775" b="1">
                <a:solidFill>
                  <a:srgbClr val="00734B"/>
                </a:solidFill>
                <a:latin typeface="Arial"/>
                <a:ea typeface="Arial"/>
                <a:cs typeface="Arial"/>
              </a:defRPr>
            </a:lvl5pPr>
            <a:lvl6pPr>
              <a:defRPr sz="2775" b="1">
                <a:solidFill>
                  <a:srgbClr val="00734B"/>
                </a:solidFill>
                <a:latin typeface="Arial"/>
                <a:ea typeface="Arial"/>
                <a:cs typeface="Arial"/>
              </a:defRPr>
            </a:lvl6pPr>
            <a:lvl7pPr>
              <a:defRPr sz="2775" b="1">
                <a:solidFill>
                  <a:srgbClr val="00734B"/>
                </a:solidFill>
                <a:latin typeface="Arial"/>
                <a:ea typeface="Arial"/>
                <a:cs typeface="Arial"/>
              </a:defRPr>
            </a:lvl7pPr>
            <a:lvl8pPr>
              <a:defRPr sz="2775" b="1">
                <a:solidFill>
                  <a:srgbClr val="00734B"/>
                </a:solidFill>
                <a:latin typeface="Arial"/>
                <a:ea typeface="Arial"/>
                <a:cs typeface="Arial"/>
              </a:defRPr>
            </a:lvl8pPr>
            <a:lvl9pPr>
              <a:defRPr sz="2775" b="1">
                <a:solidFill>
                  <a:srgbClr val="00734B"/>
                </a:solidFill>
                <a:latin typeface="Arial"/>
                <a:ea typeface="Arial"/>
                <a:cs typeface="Arial"/>
              </a:defRPr>
            </a:lvl9pPr>
          </a:lstStyle>
          <a:p xmlns:a="http://schemas.openxmlformats.org/drawingml/2006/main">
            <a:pPr>
              <a:defRPr sz="2775" b="1">
                <a:solidFill>
                  <a:srgbClr val="00734B"/>
                </a:solidFill>
                <a:latin typeface="Arial"/>
                <a:ea typeface="Arial"/>
                <a:cs typeface="Arial"/>
              </a:defRPr>
            </a:pPr>
            <a:r>
              <a:rPr sz="2775" b="1">
                <a:solidFill>
                  <a:srgbClr val="00734B"/>
                </a:solidFill>
                <a:latin typeface="Arial"/>
                <a:ea typeface="Arial"/>
                <a:cs typeface="Arial"/>
              </a:rPr>
              <a:t>h</a:t>
            </a:r>
          </a:p>
        </p:txBody>
      </p:sp>
      <p:sp>
        <p:nvSpPr>
          <p:cNvPr id="12" name="text-67">
            <a:extLst xmlns:a="http://schemas.openxmlformats.org/drawingml/2006/main">
              <a:ext uri="{FF2B5EF4-FFF2-40B4-BE49-F238E27FC236}">
                <a16:creationId xmlns:a16="http://schemas.microsoft.com/office/drawing/2014/main" id="{83B60E89-970B-45DC-8BDB-815AB15675FB}"/>
              </a:ext>
            </a:extLst>
          </p:cNvPr>
          <p:cNvSpPr>
            <a:spLocks xmlns:a="http://schemas.openxmlformats.org/drawingml/2006/main" noGrp="1"/>
          </p:cNvSpPr>
          <p:nvPr/>
        </p:nvSpPr>
        <p:spPr>
          <a:xfrm xmlns:a="http://schemas.openxmlformats.org/drawingml/2006/main">
            <a:off x="3924300" y="5133975"/>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34B"/>
                </a:solidFill>
                <a:latin typeface="Arial"/>
                <a:ea typeface="Arial"/>
                <a:cs typeface="Arial"/>
              </a:defRPr>
            </a:defPPr>
            <a:lvl1pPr>
              <a:defRPr sz="2550" b="1">
                <a:solidFill>
                  <a:srgbClr val="00734B"/>
                </a:solidFill>
                <a:latin typeface="Arial"/>
                <a:ea typeface="Arial"/>
                <a:cs typeface="Arial"/>
              </a:defRPr>
            </a:lvl1pPr>
            <a:lvl2pPr>
              <a:defRPr sz="2550" b="1">
                <a:solidFill>
                  <a:srgbClr val="00734B"/>
                </a:solidFill>
                <a:latin typeface="Arial"/>
                <a:ea typeface="Arial"/>
                <a:cs typeface="Arial"/>
              </a:defRPr>
            </a:lvl2pPr>
            <a:lvl3pPr>
              <a:defRPr sz="2550" b="1">
                <a:solidFill>
                  <a:srgbClr val="00734B"/>
                </a:solidFill>
                <a:latin typeface="Arial"/>
                <a:ea typeface="Arial"/>
                <a:cs typeface="Arial"/>
              </a:defRPr>
            </a:lvl3pPr>
            <a:lvl4pPr>
              <a:defRPr sz="2550" b="1">
                <a:solidFill>
                  <a:srgbClr val="00734B"/>
                </a:solidFill>
                <a:latin typeface="Arial"/>
                <a:ea typeface="Arial"/>
                <a:cs typeface="Arial"/>
              </a:defRPr>
            </a:lvl4pPr>
            <a:lvl5pPr>
              <a:defRPr sz="2550" b="1">
                <a:solidFill>
                  <a:srgbClr val="00734B"/>
                </a:solidFill>
                <a:latin typeface="Arial"/>
                <a:ea typeface="Arial"/>
                <a:cs typeface="Arial"/>
              </a:defRPr>
            </a:lvl5pPr>
            <a:lvl6pPr>
              <a:defRPr sz="2550" b="1">
                <a:solidFill>
                  <a:srgbClr val="00734B"/>
                </a:solidFill>
                <a:latin typeface="Arial"/>
                <a:ea typeface="Arial"/>
                <a:cs typeface="Arial"/>
              </a:defRPr>
            </a:lvl6pPr>
            <a:lvl7pPr>
              <a:defRPr sz="2550" b="1">
                <a:solidFill>
                  <a:srgbClr val="00734B"/>
                </a:solidFill>
                <a:latin typeface="Arial"/>
                <a:ea typeface="Arial"/>
                <a:cs typeface="Arial"/>
              </a:defRPr>
            </a:lvl7pPr>
            <a:lvl8pPr>
              <a:defRPr sz="2550" b="1">
                <a:solidFill>
                  <a:srgbClr val="00734B"/>
                </a:solidFill>
                <a:latin typeface="Arial"/>
                <a:ea typeface="Arial"/>
                <a:cs typeface="Arial"/>
              </a:defRPr>
            </a:lvl8pPr>
            <a:lvl9pPr>
              <a:defRPr sz="2550" b="1">
                <a:solidFill>
                  <a:srgbClr val="00734B"/>
                </a:solidFill>
                <a:latin typeface="Arial"/>
                <a:ea typeface="Arial"/>
                <a:cs typeface="Arial"/>
              </a:defRPr>
            </a:lvl9pPr>
          </a:lstStyle>
          <a:p xmlns:a="http://schemas.openxmlformats.org/drawingml/2006/main">
            <a:pPr>
              <a:defRPr sz="2550" b="1">
                <a:solidFill>
                  <a:srgbClr val="00734B"/>
                </a:solidFill>
                <a:latin typeface="Arial"/>
                <a:ea typeface="Arial"/>
                <a:cs typeface="Arial"/>
              </a:defRPr>
            </a:pPr>
            <a:r>
              <a:rPr sz="2550" b="1">
                <a:solidFill>
                  <a:srgbClr val="00734B"/>
                </a:solidFill>
                <a:latin typeface="Arial"/>
                <a:ea typeface="Arial"/>
                <a:cs typeface="Arial"/>
              </a:rPr>
              <a:t>L</a:t>
            </a:r>
          </a:p>
        </p:txBody>
      </p:sp>
      <p:sp>
        <p:nvSpPr>
          <p:cNvPr id="13" name="text-68">
            <a:extLst xmlns:a="http://schemas.openxmlformats.org/drawingml/2006/main">
              <a:ext uri="{FF2B5EF4-FFF2-40B4-BE49-F238E27FC236}">
                <a16:creationId xmlns:a16="http://schemas.microsoft.com/office/drawing/2014/main" id="{C500DDD4-08E9-475C-B424-474DA1CC1970}"/>
              </a:ext>
            </a:extLst>
          </p:cNvPr>
          <p:cNvSpPr>
            <a:spLocks xmlns:a="http://schemas.openxmlformats.org/drawingml/2006/main" noGrp="1"/>
          </p:cNvSpPr>
          <p:nvPr/>
        </p:nvSpPr>
        <p:spPr>
          <a:xfrm xmlns:a="http://schemas.openxmlformats.org/drawingml/2006/main">
            <a:off x="5238750" y="4438650"/>
            <a:ext cx="333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00734B"/>
                </a:solidFill>
                <a:latin typeface="Arial"/>
                <a:ea typeface="Arial"/>
                <a:cs typeface="Arial"/>
              </a:defRPr>
            </a:defPPr>
            <a:lvl1pPr>
              <a:defRPr sz="1875" b="1">
                <a:solidFill>
                  <a:srgbClr val="00734B"/>
                </a:solidFill>
                <a:latin typeface="Arial"/>
                <a:ea typeface="Arial"/>
                <a:cs typeface="Arial"/>
              </a:defRPr>
            </a:lvl1pPr>
            <a:lvl2pPr>
              <a:defRPr sz="1875" b="1">
                <a:solidFill>
                  <a:srgbClr val="00734B"/>
                </a:solidFill>
                <a:latin typeface="Arial"/>
                <a:ea typeface="Arial"/>
                <a:cs typeface="Arial"/>
              </a:defRPr>
            </a:lvl2pPr>
            <a:lvl3pPr>
              <a:defRPr sz="1875" b="1">
                <a:solidFill>
                  <a:srgbClr val="00734B"/>
                </a:solidFill>
                <a:latin typeface="Arial"/>
                <a:ea typeface="Arial"/>
                <a:cs typeface="Arial"/>
              </a:defRPr>
            </a:lvl3pPr>
            <a:lvl4pPr>
              <a:defRPr sz="1875" b="1">
                <a:solidFill>
                  <a:srgbClr val="00734B"/>
                </a:solidFill>
                <a:latin typeface="Arial"/>
                <a:ea typeface="Arial"/>
                <a:cs typeface="Arial"/>
              </a:defRPr>
            </a:lvl4pPr>
            <a:lvl5pPr>
              <a:defRPr sz="1875" b="1">
                <a:solidFill>
                  <a:srgbClr val="00734B"/>
                </a:solidFill>
                <a:latin typeface="Arial"/>
                <a:ea typeface="Arial"/>
                <a:cs typeface="Arial"/>
              </a:defRPr>
            </a:lvl5pPr>
            <a:lvl6pPr>
              <a:defRPr sz="1875" b="1">
                <a:solidFill>
                  <a:srgbClr val="00734B"/>
                </a:solidFill>
                <a:latin typeface="Arial"/>
                <a:ea typeface="Arial"/>
                <a:cs typeface="Arial"/>
              </a:defRPr>
            </a:lvl6pPr>
            <a:lvl7pPr>
              <a:defRPr sz="1875" b="1">
                <a:solidFill>
                  <a:srgbClr val="00734B"/>
                </a:solidFill>
                <a:latin typeface="Arial"/>
                <a:ea typeface="Arial"/>
                <a:cs typeface="Arial"/>
              </a:defRPr>
            </a:lvl7pPr>
            <a:lvl8pPr>
              <a:defRPr sz="1875" b="1">
                <a:solidFill>
                  <a:srgbClr val="00734B"/>
                </a:solidFill>
                <a:latin typeface="Arial"/>
                <a:ea typeface="Arial"/>
                <a:cs typeface="Arial"/>
              </a:defRPr>
            </a:lvl8pPr>
            <a:lvl9pPr>
              <a:defRPr sz="1875" b="1">
                <a:solidFill>
                  <a:srgbClr val="00734B"/>
                </a:solidFill>
                <a:latin typeface="Arial"/>
                <a:ea typeface="Arial"/>
                <a:cs typeface="Arial"/>
              </a:defRPr>
            </a:lvl9pPr>
          </a:lstStyle>
          <a:p xmlns:a="http://schemas.openxmlformats.org/drawingml/2006/main">
            <a:pPr>
              <a:defRPr sz="1875" b="1">
                <a:solidFill>
                  <a:srgbClr val="00734B"/>
                </a:solidFill>
                <a:latin typeface="Arial"/>
                <a:ea typeface="Arial"/>
                <a:cs typeface="Arial"/>
              </a:defRPr>
            </a:pPr>
            <a:r>
              <a:rPr sz="1875" b="1">
                <a:solidFill>
                  <a:srgbClr val="00734B"/>
                </a:solidFill>
                <a:latin typeface="Arial"/>
                <a:ea typeface="Arial"/>
                <a:cs typeface="Arial"/>
              </a:rPr>
              <a:t>e</a:t>
            </a:r>
          </a:p>
        </p:txBody>
      </p:sp>
      <p:sp>
        <p:nvSpPr>
          <p:cNvPr id="14" name="text-69">
            <a:extLst xmlns:a="http://schemas.openxmlformats.org/drawingml/2006/main">
              <a:ext uri="{FF2B5EF4-FFF2-40B4-BE49-F238E27FC236}">
                <a16:creationId xmlns:a16="http://schemas.microsoft.com/office/drawing/2014/main" id="{5573CDB9-D38B-4905-B4D8-F89A08D0CB34}"/>
              </a:ext>
            </a:extLst>
          </p:cNvPr>
          <p:cNvSpPr>
            <a:spLocks xmlns:a="http://schemas.openxmlformats.org/drawingml/2006/main" noGrp="1"/>
          </p:cNvSpPr>
          <p:nvPr/>
        </p:nvSpPr>
        <p:spPr>
          <a:xfrm xmlns:a="http://schemas.openxmlformats.org/drawingml/2006/main">
            <a:off x="3143250" y="2276475"/>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Rază solară</a:t>
            </a:r>
          </a:p>
        </p:txBody>
      </p:sp>
      <p:sp>
        <p:nvSpPr>
          <p:cNvPr id="15" name="text-70">
            <a:extLst xmlns:a="http://schemas.openxmlformats.org/drawingml/2006/main">
              <a:ext uri="{FF2B5EF4-FFF2-40B4-BE49-F238E27FC236}">
                <a16:creationId xmlns:a16="http://schemas.microsoft.com/office/drawing/2014/main" id="{9B093AD7-0A90-410C-B60F-33F853FABF8B}"/>
              </a:ext>
            </a:extLst>
          </p:cNvPr>
          <p:cNvSpPr>
            <a:spLocks xmlns:a="http://schemas.openxmlformats.org/drawingml/2006/main" noGrp="1"/>
          </p:cNvSpPr>
          <p:nvPr/>
        </p:nvSpPr>
        <p:spPr>
          <a:xfrm xmlns:a="http://schemas.openxmlformats.org/drawingml/2006/main">
            <a:off x="666750" y="5676900"/>
            <a:ext cx="6000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83427"/>
                </a:solidFill>
                <a:latin typeface="Arial"/>
                <a:ea typeface="Arial"/>
                <a:cs typeface="Arial"/>
              </a:defRPr>
            </a:defPPr>
            <a:lvl1pPr>
              <a:defRPr sz="1875" b="0">
                <a:solidFill>
                  <a:srgbClr val="183427"/>
                </a:solidFill>
                <a:latin typeface="Arial"/>
                <a:ea typeface="Arial"/>
                <a:cs typeface="Arial"/>
              </a:defRPr>
            </a:lvl1pPr>
            <a:lvl2pPr>
              <a:defRPr sz="1875" b="0">
                <a:solidFill>
                  <a:srgbClr val="183427"/>
                </a:solidFill>
                <a:latin typeface="Arial"/>
                <a:ea typeface="Arial"/>
                <a:cs typeface="Arial"/>
              </a:defRPr>
            </a:lvl2pPr>
            <a:lvl3pPr>
              <a:defRPr sz="1875" b="0">
                <a:solidFill>
                  <a:srgbClr val="183427"/>
                </a:solidFill>
                <a:latin typeface="Arial"/>
                <a:ea typeface="Arial"/>
                <a:cs typeface="Arial"/>
              </a:defRPr>
            </a:lvl3pPr>
            <a:lvl4pPr>
              <a:defRPr sz="1875" b="0">
                <a:solidFill>
                  <a:srgbClr val="183427"/>
                </a:solidFill>
                <a:latin typeface="Arial"/>
                <a:ea typeface="Arial"/>
                <a:cs typeface="Arial"/>
              </a:defRPr>
            </a:lvl4pPr>
            <a:lvl5pPr>
              <a:defRPr sz="1875" b="0">
                <a:solidFill>
                  <a:srgbClr val="183427"/>
                </a:solidFill>
                <a:latin typeface="Arial"/>
                <a:ea typeface="Arial"/>
                <a:cs typeface="Arial"/>
              </a:defRPr>
            </a:lvl5pPr>
            <a:lvl6pPr>
              <a:defRPr sz="1875" b="0">
                <a:solidFill>
                  <a:srgbClr val="183427"/>
                </a:solidFill>
                <a:latin typeface="Arial"/>
                <a:ea typeface="Arial"/>
                <a:cs typeface="Arial"/>
              </a:defRPr>
            </a:lvl6pPr>
            <a:lvl7pPr>
              <a:defRPr sz="1875" b="0">
                <a:solidFill>
                  <a:srgbClr val="183427"/>
                </a:solidFill>
                <a:latin typeface="Arial"/>
                <a:ea typeface="Arial"/>
                <a:cs typeface="Arial"/>
              </a:defRPr>
            </a:lvl7pPr>
            <a:lvl8pPr>
              <a:defRPr sz="1875" b="0">
                <a:solidFill>
                  <a:srgbClr val="183427"/>
                </a:solidFill>
                <a:latin typeface="Arial"/>
                <a:ea typeface="Arial"/>
                <a:cs typeface="Arial"/>
              </a:defRPr>
            </a:lvl8pPr>
            <a:lvl9pPr>
              <a:defRPr sz="1875" b="0">
                <a:solidFill>
                  <a:srgbClr val="183427"/>
                </a:solidFill>
                <a:latin typeface="Arial"/>
                <a:ea typeface="Arial"/>
                <a:cs typeface="Arial"/>
              </a:defRPr>
            </a:lvl9pPr>
          </a:lstStyle>
          <a:p xmlns:a="http://schemas.openxmlformats.org/drawingml/2006/main">
            <a:pPr>
              <a:defRPr sz="1875" b="0">
                <a:solidFill>
                  <a:srgbClr val="183427"/>
                </a:solidFill>
                <a:latin typeface="Arial"/>
                <a:ea typeface="Arial"/>
                <a:cs typeface="Arial"/>
              </a:defRPr>
            </a:pPr>
            <a:r>
              <a:rPr sz="1875" b="0">
                <a:solidFill>
                  <a:srgbClr val="183427"/>
                </a:solidFill>
                <a:latin typeface="Arial"/>
                <a:ea typeface="Arial"/>
                <a:cs typeface="Arial"/>
              </a:rPr>
              <a:t>Ruletă sau laser · GPS · fotografie aeriană</a:t>
            </a:r>
          </a:p>
        </p:txBody>
      </p:sp>
      <p:sp>
        <p:nvSpPr>
          <p:cNvPr id="16" name="text-71">
            <a:extLst xmlns:a="http://schemas.openxmlformats.org/drawingml/2006/main">
              <a:ext uri="{FF2B5EF4-FFF2-40B4-BE49-F238E27FC236}">
                <a16:creationId xmlns:a16="http://schemas.microsoft.com/office/drawing/2014/main" id="{10E663E3-2B2D-4893-83EA-CA5869594A1B}"/>
              </a:ext>
            </a:extLst>
          </p:cNvPr>
          <p:cNvSpPr>
            <a:spLocks xmlns:a="http://schemas.openxmlformats.org/drawingml/2006/main" noGrp="1"/>
          </p:cNvSpPr>
          <p:nvPr/>
        </p:nvSpPr>
        <p:spPr>
          <a:xfrm xmlns:a="http://schemas.openxmlformats.org/drawingml/2006/main">
            <a:off x="6858000" y="622935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Relație geometrică pentru o clădire verticală și teren plan.</a:t>
            </a:r>
          </a:p>
        </p:txBody>
      </p:sp>
    </p:spTree>
    <p:extLst>
      <p:ext uri="{BB962C8B-B14F-4D97-AF65-F5344CB8AC3E}">
        <p14:creationId xmlns:p14="http://schemas.microsoft.com/office/powerpoint/2010/main" val="857310552"/>
      </p:ext>
    </p:extLst>
  </p:cSld>
</p:sld>
</file>

<file path=ppt/slides/slide6.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7" name="text-72">
            <a:extLst xmlns:a="http://schemas.openxmlformats.org/drawingml/2006/main">
              <a:ext uri="{FF2B5EF4-FFF2-40B4-BE49-F238E27FC236}">
                <a16:creationId xmlns:a16="http://schemas.microsoft.com/office/drawing/2014/main" id="{0C5BE58C-5F98-4BD9-B0B5-4AE762968FBE}"/>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Ora măsurării contează</a:t>
            </a:r>
          </a:p>
        </p:txBody>
      </p:sp>
      <p:sp>
        <p:nvSpPr>
          <p:cNvPr id="2" name="text-73">
            <a:extLst xmlns:a="http://schemas.openxmlformats.org/drawingml/2006/main">
              <a:ext uri="{FF2B5EF4-FFF2-40B4-BE49-F238E27FC236}">
                <a16:creationId xmlns:a16="http://schemas.microsoft.com/office/drawing/2014/main" id="{3F34FE57-8117-4962-A9CF-4F5526494A1C}"/>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06</a:t>
            </a:r>
          </a:p>
        </p:txBody>
      </p:sp>
      <p:sp>
        <p:nvSpPr>
          <p:cNvPr id="3" name="text-74">
            <a:extLst xmlns:a="http://schemas.openxmlformats.org/drawingml/2006/main">
              <a:ext uri="{FF2B5EF4-FFF2-40B4-BE49-F238E27FC236}">
                <a16:creationId xmlns:a16="http://schemas.microsoft.com/office/drawing/2014/main" id="{8C9CE248-20EB-4ED4-BAEF-5E8D2D7280D2}"/>
              </a:ext>
            </a:extLst>
          </p:cNvPr>
          <p:cNvSpPr>
            <a:spLocks xmlns:a="http://schemas.openxmlformats.org/drawingml/2006/main" noGrp="1"/>
          </p:cNvSpPr>
          <p:nvPr/>
        </p:nvSpPr>
        <p:spPr>
          <a:xfrm xmlns:a="http://schemas.openxmlformats.org/drawingml/2006/main">
            <a:off x="647700" y="15335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53675A"/>
                </a:solidFill>
                <a:latin typeface="Arial"/>
                <a:ea typeface="Arial"/>
                <a:cs typeface="Arial"/>
              </a:defRPr>
            </a:defPPr>
            <a:lvl1pPr>
              <a:defRPr sz="2400" b="0">
                <a:solidFill>
                  <a:srgbClr val="53675A"/>
                </a:solidFill>
                <a:latin typeface="Arial"/>
                <a:ea typeface="Arial"/>
                <a:cs typeface="Arial"/>
              </a:defRPr>
            </a:lvl1pPr>
            <a:lvl2pPr>
              <a:defRPr sz="2400" b="0">
                <a:solidFill>
                  <a:srgbClr val="53675A"/>
                </a:solidFill>
                <a:latin typeface="Arial"/>
                <a:ea typeface="Arial"/>
                <a:cs typeface="Arial"/>
              </a:defRPr>
            </a:lvl2pPr>
            <a:lvl3pPr>
              <a:defRPr sz="2400" b="0">
                <a:solidFill>
                  <a:srgbClr val="53675A"/>
                </a:solidFill>
                <a:latin typeface="Arial"/>
                <a:ea typeface="Arial"/>
                <a:cs typeface="Arial"/>
              </a:defRPr>
            </a:lvl3pPr>
            <a:lvl4pPr>
              <a:defRPr sz="2400" b="0">
                <a:solidFill>
                  <a:srgbClr val="53675A"/>
                </a:solidFill>
                <a:latin typeface="Arial"/>
                <a:ea typeface="Arial"/>
                <a:cs typeface="Arial"/>
              </a:defRPr>
            </a:lvl4pPr>
            <a:lvl5pPr>
              <a:defRPr sz="2400" b="0">
                <a:solidFill>
                  <a:srgbClr val="53675A"/>
                </a:solidFill>
                <a:latin typeface="Arial"/>
                <a:ea typeface="Arial"/>
                <a:cs typeface="Arial"/>
              </a:defRPr>
            </a:lvl5pPr>
            <a:lvl6pPr>
              <a:defRPr sz="2400" b="0">
                <a:solidFill>
                  <a:srgbClr val="53675A"/>
                </a:solidFill>
                <a:latin typeface="Arial"/>
                <a:ea typeface="Arial"/>
                <a:cs typeface="Arial"/>
              </a:defRPr>
            </a:lvl6pPr>
            <a:lvl7pPr>
              <a:defRPr sz="2400" b="0">
                <a:solidFill>
                  <a:srgbClr val="53675A"/>
                </a:solidFill>
                <a:latin typeface="Arial"/>
                <a:ea typeface="Arial"/>
                <a:cs typeface="Arial"/>
              </a:defRPr>
            </a:lvl7pPr>
            <a:lvl8pPr>
              <a:defRPr sz="2400" b="0">
                <a:solidFill>
                  <a:srgbClr val="53675A"/>
                </a:solidFill>
                <a:latin typeface="Arial"/>
                <a:ea typeface="Arial"/>
                <a:cs typeface="Arial"/>
              </a:defRPr>
            </a:lvl8pPr>
            <a:lvl9pPr>
              <a:defRPr sz="2400" b="0">
                <a:solidFill>
                  <a:srgbClr val="53675A"/>
                </a:solidFill>
                <a:latin typeface="Arial"/>
                <a:ea typeface="Arial"/>
                <a:cs typeface="Arial"/>
              </a:defRPr>
            </a:lvl9pPr>
          </a:lstStyle>
          <a:p xmlns:a="http://schemas.openxmlformats.org/drawingml/2006/main">
            <a:pPr>
              <a:defRPr sz="2400" b="0">
                <a:solidFill>
                  <a:srgbClr val="53675A"/>
                </a:solidFill>
                <a:latin typeface="Arial"/>
                <a:ea typeface="Arial"/>
                <a:cs typeface="Arial"/>
              </a:defRPr>
            </a:pPr>
            <a:r>
              <a:rPr sz="2400" b="0">
                <a:solidFill>
                  <a:srgbClr val="53675A"/>
                </a:solidFill>
                <a:latin typeface="Arial"/>
                <a:ea typeface="Arial"/>
                <a:cs typeface="Arial"/>
              </a:rPr>
              <a:t>Aceeași abatere de ±5 m. Efect diferit asupra înălțimii.</a:t>
            </a:r>
          </a:p>
        </p:txBody>
      </p:sp>
      <p:sp>
        <p:nvSpPr>
          <p:cNvPr id="4" name="shape-75">
            <a:extLst xmlns:a="http://schemas.openxmlformats.org/drawingml/2006/main">
              <a:ext uri="{FF2B5EF4-FFF2-40B4-BE49-F238E27FC236}">
                <a16:creationId xmlns:a16="http://schemas.microsoft.com/office/drawing/2014/main" id="{7327BE5E-4004-429D-A4CC-88B44B0088C6}"/>
              </a:ext>
            </a:extLst>
          </p:cNvPr>
          <p:cNvSpPr>
            <a:spLocks xmlns:a="http://schemas.openxmlformats.org/drawingml/2006/main" noGrp="1"/>
          </p:cNvSpPr>
          <p:nvPr/>
        </p:nvSpPr>
        <p:spPr>
          <a:xfrm xmlns:a="http://schemas.openxmlformats.org/drawingml/2006/main" rot="0">
            <a:off x="857250" y="5257800"/>
            <a:ext cx="5514975" cy="190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5" name="shape-76">
            <a:extLst xmlns:a="http://schemas.openxmlformats.org/drawingml/2006/main">
              <a:ext uri="{FF2B5EF4-FFF2-40B4-BE49-F238E27FC236}">
                <a16:creationId xmlns:a16="http://schemas.microsoft.com/office/drawing/2014/main" id="{0C2AD15C-1927-43F4-B7C3-A37EC11F63FA}"/>
              </a:ext>
            </a:extLst>
          </p:cNvPr>
          <p:cNvSpPr>
            <a:spLocks xmlns:a="http://schemas.openxmlformats.org/drawingml/2006/main" noGrp="1"/>
          </p:cNvSpPr>
          <p:nvPr/>
        </p:nvSpPr>
        <p:spPr>
          <a:xfrm xmlns:a="http://schemas.openxmlformats.org/drawingml/2006/main" rot="0">
            <a:off x="1466850" y="4648200"/>
            <a:ext cx="1323975" cy="609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6" name="text-77">
            <a:extLst xmlns:a="http://schemas.openxmlformats.org/drawingml/2006/main">
              <a:ext uri="{FF2B5EF4-FFF2-40B4-BE49-F238E27FC236}">
                <a16:creationId xmlns:a16="http://schemas.microsoft.com/office/drawing/2014/main" id="{AF79F77F-E31D-4E75-85C3-288C4CBA50D2}"/>
              </a:ext>
            </a:extLst>
          </p:cNvPr>
          <p:cNvSpPr>
            <a:spLocks xmlns:a="http://schemas.openxmlformats.org/drawingml/2006/main" noGrp="1"/>
          </p:cNvSpPr>
          <p:nvPr/>
        </p:nvSpPr>
        <p:spPr>
          <a:xfrm xmlns:a="http://schemas.openxmlformats.org/drawingml/2006/main">
            <a:off x="1314450" y="4114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±3,2 m</a:t>
            </a:r>
          </a:p>
        </p:txBody>
      </p:sp>
      <p:sp>
        <p:nvSpPr>
          <p:cNvPr id="7" name="text-78">
            <a:extLst xmlns:a="http://schemas.openxmlformats.org/drawingml/2006/main">
              <a:ext uri="{FF2B5EF4-FFF2-40B4-BE49-F238E27FC236}">
                <a16:creationId xmlns:a16="http://schemas.microsoft.com/office/drawing/2014/main" id="{8C796D4A-A7D2-4501-A973-A9C7F2CB7B3A}"/>
              </a:ext>
            </a:extLst>
          </p:cNvPr>
          <p:cNvSpPr>
            <a:spLocks xmlns:a="http://schemas.openxmlformats.org/drawingml/2006/main" noGrp="1"/>
          </p:cNvSpPr>
          <p:nvPr/>
        </p:nvSpPr>
        <p:spPr>
          <a:xfrm xmlns:a="http://schemas.openxmlformats.org/drawingml/2006/main">
            <a:off x="113347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27 octombrie, 12:00</a:t>
            </a:r>
          </a:p>
        </p:txBody>
      </p:sp>
      <p:sp>
        <p:nvSpPr>
          <p:cNvPr id="8" name="text-79">
            <a:extLst xmlns:a="http://schemas.openxmlformats.org/drawingml/2006/main">
              <a:ext uri="{FF2B5EF4-FFF2-40B4-BE49-F238E27FC236}">
                <a16:creationId xmlns:a16="http://schemas.microsoft.com/office/drawing/2014/main" id="{93D88792-E91C-4E7A-BF22-9AAD3ACDF84F}"/>
              </a:ext>
            </a:extLst>
          </p:cNvPr>
          <p:cNvSpPr>
            <a:spLocks xmlns:a="http://schemas.openxmlformats.org/drawingml/2006/main" noGrp="1"/>
          </p:cNvSpPr>
          <p:nvPr/>
        </p:nvSpPr>
        <p:spPr>
          <a:xfrm xmlns:a="http://schemas.openxmlformats.org/drawingml/2006/main">
            <a:off x="130492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32,9°</a:t>
            </a:r>
          </a:p>
        </p:txBody>
      </p:sp>
      <p:sp>
        <p:nvSpPr>
          <p:cNvPr id="9" name="shape-80">
            <a:extLst xmlns:a="http://schemas.openxmlformats.org/drawingml/2006/main">
              <a:ext uri="{FF2B5EF4-FFF2-40B4-BE49-F238E27FC236}">
                <a16:creationId xmlns:a16="http://schemas.microsoft.com/office/drawing/2014/main" id="{0F960AD9-540C-4760-A25F-F6DE1EB16206}"/>
              </a:ext>
            </a:extLst>
          </p:cNvPr>
          <p:cNvSpPr>
            <a:spLocks xmlns:a="http://schemas.openxmlformats.org/drawingml/2006/main" noGrp="1"/>
          </p:cNvSpPr>
          <p:nvPr/>
        </p:nvSpPr>
        <p:spPr>
          <a:xfrm xmlns:a="http://schemas.openxmlformats.org/drawingml/2006/main" rot="0">
            <a:off x="3962400" y="2743200"/>
            <a:ext cx="1323975" cy="2514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text-81">
            <a:extLst xmlns:a="http://schemas.openxmlformats.org/drawingml/2006/main">
              <a:ext uri="{FF2B5EF4-FFF2-40B4-BE49-F238E27FC236}">
                <a16:creationId xmlns:a16="http://schemas.microsoft.com/office/drawing/2014/main" id="{C64157A0-5520-4C31-904C-3B1B8EF957D1}"/>
              </a:ext>
            </a:extLst>
          </p:cNvPr>
          <p:cNvSpPr>
            <a:spLocks xmlns:a="http://schemas.openxmlformats.org/drawingml/2006/main" noGrp="1"/>
          </p:cNvSpPr>
          <p:nvPr/>
        </p:nvSpPr>
        <p:spPr>
          <a:xfrm xmlns:a="http://schemas.openxmlformats.org/drawingml/2006/main">
            <a:off x="3810000" y="2209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±13,2 m</a:t>
            </a:r>
          </a:p>
        </p:txBody>
      </p:sp>
      <p:sp>
        <p:nvSpPr>
          <p:cNvPr id="11" name="text-82">
            <a:extLst xmlns:a="http://schemas.openxmlformats.org/drawingml/2006/main">
              <a:ext uri="{FF2B5EF4-FFF2-40B4-BE49-F238E27FC236}">
                <a16:creationId xmlns:a16="http://schemas.microsoft.com/office/drawing/2014/main" id="{CC265D74-47CE-4006-B1D3-02D76221C56E}"/>
              </a:ext>
            </a:extLst>
          </p:cNvPr>
          <p:cNvSpPr>
            <a:spLocks xmlns:a="http://schemas.openxmlformats.org/drawingml/2006/main" noGrp="1"/>
          </p:cNvSpPr>
          <p:nvPr/>
        </p:nvSpPr>
        <p:spPr>
          <a:xfrm xmlns:a="http://schemas.openxmlformats.org/drawingml/2006/main">
            <a:off x="362902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21 iunie, 13:00</a:t>
            </a:r>
          </a:p>
        </p:txBody>
      </p:sp>
      <p:sp>
        <p:nvSpPr>
          <p:cNvPr id="12" name="text-83">
            <a:extLst xmlns:a="http://schemas.openxmlformats.org/drawingml/2006/main">
              <a:ext uri="{FF2B5EF4-FFF2-40B4-BE49-F238E27FC236}">
                <a16:creationId xmlns:a16="http://schemas.microsoft.com/office/drawing/2014/main" id="{26E06F65-4D6B-470B-9BB3-DEC3FF05E578}"/>
              </a:ext>
            </a:extLst>
          </p:cNvPr>
          <p:cNvSpPr>
            <a:spLocks xmlns:a="http://schemas.openxmlformats.org/drawingml/2006/main" noGrp="1"/>
          </p:cNvSpPr>
          <p:nvPr/>
        </p:nvSpPr>
        <p:spPr>
          <a:xfrm xmlns:a="http://schemas.openxmlformats.org/drawingml/2006/main">
            <a:off x="380047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69,2°</a:t>
            </a:r>
          </a:p>
        </p:txBody>
      </p:sp>
      <p:sp>
        <p:nvSpPr>
          <p:cNvPr id="13" name="text-84">
            <a:extLst xmlns:a="http://schemas.openxmlformats.org/drawingml/2006/main">
              <a:ext uri="{FF2B5EF4-FFF2-40B4-BE49-F238E27FC236}">
                <a16:creationId xmlns:a16="http://schemas.microsoft.com/office/drawing/2014/main" id="{306B0EE4-652F-48F9-ABDE-ED85D1E593AB}"/>
              </a:ext>
            </a:extLst>
          </p:cNvPr>
          <p:cNvSpPr>
            <a:spLocks xmlns:a="http://schemas.openxmlformats.org/drawingml/2006/main" noGrp="1"/>
          </p:cNvSpPr>
          <p:nvPr/>
        </p:nvSpPr>
        <p:spPr>
          <a:xfrm xmlns:a="http://schemas.openxmlformats.org/drawingml/2006/main">
            <a:off x="7200900" y="2495550"/>
            <a:ext cx="4343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925" b="1">
                <a:solidFill>
                  <a:srgbClr val="183427"/>
                </a:solidFill>
                <a:latin typeface="Arial"/>
                <a:ea typeface="Arial"/>
                <a:cs typeface="Arial"/>
              </a:defRPr>
            </a:defPPr>
            <a:lvl1pPr>
              <a:defRPr sz="2925" b="1">
                <a:solidFill>
                  <a:srgbClr val="183427"/>
                </a:solidFill>
                <a:latin typeface="Arial"/>
                <a:ea typeface="Arial"/>
                <a:cs typeface="Arial"/>
              </a:defRPr>
            </a:lvl1pPr>
            <a:lvl2pPr>
              <a:defRPr sz="2925" b="1">
                <a:solidFill>
                  <a:srgbClr val="183427"/>
                </a:solidFill>
                <a:latin typeface="Arial"/>
                <a:ea typeface="Arial"/>
                <a:cs typeface="Arial"/>
              </a:defRPr>
            </a:lvl2pPr>
            <a:lvl3pPr>
              <a:defRPr sz="2925" b="1">
                <a:solidFill>
                  <a:srgbClr val="183427"/>
                </a:solidFill>
                <a:latin typeface="Arial"/>
                <a:ea typeface="Arial"/>
                <a:cs typeface="Arial"/>
              </a:defRPr>
            </a:lvl3pPr>
            <a:lvl4pPr>
              <a:defRPr sz="2925" b="1">
                <a:solidFill>
                  <a:srgbClr val="183427"/>
                </a:solidFill>
                <a:latin typeface="Arial"/>
                <a:ea typeface="Arial"/>
                <a:cs typeface="Arial"/>
              </a:defRPr>
            </a:lvl4pPr>
            <a:lvl5pPr>
              <a:defRPr sz="2925" b="1">
                <a:solidFill>
                  <a:srgbClr val="183427"/>
                </a:solidFill>
                <a:latin typeface="Arial"/>
                <a:ea typeface="Arial"/>
                <a:cs typeface="Arial"/>
              </a:defRPr>
            </a:lvl5pPr>
            <a:lvl6pPr>
              <a:defRPr sz="2925" b="1">
                <a:solidFill>
                  <a:srgbClr val="183427"/>
                </a:solidFill>
                <a:latin typeface="Arial"/>
                <a:ea typeface="Arial"/>
                <a:cs typeface="Arial"/>
              </a:defRPr>
            </a:lvl6pPr>
            <a:lvl7pPr>
              <a:defRPr sz="2925" b="1">
                <a:solidFill>
                  <a:srgbClr val="183427"/>
                </a:solidFill>
                <a:latin typeface="Arial"/>
                <a:ea typeface="Arial"/>
                <a:cs typeface="Arial"/>
              </a:defRPr>
            </a:lvl7pPr>
            <a:lvl8pPr>
              <a:defRPr sz="2925" b="1">
                <a:solidFill>
                  <a:srgbClr val="183427"/>
                </a:solidFill>
                <a:latin typeface="Arial"/>
                <a:ea typeface="Arial"/>
                <a:cs typeface="Arial"/>
              </a:defRPr>
            </a:lvl8pPr>
            <a:lvl9pPr>
              <a:defRPr sz="2925" b="1">
                <a:solidFill>
                  <a:srgbClr val="183427"/>
                </a:solidFill>
                <a:latin typeface="Arial"/>
                <a:ea typeface="Arial"/>
                <a:cs typeface="Arial"/>
              </a:defRPr>
            </a:lvl9pPr>
          </a:lstStyle>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Soarele aflat sus</a:t>
            </a:r>
          </a:p>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amplifică eroarea.</a:t>
            </a:r>
          </a:p>
        </p:txBody>
      </p:sp>
      <p:sp>
        <p:nvSpPr>
          <p:cNvPr id="14" name="text-85">
            <a:extLst xmlns:a="http://schemas.openxmlformats.org/drawingml/2006/main">
              <a:ext uri="{FF2B5EF4-FFF2-40B4-BE49-F238E27FC236}">
                <a16:creationId xmlns:a16="http://schemas.microsoft.com/office/drawing/2014/main" id="{EB037B4D-B8BA-4337-A999-B0E3873B0BDF}"/>
              </a:ext>
            </a:extLst>
          </p:cNvPr>
          <p:cNvSpPr>
            <a:spLocks xmlns:a="http://schemas.openxmlformats.org/drawingml/2006/main" noGrp="1"/>
          </p:cNvSpPr>
          <p:nvPr/>
        </p:nvSpPr>
        <p:spPr>
          <a:xfrm xmlns:a="http://schemas.openxmlformats.org/drawingml/2006/main">
            <a:off x="7200900" y="37242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3675A"/>
                </a:solidFill>
                <a:latin typeface="Arial"/>
                <a:ea typeface="Arial"/>
                <a:cs typeface="Arial"/>
              </a:defRPr>
            </a:defPPr>
            <a:lvl1pPr>
              <a:defRPr sz="2100" b="0">
                <a:solidFill>
                  <a:srgbClr val="53675A"/>
                </a:solidFill>
                <a:latin typeface="Arial"/>
                <a:ea typeface="Arial"/>
                <a:cs typeface="Arial"/>
              </a:defRPr>
            </a:lvl1pPr>
            <a:lvl2pPr>
              <a:defRPr sz="2100" b="0">
                <a:solidFill>
                  <a:srgbClr val="53675A"/>
                </a:solidFill>
                <a:latin typeface="Arial"/>
                <a:ea typeface="Arial"/>
                <a:cs typeface="Arial"/>
              </a:defRPr>
            </a:lvl2pPr>
            <a:lvl3pPr>
              <a:defRPr sz="2100" b="0">
                <a:solidFill>
                  <a:srgbClr val="53675A"/>
                </a:solidFill>
                <a:latin typeface="Arial"/>
                <a:ea typeface="Arial"/>
                <a:cs typeface="Arial"/>
              </a:defRPr>
            </a:lvl3pPr>
            <a:lvl4pPr>
              <a:defRPr sz="2100" b="0">
                <a:solidFill>
                  <a:srgbClr val="53675A"/>
                </a:solidFill>
                <a:latin typeface="Arial"/>
                <a:ea typeface="Arial"/>
                <a:cs typeface="Arial"/>
              </a:defRPr>
            </a:lvl4pPr>
            <a:lvl5pPr>
              <a:defRPr sz="2100" b="0">
                <a:solidFill>
                  <a:srgbClr val="53675A"/>
                </a:solidFill>
                <a:latin typeface="Arial"/>
                <a:ea typeface="Arial"/>
                <a:cs typeface="Arial"/>
              </a:defRPr>
            </a:lvl5pPr>
            <a:lvl6pPr>
              <a:defRPr sz="2100" b="0">
                <a:solidFill>
                  <a:srgbClr val="53675A"/>
                </a:solidFill>
                <a:latin typeface="Arial"/>
                <a:ea typeface="Arial"/>
                <a:cs typeface="Arial"/>
              </a:defRPr>
            </a:lvl6pPr>
            <a:lvl7pPr>
              <a:defRPr sz="2100" b="0">
                <a:solidFill>
                  <a:srgbClr val="53675A"/>
                </a:solidFill>
                <a:latin typeface="Arial"/>
                <a:ea typeface="Arial"/>
                <a:cs typeface="Arial"/>
              </a:defRPr>
            </a:lvl7pPr>
            <a:lvl8pPr>
              <a:defRPr sz="2100" b="0">
                <a:solidFill>
                  <a:srgbClr val="53675A"/>
                </a:solidFill>
                <a:latin typeface="Arial"/>
                <a:ea typeface="Arial"/>
                <a:cs typeface="Arial"/>
              </a:defRPr>
            </a:lvl8pPr>
            <a:lvl9pPr>
              <a:defRPr sz="2100" b="0">
                <a:solidFill>
                  <a:srgbClr val="53675A"/>
                </a:solidFill>
                <a:latin typeface="Arial"/>
                <a:ea typeface="Arial"/>
                <a:cs typeface="Arial"/>
              </a:defRPr>
            </a:lvl9pPr>
          </a:lstStyle>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Când Soarele e jos, umbrele sunt</a:t>
            </a:r>
          </a:p>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mai lungi și pot întâlni obstacole.</a:t>
            </a:r>
          </a:p>
        </p:txBody>
      </p:sp>
      <p:sp>
        <p:nvSpPr>
          <p:cNvPr id="15" name="text-86">
            <a:extLst xmlns:a="http://schemas.openxmlformats.org/drawingml/2006/main">
              <a:ext uri="{FF2B5EF4-FFF2-40B4-BE49-F238E27FC236}">
                <a16:creationId xmlns:a16="http://schemas.microsoft.com/office/drawing/2014/main" id="{57795DCB-3E67-4D79-8260-64C59D5D993D}"/>
              </a:ext>
            </a:extLst>
          </p:cNvPr>
          <p:cNvSpPr>
            <a:spLocks xmlns:a="http://schemas.openxmlformats.org/drawingml/2006/main" noGrp="1"/>
          </p:cNvSpPr>
          <p:nvPr/>
        </p:nvSpPr>
        <p:spPr>
          <a:xfrm xmlns:a="http://schemas.openxmlformats.org/drawingml/2006/main">
            <a:off x="7200900" y="4933950"/>
            <a:ext cx="4286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3427"/>
                </a:solidFill>
                <a:latin typeface="Arial"/>
                <a:ea typeface="Arial"/>
                <a:cs typeface="Arial"/>
              </a:defRPr>
            </a:defPPr>
            <a:lvl1pPr>
              <a:defRPr sz="2025" b="0">
                <a:solidFill>
                  <a:srgbClr val="183427"/>
                </a:solidFill>
                <a:latin typeface="Arial"/>
                <a:ea typeface="Arial"/>
                <a:cs typeface="Arial"/>
              </a:defRPr>
            </a:lvl1pPr>
            <a:lvl2pPr>
              <a:defRPr sz="2025" b="0">
                <a:solidFill>
                  <a:srgbClr val="183427"/>
                </a:solidFill>
                <a:latin typeface="Arial"/>
                <a:ea typeface="Arial"/>
                <a:cs typeface="Arial"/>
              </a:defRPr>
            </a:lvl2pPr>
            <a:lvl3pPr>
              <a:defRPr sz="2025" b="0">
                <a:solidFill>
                  <a:srgbClr val="183427"/>
                </a:solidFill>
                <a:latin typeface="Arial"/>
                <a:ea typeface="Arial"/>
                <a:cs typeface="Arial"/>
              </a:defRPr>
            </a:lvl3pPr>
            <a:lvl4pPr>
              <a:defRPr sz="2025" b="0">
                <a:solidFill>
                  <a:srgbClr val="183427"/>
                </a:solidFill>
                <a:latin typeface="Arial"/>
                <a:ea typeface="Arial"/>
                <a:cs typeface="Arial"/>
              </a:defRPr>
            </a:lvl4pPr>
            <a:lvl5pPr>
              <a:defRPr sz="2025" b="0">
                <a:solidFill>
                  <a:srgbClr val="183427"/>
                </a:solidFill>
                <a:latin typeface="Arial"/>
                <a:ea typeface="Arial"/>
                <a:cs typeface="Arial"/>
              </a:defRPr>
            </a:lvl5pPr>
            <a:lvl6pPr>
              <a:defRPr sz="2025" b="0">
                <a:solidFill>
                  <a:srgbClr val="183427"/>
                </a:solidFill>
                <a:latin typeface="Arial"/>
                <a:ea typeface="Arial"/>
                <a:cs typeface="Arial"/>
              </a:defRPr>
            </a:lvl6pPr>
            <a:lvl7pPr>
              <a:defRPr sz="2025" b="0">
                <a:solidFill>
                  <a:srgbClr val="183427"/>
                </a:solidFill>
                <a:latin typeface="Arial"/>
                <a:ea typeface="Arial"/>
                <a:cs typeface="Arial"/>
              </a:defRPr>
            </a:lvl7pPr>
            <a:lvl8pPr>
              <a:defRPr sz="2025" b="0">
                <a:solidFill>
                  <a:srgbClr val="183427"/>
                </a:solidFill>
                <a:latin typeface="Arial"/>
                <a:ea typeface="Arial"/>
                <a:cs typeface="Arial"/>
              </a:defRPr>
            </a:lvl8pPr>
            <a:lvl9pPr>
              <a:defRPr sz="2025" b="0">
                <a:solidFill>
                  <a:srgbClr val="183427"/>
                </a:solidFill>
                <a:latin typeface="Arial"/>
                <a:ea typeface="Arial"/>
                <a:cs typeface="Arial"/>
              </a:defRPr>
            </a:lvl9pPr>
          </a:lstStyle>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Verificare: aceeași clădire,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ore diferite și o înălțime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de referință independentă.</a:t>
            </a:r>
          </a:p>
        </p:txBody>
      </p:sp>
      <p:sp>
        <p:nvSpPr>
          <p:cNvPr id="16" name="text-87">
            <a:extLst xmlns:a="http://schemas.openxmlformats.org/drawingml/2006/main">
              <a:ext uri="{FF2B5EF4-FFF2-40B4-BE49-F238E27FC236}">
                <a16:creationId xmlns:a16="http://schemas.microsoft.com/office/drawing/2014/main" id="{BD9D6932-0A55-47BC-831F-B832F511ADA0}"/>
              </a:ext>
            </a:extLst>
          </p:cNvPr>
          <p:cNvSpPr>
            <a:spLocks xmlns:a="http://schemas.openxmlformats.org/drawingml/2006/main" noGrp="1"/>
          </p:cNvSpPr>
          <p:nvPr/>
        </p:nvSpPr>
        <p:spPr>
          <a:xfrm xmlns:a="http://schemas.openxmlformats.org/drawingml/2006/main">
            <a:off x="657225" y="6419850"/>
            <a:ext cx="10429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Exemplu calculat cu modelul geometric. Se arată efectul erorii de lungime asupra înălțimii.</a:t>
            </a:r>
          </a:p>
        </p:txBody>
      </p:sp>
    </p:spTree>
    <p:extLst>
      <p:ext uri="{BB962C8B-B14F-4D97-AF65-F5344CB8AC3E}">
        <p14:creationId xmlns:p14="http://schemas.microsoft.com/office/powerpoint/2010/main" val="938363601"/>
      </p:ext>
    </p:extLst>
  </p:cSld>
</p:sld>
</file>

<file path=ppt/slides/slide7.xml><?xml version="1.0" encoding="utf-8"?>
<p:sld xmlns:p="http://schemas.openxmlformats.org/presentationml/2006/main">
  <p:cSld>
    <p:bg>
      <p:bgPr>
        <a:solidFill xmlns:a="http://schemas.openxmlformats.org/drawingml/2006/main">
          <a:srgbClr val="143B2C"/>
        </a:solidFill>
      </p:bgPr>
    </p:bg>
    <p:spTree>
      <p:nvGrpSpPr>
        <p:cNvPr id="1" name=""/>
        <p:cNvGrpSpPr/>
        <p:nvPr/>
      </p:nvGrpSpPr>
      <p:grpSpPr>
        <a:xfrm xmlns:a="http://schemas.openxmlformats.org/drawingml/2006/main"/>
      </p:grpSpPr>
      <p:sp>
        <p:nvSpPr>
          <p:cNvPr id="22" name="text-88">
            <a:extLst xmlns:a="http://schemas.openxmlformats.org/drawingml/2006/main">
              <a:ext uri="{FF2B5EF4-FFF2-40B4-BE49-F238E27FC236}">
                <a16:creationId xmlns:a16="http://schemas.microsoft.com/office/drawing/2014/main" id="{F25FA2BC-9FD6-4450-ACD0-88FBC09F9CB1}"/>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Cum ajungem la traseu</a:t>
            </a:r>
          </a:p>
        </p:txBody>
      </p:sp>
      <p:sp>
        <p:nvSpPr>
          <p:cNvPr id="2" name="text-89">
            <a:extLst xmlns:a="http://schemas.openxmlformats.org/drawingml/2006/main">
              <a:ext uri="{FF2B5EF4-FFF2-40B4-BE49-F238E27FC236}">
                <a16:creationId xmlns:a16="http://schemas.microsoft.com/office/drawing/2014/main" id="{AEAE245B-4F8E-4086-A9F9-49F24083BDA9}"/>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BCD0BC"/>
                </a:solidFill>
                <a:latin typeface="Arial"/>
                <a:ea typeface="Arial"/>
                <a:cs typeface="Arial"/>
              </a:defRPr>
            </a:defPPr>
            <a:lvl1pPr>
              <a:defRPr sz="1275" b="0">
                <a:solidFill>
                  <a:srgbClr val="BCD0BC"/>
                </a:solidFill>
                <a:latin typeface="Arial"/>
                <a:ea typeface="Arial"/>
                <a:cs typeface="Arial"/>
              </a:defRPr>
            </a:lvl1pPr>
            <a:lvl2pPr>
              <a:defRPr sz="1275" b="0">
                <a:solidFill>
                  <a:srgbClr val="BCD0BC"/>
                </a:solidFill>
                <a:latin typeface="Arial"/>
                <a:ea typeface="Arial"/>
                <a:cs typeface="Arial"/>
              </a:defRPr>
            </a:lvl2pPr>
            <a:lvl3pPr>
              <a:defRPr sz="1275" b="0">
                <a:solidFill>
                  <a:srgbClr val="BCD0BC"/>
                </a:solidFill>
                <a:latin typeface="Arial"/>
                <a:ea typeface="Arial"/>
                <a:cs typeface="Arial"/>
              </a:defRPr>
            </a:lvl3pPr>
            <a:lvl4pPr>
              <a:defRPr sz="1275" b="0">
                <a:solidFill>
                  <a:srgbClr val="BCD0BC"/>
                </a:solidFill>
                <a:latin typeface="Arial"/>
                <a:ea typeface="Arial"/>
                <a:cs typeface="Arial"/>
              </a:defRPr>
            </a:lvl4pPr>
            <a:lvl5pPr>
              <a:defRPr sz="1275" b="0">
                <a:solidFill>
                  <a:srgbClr val="BCD0BC"/>
                </a:solidFill>
                <a:latin typeface="Arial"/>
                <a:ea typeface="Arial"/>
                <a:cs typeface="Arial"/>
              </a:defRPr>
            </a:lvl5pPr>
            <a:lvl6pPr>
              <a:defRPr sz="1275" b="0">
                <a:solidFill>
                  <a:srgbClr val="BCD0BC"/>
                </a:solidFill>
                <a:latin typeface="Arial"/>
                <a:ea typeface="Arial"/>
                <a:cs typeface="Arial"/>
              </a:defRPr>
            </a:lvl6pPr>
            <a:lvl7pPr>
              <a:defRPr sz="1275" b="0">
                <a:solidFill>
                  <a:srgbClr val="BCD0BC"/>
                </a:solidFill>
                <a:latin typeface="Arial"/>
                <a:ea typeface="Arial"/>
                <a:cs typeface="Arial"/>
              </a:defRPr>
            </a:lvl7pPr>
            <a:lvl8pPr>
              <a:defRPr sz="1275" b="0">
                <a:solidFill>
                  <a:srgbClr val="BCD0BC"/>
                </a:solidFill>
                <a:latin typeface="Arial"/>
                <a:ea typeface="Arial"/>
                <a:cs typeface="Arial"/>
              </a:defRPr>
            </a:lvl8pPr>
            <a:lvl9pPr>
              <a:defRPr sz="1275" b="0">
                <a:solidFill>
                  <a:srgbClr val="BCD0BC"/>
                </a:solidFill>
                <a:latin typeface="Arial"/>
                <a:ea typeface="Arial"/>
                <a:cs typeface="Arial"/>
              </a:defRPr>
            </a:lvl9pPr>
          </a:lstStyle>
          <a:p xmlns:a="http://schemas.openxmlformats.org/drawingml/2006/main">
            <a:pPr>
              <a:defRPr sz="1275" b="0">
                <a:solidFill>
                  <a:srgbClr val="BCD0BC"/>
                </a:solidFill>
                <a:latin typeface="Arial"/>
                <a:ea typeface="Arial"/>
                <a:cs typeface="Arial"/>
              </a:defRPr>
            </a:pPr>
            <a:r>
              <a:rPr sz="1275" b="0">
                <a:solidFill>
                  <a:srgbClr val="BCD0BC"/>
                </a:solidFill>
                <a:latin typeface="Arial"/>
                <a:ea typeface="Arial"/>
                <a:cs typeface="Arial"/>
              </a:rPr>
              <a:t>07</a:t>
            </a:r>
          </a:p>
        </p:txBody>
      </p:sp>
      <p:sp>
        <p:nvSpPr>
          <p:cNvPr id="3" name="text-90">
            <a:extLst xmlns:a="http://schemas.openxmlformats.org/drawingml/2006/main">
              <a:ext uri="{FF2B5EF4-FFF2-40B4-BE49-F238E27FC236}">
                <a16:creationId xmlns:a16="http://schemas.microsoft.com/office/drawing/2014/main" id="{4C68D933-DB32-48A0-B669-B179DBFB4EA2}"/>
              </a:ext>
            </a:extLst>
          </p:cNvPr>
          <p:cNvSpPr>
            <a:spLocks xmlns:a="http://schemas.openxmlformats.org/drawingml/2006/main" noGrp="1"/>
          </p:cNvSpPr>
          <p:nvPr/>
        </p:nvSpPr>
        <p:spPr>
          <a:xfrm xmlns:a="http://schemas.openxmlformats.org/drawingml/2006/main">
            <a:off x="647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01</a:t>
            </a:r>
          </a:p>
        </p:txBody>
      </p:sp>
      <p:sp>
        <p:nvSpPr>
          <p:cNvPr id="4" name="text-91">
            <a:extLst xmlns:a="http://schemas.openxmlformats.org/drawingml/2006/main">
              <a:ext uri="{FF2B5EF4-FFF2-40B4-BE49-F238E27FC236}">
                <a16:creationId xmlns:a16="http://schemas.microsoft.com/office/drawing/2014/main" id="{4048F603-72EA-4752-AA43-3DDEA4F83857}"/>
              </a:ext>
            </a:extLst>
          </p:cNvPr>
          <p:cNvSpPr>
            <a:spLocks xmlns:a="http://schemas.openxmlformats.org/drawingml/2006/main" noGrp="1"/>
          </p:cNvSpPr>
          <p:nvPr/>
        </p:nvSpPr>
        <p:spPr>
          <a:xfrm xmlns:a="http://schemas.openxmlformats.org/drawingml/2006/main">
            <a:off x="647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Clădirile</a:t>
            </a:r>
          </a:p>
        </p:txBody>
      </p:sp>
      <p:sp>
        <p:nvSpPr>
          <p:cNvPr id="5" name="text-92">
            <a:extLst xmlns:a="http://schemas.openxmlformats.org/drawingml/2006/main">
              <a:ext uri="{FF2B5EF4-FFF2-40B4-BE49-F238E27FC236}">
                <a16:creationId xmlns:a16="http://schemas.microsoft.com/office/drawing/2014/main" id="{5AEC2057-B42A-4FC4-BD1B-BD3820322678}"/>
              </a:ext>
            </a:extLst>
          </p:cNvPr>
          <p:cNvSpPr>
            <a:spLocks xmlns:a="http://schemas.openxmlformats.org/drawingml/2006/main" noGrp="1"/>
          </p:cNvSpPr>
          <p:nvPr/>
        </p:nvSpPr>
        <p:spPr>
          <a:xfrm xmlns:a="http://schemas.openxmlformats.org/drawingml/2006/main">
            <a:off x="647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Contur și înălțime</a:t>
            </a:r>
          </a:p>
        </p:txBody>
      </p:sp>
      <p:sp>
        <p:nvSpPr>
          <p:cNvPr id="6" name="shape-93">
            <a:extLst xmlns:a="http://schemas.openxmlformats.org/drawingml/2006/main">
              <a:ext uri="{FF2B5EF4-FFF2-40B4-BE49-F238E27FC236}">
                <a16:creationId xmlns:a16="http://schemas.microsoft.com/office/drawing/2014/main" id="{13DEDC4D-A34D-47C9-8AFF-9B0E1993D9C0}"/>
              </a:ext>
            </a:extLst>
          </p:cNvPr>
          <p:cNvSpPr>
            <a:spLocks xmlns:a="http://schemas.openxmlformats.org/drawingml/2006/main" noGrp="1"/>
          </p:cNvSpPr>
          <p:nvPr/>
        </p:nvSpPr>
        <p:spPr>
          <a:xfrm xmlns:a="http://schemas.openxmlformats.org/drawingml/2006/main" rot="0">
            <a:off x="647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7" name="text-94">
            <a:extLst xmlns:a="http://schemas.openxmlformats.org/drawingml/2006/main">
              <a:ext uri="{FF2B5EF4-FFF2-40B4-BE49-F238E27FC236}">
                <a16:creationId xmlns:a16="http://schemas.microsoft.com/office/drawing/2014/main" id="{E3EDC29B-9640-4C2E-BA17-98C6EC0E5C0E}"/>
              </a:ext>
            </a:extLst>
          </p:cNvPr>
          <p:cNvSpPr>
            <a:spLocks xmlns:a="http://schemas.openxmlformats.org/drawingml/2006/main" noGrp="1"/>
          </p:cNvSpPr>
          <p:nvPr/>
        </p:nvSpPr>
        <p:spPr>
          <a:xfrm xmlns:a="http://schemas.openxmlformats.org/drawingml/2006/main">
            <a:off x="3505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02</a:t>
            </a:r>
          </a:p>
        </p:txBody>
      </p:sp>
      <p:sp>
        <p:nvSpPr>
          <p:cNvPr id="8" name="text-95">
            <a:extLst xmlns:a="http://schemas.openxmlformats.org/drawingml/2006/main">
              <a:ext uri="{FF2B5EF4-FFF2-40B4-BE49-F238E27FC236}">
                <a16:creationId xmlns:a16="http://schemas.microsoft.com/office/drawing/2014/main" id="{FCB4E287-A359-4BD9-95F7-985734A42A8F}"/>
              </a:ext>
            </a:extLst>
          </p:cNvPr>
          <p:cNvSpPr>
            <a:spLocks xmlns:a="http://schemas.openxmlformats.org/drawingml/2006/main" noGrp="1"/>
          </p:cNvSpPr>
          <p:nvPr/>
        </p:nvSpPr>
        <p:spPr>
          <a:xfrm xmlns:a="http://schemas.openxmlformats.org/drawingml/2006/main">
            <a:off x="3505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Soarele</a:t>
            </a:r>
          </a:p>
        </p:txBody>
      </p:sp>
      <p:sp>
        <p:nvSpPr>
          <p:cNvPr id="9" name="text-96">
            <a:extLst xmlns:a="http://schemas.openxmlformats.org/drawingml/2006/main">
              <a:ext uri="{FF2B5EF4-FFF2-40B4-BE49-F238E27FC236}">
                <a16:creationId xmlns:a16="http://schemas.microsoft.com/office/drawing/2014/main" id="{B9855784-2C02-4740-924D-AD5AF56023B0}"/>
              </a:ext>
            </a:extLst>
          </p:cNvPr>
          <p:cNvSpPr>
            <a:spLocks xmlns:a="http://schemas.openxmlformats.org/drawingml/2006/main" noGrp="1"/>
          </p:cNvSpPr>
          <p:nvPr/>
        </p:nvSpPr>
        <p:spPr>
          <a:xfrm xmlns:a="http://schemas.openxmlformats.org/drawingml/2006/main">
            <a:off x="3505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Loc, dată și oră</a:t>
            </a:r>
          </a:p>
        </p:txBody>
      </p:sp>
      <p:sp>
        <p:nvSpPr>
          <p:cNvPr id="10" name="shape-97">
            <a:extLst xmlns:a="http://schemas.openxmlformats.org/drawingml/2006/main">
              <a:ext uri="{FF2B5EF4-FFF2-40B4-BE49-F238E27FC236}">
                <a16:creationId xmlns:a16="http://schemas.microsoft.com/office/drawing/2014/main" id="{01DAC03F-D4E2-4887-B3CD-53E770416C24}"/>
              </a:ext>
            </a:extLst>
          </p:cNvPr>
          <p:cNvSpPr>
            <a:spLocks xmlns:a="http://schemas.openxmlformats.org/drawingml/2006/main" noGrp="1"/>
          </p:cNvSpPr>
          <p:nvPr/>
        </p:nvSpPr>
        <p:spPr>
          <a:xfrm xmlns:a="http://schemas.openxmlformats.org/drawingml/2006/main" rot="0">
            <a:off x="3505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1" name="text-98">
            <a:extLst xmlns:a="http://schemas.openxmlformats.org/drawingml/2006/main">
              <a:ext uri="{FF2B5EF4-FFF2-40B4-BE49-F238E27FC236}">
                <a16:creationId xmlns:a16="http://schemas.microsoft.com/office/drawing/2014/main" id="{3254D8D5-447F-44F4-B57E-894F2A5F25A4}"/>
              </a:ext>
            </a:extLst>
          </p:cNvPr>
          <p:cNvSpPr>
            <a:spLocks xmlns:a="http://schemas.openxmlformats.org/drawingml/2006/main" noGrp="1"/>
          </p:cNvSpPr>
          <p:nvPr/>
        </p:nvSpPr>
        <p:spPr>
          <a:xfrm xmlns:a="http://schemas.openxmlformats.org/drawingml/2006/main">
            <a:off x="6362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03</a:t>
            </a:r>
          </a:p>
        </p:txBody>
      </p:sp>
      <p:sp>
        <p:nvSpPr>
          <p:cNvPr id="12" name="text-99">
            <a:extLst xmlns:a="http://schemas.openxmlformats.org/drawingml/2006/main">
              <a:ext uri="{FF2B5EF4-FFF2-40B4-BE49-F238E27FC236}">
                <a16:creationId xmlns:a16="http://schemas.microsoft.com/office/drawing/2014/main" id="{BC738E57-4956-4170-BD32-EF350884BD46}"/>
              </a:ext>
            </a:extLst>
          </p:cNvPr>
          <p:cNvSpPr>
            <a:spLocks xmlns:a="http://schemas.openxmlformats.org/drawingml/2006/main" noGrp="1"/>
          </p:cNvSpPr>
          <p:nvPr/>
        </p:nvSpPr>
        <p:spPr>
          <a:xfrm xmlns:a="http://schemas.openxmlformats.org/drawingml/2006/main">
            <a:off x="6362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Umbrele</a:t>
            </a:r>
          </a:p>
        </p:txBody>
      </p:sp>
      <p:sp>
        <p:nvSpPr>
          <p:cNvPr id="13" name="text-100">
            <a:extLst xmlns:a="http://schemas.openxmlformats.org/drawingml/2006/main">
              <a:ext uri="{FF2B5EF4-FFF2-40B4-BE49-F238E27FC236}">
                <a16:creationId xmlns:a16="http://schemas.microsoft.com/office/drawing/2014/main" id="{06D57205-7FCB-46F7-A2C0-7A8C116EFAB7}"/>
              </a:ext>
            </a:extLst>
          </p:cNvPr>
          <p:cNvSpPr>
            <a:spLocks xmlns:a="http://schemas.openxmlformats.org/drawingml/2006/main" noGrp="1"/>
          </p:cNvSpPr>
          <p:nvPr/>
        </p:nvSpPr>
        <p:spPr>
          <a:xfrm xmlns:a="http://schemas.openxmlformats.org/drawingml/2006/main">
            <a:off x="6362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Estimare pe hartă</a:t>
            </a:r>
          </a:p>
        </p:txBody>
      </p:sp>
      <p:sp>
        <p:nvSpPr>
          <p:cNvPr id="14" name="shape-101">
            <a:extLst xmlns:a="http://schemas.openxmlformats.org/drawingml/2006/main">
              <a:ext uri="{FF2B5EF4-FFF2-40B4-BE49-F238E27FC236}">
                <a16:creationId xmlns:a16="http://schemas.microsoft.com/office/drawing/2014/main" id="{D80244C4-2D0B-493A-8895-B893B2748428}"/>
              </a:ext>
            </a:extLst>
          </p:cNvPr>
          <p:cNvSpPr>
            <a:spLocks xmlns:a="http://schemas.openxmlformats.org/drawingml/2006/main" noGrp="1"/>
          </p:cNvSpPr>
          <p:nvPr/>
        </p:nvSpPr>
        <p:spPr>
          <a:xfrm xmlns:a="http://schemas.openxmlformats.org/drawingml/2006/main" rot="0">
            <a:off x="6362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5" name="text-102">
            <a:extLst xmlns:a="http://schemas.openxmlformats.org/drawingml/2006/main">
              <a:ext uri="{FF2B5EF4-FFF2-40B4-BE49-F238E27FC236}">
                <a16:creationId xmlns:a16="http://schemas.microsoft.com/office/drawing/2014/main" id="{932FDB15-E0D8-460A-A2D9-D1DFA671F07F}"/>
              </a:ext>
            </a:extLst>
          </p:cNvPr>
          <p:cNvSpPr>
            <a:spLocks xmlns:a="http://schemas.openxmlformats.org/drawingml/2006/main" noGrp="1"/>
          </p:cNvSpPr>
          <p:nvPr/>
        </p:nvSpPr>
        <p:spPr>
          <a:xfrm xmlns:a="http://schemas.openxmlformats.org/drawingml/2006/main">
            <a:off x="9220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04</a:t>
            </a:r>
          </a:p>
        </p:txBody>
      </p:sp>
      <p:sp>
        <p:nvSpPr>
          <p:cNvPr id="16" name="text-103">
            <a:extLst xmlns:a="http://schemas.openxmlformats.org/drawingml/2006/main">
              <a:ext uri="{FF2B5EF4-FFF2-40B4-BE49-F238E27FC236}">
                <a16:creationId xmlns:a16="http://schemas.microsoft.com/office/drawing/2014/main" id="{3A0954EF-3CBC-4C72-9B02-AD35D84DDAB3}"/>
              </a:ext>
            </a:extLst>
          </p:cNvPr>
          <p:cNvSpPr>
            <a:spLocks xmlns:a="http://schemas.openxmlformats.org/drawingml/2006/main" noGrp="1"/>
          </p:cNvSpPr>
          <p:nvPr/>
        </p:nvSpPr>
        <p:spPr>
          <a:xfrm xmlns:a="http://schemas.openxmlformats.org/drawingml/2006/main">
            <a:off x="9220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Traseul</a:t>
            </a:r>
          </a:p>
        </p:txBody>
      </p:sp>
      <p:sp>
        <p:nvSpPr>
          <p:cNvPr id="17" name="text-104">
            <a:extLst xmlns:a="http://schemas.openxmlformats.org/drawingml/2006/main">
              <a:ext uri="{FF2B5EF4-FFF2-40B4-BE49-F238E27FC236}">
                <a16:creationId xmlns:a16="http://schemas.microsoft.com/office/drawing/2014/main" id="{A33B1AF9-8F45-41AF-BCB0-93C63C82A443}"/>
              </a:ext>
            </a:extLst>
          </p:cNvPr>
          <p:cNvSpPr>
            <a:spLocks xmlns:a="http://schemas.openxmlformats.org/drawingml/2006/main" noGrp="1"/>
          </p:cNvSpPr>
          <p:nvPr/>
        </p:nvSpPr>
        <p:spPr>
          <a:xfrm xmlns:a="http://schemas.openxmlformats.org/drawingml/2006/main">
            <a:off x="9220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Durată și expunere</a:t>
            </a:r>
          </a:p>
        </p:txBody>
      </p:sp>
      <p:sp>
        <p:nvSpPr>
          <p:cNvPr id="18" name="shape-105">
            <a:extLst xmlns:a="http://schemas.openxmlformats.org/drawingml/2006/main">
              <a:ext uri="{FF2B5EF4-FFF2-40B4-BE49-F238E27FC236}">
                <a16:creationId xmlns:a16="http://schemas.microsoft.com/office/drawing/2014/main" id="{43DB5348-3E22-478E-9C8B-E8C186BD3138}"/>
              </a:ext>
            </a:extLst>
          </p:cNvPr>
          <p:cNvSpPr>
            <a:spLocks xmlns:a="http://schemas.openxmlformats.org/drawingml/2006/main" noGrp="1"/>
          </p:cNvSpPr>
          <p:nvPr/>
        </p:nvSpPr>
        <p:spPr>
          <a:xfrm xmlns:a="http://schemas.openxmlformats.org/drawingml/2006/main" rot="0">
            <a:off x="9220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9" name="text-106">
            <a:extLst xmlns:a="http://schemas.openxmlformats.org/drawingml/2006/main">
              <a:ext uri="{FF2B5EF4-FFF2-40B4-BE49-F238E27FC236}">
                <a16:creationId xmlns:a16="http://schemas.microsoft.com/office/drawing/2014/main" id="{85AB15F6-5ACA-49EA-BF4A-2A262A8EC849}"/>
              </a:ext>
            </a:extLst>
          </p:cNvPr>
          <p:cNvSpPr>
            <a:spLocks xmlns:a="http://schemas.openxmlformats.org/drawingml/2006/main" noGrp="1"/>
          </p:cNvSpPr>
          <p:nvPr/>
        </p:nvSpPr>
        <p:spPr>
          <a:xfrm xmlns:a="http://schemas.openxmlformats.org/drawingml/2006/main">
            <a:off x="590550" y="4448175"/>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75" b="1">
                <a:solidFill>
                  <a:srgbClr val="FFFFFF"/>
                </a:solidFill>
                <a:latin typeface="Arial"/>
                <a:ea typeface="Arial"/>
                <a:cs typeface="Arial"/>
              </a:defRPr>
            </a:defPPr>
            <a:lvl1pPr>
              <a:defRPr sz="5775" b="1">
                <a:solidFill>
                  <a:srgbClr val="FFFFFF"/>
                </a:solidFill>
                <a:latin typeface="Arial"/>
                <a:ea typeface="Arial"/>
                <a:cs typeface="Arial"/>
              </a:defRPr>
            </a:lvl1pPr>
            <a:lvl2pPr>
              <a:defRPr sz="5775" b="1">
                <a:solidFill>
                  <a:srgbClr val="FFFFFF"/>
                </a:solidFill>
                <a:latin typeface="Arial"/>
                <a:ea typeface="Arial"/>
                <a:cs typeface="Arial"/>
              </a:defRPr>
            </a:lvl2pPr>
            <a:lvl3pPr>
              <a:defRPr sz="5775" b="1">
                <a:solidFill>
                  <a:srgbClr val="FFFFFF"/>
                </a:solidFill>
                <a:latin typeface="Arial"/>
                <a:ea typeface="Arial"/>
                <a:cs typeface="Arial"/>
              </a:defRPr>
            </a:lvl3pPr>
            <a:lvl4pPr>
              <a:defRPr sz="5775" b="1">
                <a:solidFill>
                  <a:srgbClr val="FFFFFF"/>
                </a:solidFill>
                <a:latin typeface="Arial"/>
                <a:ea typeface="Arial"/>
                <a:cs typeface="Arial"/>
              </a:defRPr>
            </a:lvl4pPr>
            <a:lvl5pPr>
              <a:defRPr sz="5775" b="1">
                <a:solidFill>
                  <a:srgbClr val="FFFFFF"/>
                </a:solidFill>
                <a:latin typeface="Arial"/>
                <a:ea typeface="Arial"/>
                <a:cs typeface="Arial"/>
              </a:defRPr>
            </a:lvl5pPr>
            <a:lvl6pPr>
              <a:defRPr sz="5775" b="1">
                <a:solidFill>
                  <a:srgbClr val="FFFFFF"/>
                </a:solidFill>
                <a:latin typeface="Arial"/>
                <a:ea typeface="Arial"/>
                <a:cs typeface="Arial"/>
              </a:defRPr>
            </a:lvl6pPr>
            <a:lvl7pPr>
              <a:defRPr sz="5775" b="1">
                <a:solidFill>
                  <a:srgbClr val="FFFFFF"/>
                </a:solidFill>
                <a:latin typeface="Arial"/>
                <a:ea typeface="Arial"/>
                <a:cs typeface="Arial"/>
              </a:defRPr>
            </a:lvl7pPr>
            <a:lvl8pPr>
              <a:defRPr sz="5775" b="1">
                <a:solidFill>
                  <a:srgbClr val="FFFFFF"/>
                </a:solidFill>
                <a:latin typeface="Arial"/>
                <a:ea typeface="Arial"/>
                <a:cs typeface="Arial"/>
              </a:defRPr>
            </a:lvl8pPr>
            <a:lvl9pPr>
              <a:defRPr sz="5775" b="1">
                <a:solidFill>
                  <a:srgbClr val="FFFFFF"/>
                </a:solidFill>
                <a:latin typeface="Arial"/>
                <a:ea typeface="Arial"/>
                <a:cs typeface="Arial"/>
              </a:defRPr>
            </a:lvl9pPr>
          </a:lstStyle>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UMBRA</a:t>
            </a:r>
          </a:p>
        </p:txBody>
      </p:sp>
      <p:sp>
        <p:nvSpPr>
          <p:cNvPr id="20" name="text-107">
            <a:extLst xmlns:a="http://schemas.openxmlformats.org/drawingml/2006/main">
              <a:ext uri="{FF2B5EF4-FFF2-40B4-BE49-F238E27FC236}">
                <a16:creationId xmlns:a16="http://schemas.microsoft.com/office/drawing/2014/main" id="{90303901-D5D2-4A58-AFBD-ADC9DF0114A6}"/>
              </a:ext>
            </a:extLst>
          </p:cNvPr>
          <p:cNvSpPr>
            <a:spLocks xmlns:a="http://schemas.openxmlformats.org/drawingml/2006/main" noGrp="1"/>
          </p:cNvSpPr>
          <p:nvPr/>
        </p:nvSpPr>
        <p:spPr>
          <a:xfrm xmlns:a="http://schemas.openxmlformats.org/drawingml/2006/main">
            <a:off x="657225" y="5429250"/>
            <a:ext cx="10848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0">
                <a:solidFill>
                  <a:srgbClr val="BBD8A8"/>
                </a:solidFill>
                <a:latin typeface="Arial"/>
                <a:ea typeface="Arial"/>
                <a:cs typeface="Arial"/>
              </a:defRPr>
            </a:defPPr>
            <a:lvl1pPr>
              <a:defRPr sz="3375" b="0">
                <a:solidFill>
                  <a:srgbClr val="BBD8A8"/>
                </a:solidFill>
                <a:latin typeface="Arial"/>
                <a:ea typeface="Arial"/>
                <a:cs typeface="Arial"/>
              </a:defRPr>
            </a:lvl1pPr>
            <a:lvl2pPr>
              <a:defRPr sz="3375" b="0">
                <a:solidFill>
                  <a:srgbClr val="BBD8A8"/>
                </a:solidFill>
                <a:latin typeface="Arial"/>
                <a:ea typeface="Arial"/>
                <a:cs typeface="Arial"/>
              </a:defRPr>
            </a:lvl2pPr>
            <a:lvl3pPr>
              <a:defRPr sz="3375" b="0">
                <a:solidFill>
                  <a:srgbClr val="BBD8A8"/>
                </a:solidFill>
                <a:latin typeface="Arial"/>
                <a:ea typeface="Arial"/>
                <a:cs typeface="Arial"/>
              </a:defRPr>
            </a:lvl3pPr>
            <a:lvl4pPr>
              <a:defRPr sz="3375" b="0">
                <a:solidFill>
                  <a:srgbClr val="BBD8A8"/>
                </a:solidFill>
                <a:latin typeface="Arial"/>
                <a:ea typeface="Arial"/>
                <a:cs typeface="Arial"/>
              </a:defRPr>
            </a:lvl4pPr>
            <a:lvl5pPr>
              <a:defRPr sz="3375" b="0">
                <a:solidFill>
                  <a:srgbClr val="BBD8A8"/>
                </a:solidFill>
                <a:latin typeface="Arial"/>
                <a:ea typeface="Arial"/>
                <a:cs typeface="Arial"/>
              </a:defRPr>
            </a:lvl5pPr>
            <a:lvl6pPr>
              <a:defRPr sz="3375" b="0">
                <a:solidFill>
                  <a:srgbClr val="BBD8A8"/>
                </a:solidFill>
                <a:latin typeface="Arial"/>
                <a:ea typeface="Arial"/>
                <a:cs typeface="Arial"/>
              </a:defRPr>
            </a:lvl6pPr>
            <a:lvl7pPr>
              <a:defRPr sz="3375" b="0">
                <a:solidFill>
                  <a:srgbClr val="BBD8A8"/>
                </a:solidFill>
                <a:latin typeface="Arial"/>
                <a:ea typeface="Arial"/>
                <a:cs typeface="Arial"/>
              </a:defRPr>
            </a:lvl7pPr>
            <a:lvl8pPr>
              <a:defRPr sz="3375" b="0">
                <a:solidFill>
                  <a:srgbClr val="BBD8A8"/>
                </a:solidFill>
                <a:latin typeface="Arial"/>
                <a:ea typeface="Arial"/>
                <a:cs typeface="Arial"/>
              </a:defRPr>
            </a:lvl8pPr>
            <a:lvl9pPr>
              <a:defRPr sz="3375" b="0">
                <a:solidFill>
                  <a:srgbClr val="BBD8A8"/>
                </a:solidFill>
                <a:latin typeface="Arial"/>
                <a:ea typeface="Arial"/>
                <a:cs typeface="Arial"/>
              </a:defRPr>
            </a:lvl9pPr>
          </a:lstStyle>
          <a:p xmlns:a="http://schemas.openxmlformats.org/drawingml/2006/main">
            <a:pPr>
              <a:defRPr sz="3375" b="0">
                <a:solidFill>
                  <a:srgbClr val="BBD8A8"/>
                </a:solidFill>
                <a:latin typeface="Arial"/>
                <a:ea typeface="Arial"/>
                <a:cs typeface="Arial"/>
              </a:defRPr>
            </a:pPr>
            <a:r>
              <a:rPr sz="3375" b="0">
                <a:solidFill>
                  <a:srgbClr val="BBD8A8"/>
                </a:solidFill>
                <a:latin typeface="Arial"/>
                <a:ea typeface="Arial"/>
                <a:cs typeface="Arial"/>
              </a:rPr>
              <a:t>Alegi traseul și după umbră.</a:t>
            </a:r>
          </a:p>
        </p:txBody>
      </p:sp>
      <p:sp>
        <p:nvSpPr>
          <p:cNvPr id="21" name="text-108">
            <a:extLst xmlns:a="http://schemas.openxmlformats.org/drawingml/2006/main">
              <a:ext uri="{FF2B5EF4-FFF2-40B4-BE49-F238E27FC236}">
                <a16:creationId xmlns:a16="http://schemas.microsoft.com/office/drawing/2014/main" id="{D0F40C67-7793-4219-934D-FC884A164E12}"/>
              </a:ext>
            </a:extLst>
          </p:cNvPr>
          <p:cNvSpPr>
            <a:spLocks xmlns:a="http://schemas.openxmlformats.org/drawingml/2006/main" noGrp="1"/>
          </p:cNvSpPr>
          <p:nvPr/>
        </p:nvSpPr>
        <p:spPr>
          <a:xfrm xmlns:a="http://schemas.openxmlformats.org/drawingml/2006/main">
            <a:off x="657225" y="63436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5E3D0"/>
                </a:solidFill>
                <a:latin typeface="Arial"/>
                <a:ea typeface="Arial"/>
                <a:cs typeface="Arial"/>
              </a:defRPr>
            </a:defPPr>
            <a:lvl1pPr>
              <a:defRPr sz="1350" b="0">
                <a:solidFill>
                  <a:srgbClr val="D5E3D0"/>
                </a:solidFill>
                <a:latin typeface="Arial"/>
                <a:ea typeface="Arial"/>
                <a:cs typeface="Arial"/>
              </a:defRPr>
            </a:lvl1pPr>
            <a:lvl2pPr>
              <a:defRPr sz="1350" b="0">
                <a:solidFill>
                  <a:srgbClr val="D5E3D0"/>
                </a:solidFill>
                <a:latin typeface="Arial"/>
                <a:ea typeface="Arial"/>
                <a:cs typeface="Arial"/>
              </a:defRPr>
            </a:lvl2pPr>
            <a:lvl3pPr>
              <a:defRPr sz="1350" b="0">
                <a:solidFill>
                  <a:srgbClr val="D5E3D0"/>
                </a:solidFill>
                <a:latin typeface="Arial"/>
                <a:ea typeface="Arial"/>
                <a:cs typeface="Arial"/>
              </a:defRPr>
            </a:lvl3pPr>
            <a:lvl4pPr>
              <a:defRPr sz="1350" b="0">
                <a:solidFill>
                  <a:srgbClr val="D5E3D0"/>
                </a:solidFill>
                <a:latin typeface="Arial"/>
                <a:ea typeface="Arial"/>
                <a:cs typeface="Arial"/>
              </a:defRPr>
            </a:lvl4pPr>
            <a:lvl5pPr>
              <a:defRPr sz="1350" b="0">
                <a:solidFill>
                  <a:srgbClr val="D5E3D0"/>
                </a:solidFill>
                <a:latin typeface="Arial"/>
                <a:ea typeface="Arial"/>
                <a:cs typeface="Arial"/>
              </a:defRPr>
            </a:lvl5pPr>
            <a:lvl6pPr>
              <a:defRPr sz="1350" b="0">
                <a:solidFill>
                  <a:srgbClr val="D5E3D0"/>
                </a:solidFill>
                <a:latin typeface="Arial"/>
                <a:ea typeface="Arial"/>
                <a:cs typeface="Arial"/>
              </a:defRPr>
            </a:lvl6pPr>
            <a:lvl7pPr>
              <a:defRPr sz="1350" b="0">
                <a:solidFill>
                  <a:srgbClr val="D5E3D0"/>
                </a:solidFill>
                <a:latin typeface="Arial"/>
                <a:ea typeface="Arial"/>
                <a:cs typeface="Arial"/>
              </a:defRPr>
            </a:lvl7pPr>
            <a:lvl8pPr>
              <a:defRPr sz="1350" b="0">
                <a:solidFill>
                  <a:srgbClr val="D5E3D0"/>
                </a:solidFill>
                <a:latin typeface="Arial"/>
                <a:ea typeface="Arial"/>
                <a:cs typeface="Arial"/>
              </a:defRPr>
            </a:lvl8pPr>
            <a:lvl9pPr>
              <a:defRPr sz="1350" b="0">
                <a:solidFill>
                  <a:srgbClr val="D5E3D0"/>
                </a:solidFill>
                <a:latin typeface="Arial"/>
                <a:ea typeface="Arial"/>
                <a:cs typeface="Arial"/>
              </a:defRPr>
            </a:lvl9pPr>
          </a:lstStyle>
          <a:p xmlns:a="http://schemas.openxmlformats.org/drawingml/2006/main">
            <a:pPr>
              <a:defRPr sz="1350" b="0">
                <a:solidFill>
                  <a:srgbClr val="D5E3D0"/>
                </a:solidFill>
                <a:latin typeface="Arial"/>
                <a:ea typeface="Arial"/>
                <a:cs typeface="Arial"/>
              </a:defRPr>
            </a:pPr>
            <a:r>
              <a:rPr sz="1350" b="0">
                <a:solidFill>
                  <a:srgbClr val="D5E3D0"/>
                </a:solidFill>
                <a:latin typeface="Arial"/>
                <a:ea typeface="Arial"/>
                <a:cs typeface="Arial"/>
              </a:rPr>
              <a:t>Rutare în Constanța. Aceeași metodă de lucru pentru datele altor orașe.</a:t>
            </a:r>
          </a:p>
        </p:txBody>
      </p:sp>
    </p:spTree>
    <p:extLst>
      <p:ext uri="{BB962C8B-B14F-4D97-AF65-F5344CB8AC3E}">
        <p14:creationId xmlns:p14="http://schemas.microsoft.com/office/powerpoint/2010/main" val="1076969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2026-10-27T12:02:52.2720000Z</dcterms:created>
  <dcterms:modified xsi:type="dcterms:W3CDTF">2026-10-27T12:02:52.2720000Z</dcterms:modified>
</coreProperties>
</file>