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fad26c710c84a34" /><Relationship Type="http://schemas.openxmlformats.org/officeDocument/2006/relationships/extended-properties" Target="/docProps/app.xml" Id="R95f353d59bcc44b8" /><Relationship Type="http://schemas.openxmlformats.org/officeDocument/2006/relationships/officeDocument" Target="/ppt/presentation.xml" Id="R4f6ad00373e148c6" /></Relationships>
</file>

<file path=ppt/presentation.xml><?xml version="1.0" encoding="utf-8"?>
<p:presentation xmlns:p="http://schemas.openxmlformats.org/presentationml/2006/main">
  <p:sldMasterIdLst>
    <p:sldMasterId xmlns:r="http://schemas.openxmlformats.org/officeDocument/2006/relationships" id="2147483648" r:id="R764a410f50fe4700"/>
  </p:sldMasterIdLst>
  <p:notesMasterIdLst>
    <p:notesMasterId xmlns:r="http://schemas.openxmlformats.org/officeDocument/2006/relationships" r:id="R6293070232d14786"/>
  </p:notesMasterIdLst>
  <p:sldIdLst>
    <p:sldId xmlns:r="http://schemas.openxmlformats.org/officeDocument/2006/relationships" id="256" r:id="Re9554470199e4678"/>
    <p:sldId xmlns:r="http://schemas.openxmlformats.org/officeDocument/2006/relationships" id="257" r:id="R3011db8acf254c4f"/>
    <p:sldId xmlns:r="http://schemas.openxmlformats.org/officeDocument/2006/relationships" id="258" r:id="R05060ccfca754e1b"/>
    <p:sldId xmlns:r="http://schemas.openxmlformats.org/officeDocument/2006/relationships" id="259" r:id="R946bf1d76d1642e3"/>
    <p:sldId xmlns:r="http://schemas.openxmlformats.org/officeDocument/2006/relationships" id="260" r:id="Ra232bda18ab1473b"/>
    <p:sldId xmlns:r="http://schemas.openxmlformats.org/officeDocument/2006/relationships" id="261" r:id="Rfadb832bc4824c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b60d6d83e840b7" /><Relationship Type="http://schemas.openxmlformats.org/officeDocument/2006/relationships/slideMaster" Target="/ppt/slideMasters/slideMaster1.xml" Id="R764a410f50fe4700" /><Relationship Type="http://schemas.openxmlformats.org/officeDocument/2006/relationships/notesMaster" Target="/ppt/notesMasters/notesMaster1.xml" Id="R6293070232d14786" /><Relationship Type="http://schemas.openxmlformats.org/officeDocument/2006/relationships/presProps" Target="/ppt/presProps.xml" Id="R82b49c00eddc4997" /><Relationship Type="http://schemas.openxmlformats.org/officeDocument/2006/relationships/tableStyles" Target="/ppt/tableStyles.xml" Id="R078ab8c89e3c4e9e" /><Relationship Type="http://schemas.openxmlformats.org/officeDocument/2006/relationships/slide" Target="/ppt/slides/slide1.xml" Id="Re9554470199e4678" /><Relationship Type="http://schemas.openxmlformats.org/officeDocument/2006/relationships/slide" Target="/ppt/slides/slide2.xml" Id="R3011db8acf254c4f" /><Relationship Type="http://schemas.openxmlformats.org/officeDocument/2006/relationships/slide" Target="/ppt/slides/slide3.xml" Id="R05060ccfca754e1b" /><Relationship Type="http://schemas.openxmlformats.org/officeDocument/2006/relationships/slide" Target="/ppt/slides/slide4.xml" Id="R946bf1d76d1642e3" /><Relationship Type="http://schemas.openxmlformats.org/officeDocument/2006/relationships/slide" Target="/ppt/slides/slide5.xml" Id="Ra232bda18ab1473b" /><Relationship Type="http://schemas.openxmlformats.org/officeDocument/2006/relationships/slide" Target="/ppt/slides/slide6.xml" Id="Rfadb832bc4824c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73263d708641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2a3792fcce4eaa" /><Relationship Type="http://schemas.openxmlformats.org/officeDocument/2006/relationships/notesMaster" Target="/ppt/notesMasters/notesMaster1.xml" Id="R432f4026e92e4a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ee2eb69acd4fdc" /><Relationship Type="http://schemas.openxmlformats.org/officeDocument/2006/relationships/notesMaster" Target="/ppt/notesMasters/notesMaster1.xml" Id="R276d538b76cf46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d5fe9a40a245ce" /><Relationship Type="http://schemas.openxmlformats.org/officeDocument/2006/relationships/notesMaster" Target="/ppt/notesMasters/notesMaster1.xml" Id="Rd9cf0c038d894b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150d397ca94841" /><Relationship Type="http://schemas.openxmlformats.org/officeDocument/2006/relationships/notesMaster" Target="/ppt/notesMasters/notesMaster1.xml" Id="R2a03746d853b4a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c251ffc34b4287" /><Relationship Type="http://schemas.openxmlformats.org/officeDocument/2006/relationships/notesMaster" Target="/ppt/notesMasters/notesMaster1.xml" Id="R1fd1bf29531049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71686d53204006" /><Relationship Type="http://schemas.openxmlformats.org/officeDocument/2006/relationships/notesMaster" Target="/ppt/notesMasters/notesMaster1.xml" Id="R2ce87b36627949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00:00–00:20 | 20 secunde</a:t>
            </a:r>
          </a:p>
          <a:p xmlns:a="http://schemas.openxmlformats.org/drawingml/2006/main">
            <a:r>
              <a:t/>
            </a:r>
          </a:p>
          <a:p xmlns:a="http://schemas.openxmlformats.org/drawingml/2006/main">
            <a:r>
              <a:t>DISCURS</a:t>
            </a:r>
          </a:p>
          <a:p xmlns:a="http://schemas.openxmlformats.org/drawingml/2006/main">
            <a:r>
              <a:t>Bună ziua! Vă prezentăm UMBRA SmartRoute, un proiect despre trasee pietonale cu expunere redusă la soare. Am pornit de la harta umbrelor și am ajuns la o problemă esențială: cât de bine cunoaștem înălțimile clădirilor care produc aceste umbre?</a:t>
            </a:r>
          </a:p>
          <a:p xmlns:a="http://schemas.openxmlformats.org/drawingml/2006/main">
            <a:r>
              <a:t/>
            </a:r>
          </a:p>
          <a:p xmlns:a="http://schemas.openxmlformats.org/drawingml/2006/main">
            <a:r>
              <a:t>REPER</a:t>
            </a:r>
          </a:p>
          <a:p xmlns:a="http://schemas.openxmlformats.org/drawingml/2006/main">
            <a:r>
              <a:t>Privește juriul. La 00:20 treci la aplicație.</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docs/paper/umbra-lucrare.pdf</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a:p xmlns:a="http://schemas.openxmlformats.org/drawingml/2006/main">
            <a:br/>
            <a:br/>
            <a:r>
              <a:t>DESIGN ȘI STRUCTURĂ</a:t>
            </a:r>
            <a:br/>
            <a:r>
              <a:t>https://www.apple.com/apple-events/</a:t>
            </a:r>
            <a:br/>
            <a:r>
              <a:t>https://creative.starbucks.com/color/</a:t>
            </a:r>
            <a:br/>
            <a:r>
              <a:t>https://creative.starbucks.com/typography/</a:t>
            </a:r>
            <a:br/>
            <a:r>
              <a:t>https://gradcareers.cornell.edu/spotlights/tips-for-a-5-minute-research-presentation/</a:t>
            </a:r>
            <a:br/>
            <a:r>
              <a:t>https://www.sciencesocieties.org/canvas/submit/rapidfire</a:t>
            </a:r>
            <a:br/>
            <a:r>
              <a:t>Inspirație vizuală, fără siglele sau afilierea acestor branduri. Recomandările altor concursuri nu sunt reguli RoSEF.</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00:20–01:10 | 50 secunde</a:t>
            </a:r>
          </a:p>
          <a:p xmlns:a="http://schemas.openxmlformats.org/drawingml/2006/main">
            <a:r>
              <a:t/>
            </a:r>
          </a:p>
          <a:p xmlns:a="http://schemas.openxmlformats.org/drawingml/2006/main">
            <a:r>
              <a:t>DISCURS</a:t>
            </a:r>
          </a:p>
          <a:p xmlns:a="http://schemas.openxmlformats.org/drawingml/2006/main">
            <a:r>
              <a:t>În aplicație, utilizatorul alege destinația, data, ora și ocolul acceptat. Sistemul folosește contururile clădirilor și poziția Soarelui pentru a estima umbrele și expunerea de-a lungul traseului. Telefonul afișează harta și citește poziția, iar serverul de pe calculator execută calculele. Rutarea folosește deocamdată datele pregătite pentru Constanța, Mamaia și Palazu Mare. Clădirile și umbrele orientative se pot încărca și pentru alte regiuni din România. Această acoperire vizuală nu înseamnă că avem rutare validată în toate orașele. Prototipul actual necesită calculatorul pornit, iar testele software nu demonstrează încă precizia umbrelor în teren.</a:t>
            </a:r>
          </a:p>
          <a:p xmlns:a="http://schemas.openxmlformats.org/drawingml/2006/main">
            <a:r>
              <a:t/>
            </a:r>
          </a:p>
          <a:p xmlns:a="http://schemas.openxmlformats.org/drawingml/2006/main">
            <a:r>
              <a:t>REPER</a:t>
            </a:r>
          </a:p>
          <a:p xmlns:a="http://schemas.openxmlformats.org/drawingml/2006/main">
            <a:r>
              <a:t>Arată schema telefon–PC și limita geografică. Pauză scurtă înainte de problema datelor.</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docs/backend/mobile-server.md</a:t>
            </a:r>
          </a:p>
          <a:p xmlns:a="http://schemas.openxmlformats.org/drawingml/2006/main">
            <a:r>
              <a:t>docs/mobile-verification.md</a:t>
            </a:r>
          </a:p>
          <a:p xmlns:a="http://schemas.openxmlformats.org/drawingml/2006/main">
            <a:r>
              <a:t>https://www.openstreetmap.org/copyright</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01:10–02:10 | 60 secunde</a:t>
            </a:r>
          </a:p>
          <a:p xmlns:a="http://schemas.openxmlformats.org/drawingml/2006/main">
            <a:r>
              <a:t/>
            </a:r>
          </a:p>
          <a:p xmlns:a="http://schemas.openxmlformats.org/drawingml/2006/main">
            <a:r>
              <a:t>DISCURS</a:t>
            </a:r>
          </a:p>
          <a:p xmlns:a="http://schemas.openxmlformats.org/drawingml/2006/main">
            <a:r>
              <a:t>Calitatea unei umbre calculate depinde de înălțimea clădirii. În setul nostru de 51.428 de clădiri, 45.159 nu au informații OSM despre înălțime sau etaje. Asta înseamnă 87,8 la sută. Am comparat apoi datele cu GlobalBuildingAtlas, un set global de înălțimi estimate, care acoperă 79,1 la sută dintre clădirile noastre. Comparația locală arată diferențe mai mari la clădirile înalte: pentru grupul etichetat între 20 și 40 de metri, GBA este în medie cu 15,7 metri mai jos. Grupul are doar zece clădiri. Important, referința este eticheta OSM, care poate conține erori. Acesta este un rezultat al comparației dintre baze de date, nu o eroare măsurată față de clădiri verificate pe teren.</a:t>
            </a:r>
          </a:p>
          <a:p xmlns:a="http://schemas.openxmlformats.org/drawingml/2006/main">
            <a:r>
              <a:t/>
            </a:r>
          </a:p>
          <a:p xmlns:a="http://schemas.openxmlformats.org/drawingml/2006/main">
            <a:r>
              <a:t>REPER</a:t>
            </a:r>
          </a:p>
          <a:p xmlns:a="http://schemas.openxmlformats.org/drawingml/2006/main">
            <a:r>
              <a:t>Arată 87,8%, apoi GBA și grupul de 20–40 m. Accentuează limita referinței OSM.</a:t>
            </a:r>
          </a:p>
          <a:p xmlns:a="http://schemas.openxmlformats.org/drawingml/2006/main">
            <a:r>
              <a:t/>
            </a:r>
          </a:p>
          <a:p xmlns:a="http://schemas.openxmlformats.org/drawingml/2006/main">
            <a:r>
              <a:t>SURSE (nu se citesc)</a:t>
            </a:r>
          </a:p>
          <a:p xmlns:a="http://schemas.openxmlformats.org/drawingml/2006/main">
            <a:r>
              <a:t>docs/research/gba-heights/summary.json</a:t>
            </a:r>
          </a:p>
          <a:p xmlns:a="http://schemas.openxmlformats.org/drawingml/2006/main">
            <a:r>
              <a:t>docs/research/gba-heights/README.md</a:t>
            </a:r>
          </a:p>
          <a:p xmlns:a="http://schemas.openxmlformats.org/drawingml/2006/main">
            <a:r>
              <a:t>mobile/assets/data/manifest.json</a:t>
            </a:r>
          </a:p>
          <a:p xmlns:a="http://schemas.openxmlformats.org/drawingml/2006/main">
            <a:r>
              <a:t>https://doi.org/10.5194/essd-17-6647-2025</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02:10–03:05 | 55 secunde</a:t>
            </a:r>
          </a:p>
          <a:p xmlns:a="http://schemas.openxmlformats.org/drawingml/2006/main">
            <a:r>
              <a:t/>
            </a:r>
          </a:p>
          <a:p xmlns:a="http://schemas.openxmlformats.org/drawingml/2006/main">
            <a:r>
              <a:t>DISCURS</a:t>
            </a:r>
          </a:p>
          <a:p xmlns:a="http://schemas.openxmlformats.org/drawingml/2006/main">
            <a:r>
              <a:t>Ideea de cercetare este să folosim același model geometric în sens invers. Pentru o clădire verticală și teren plan, înălțimea este lungimea umbrei înmulțită cu tangenta unghiului Soarelui. Aplicația poate calcula unghiul din poziție, dată și oră. Utilizatorul trebuie să măsoare lungimea dintre colțul clădirii și marginea corectă a umbrei. Cercetăm dacă această măsurare poate îmbunătăți înălțimile disponibile și apoi rutele. Ora contează: când Soarele este foarte sus, aceeași eroare de lungime produce o eroare mai mare de înălțime. Formula este cunoscută. Contribuția urmărită este integrarea măsurării și a incertitudinii în aplicație. Modulul de măsurare și validarea lui sunt încă propuse.</a:t>
            </a:r>
          </a:p>
          <a:p xmlns:a="http://schemas.openxmlformats.org/drawingml/2006/main">
            <a:r>
              <a:t/>
            </a:r>
          </a:p>
          <a:p xmlns:a="http://schemas.openxmlformats.org/drawingml/2006/main">
            <a:r>
              <a:t>REPER</a:t>
            </a:r>
          </a:p>
          <a:p xmlns:a="http://schemas.openxmlformats.org/drawingml/2006/main">
            <a:r>
              <a:t>Indică h, L și e pe schemă. Separă principiul geometric cunoscut de contribuția proiectului.</a:t>
            </a:r>
          </a:p>
          <a:p xmlns:a="http://schemas.openxmlformats.org/drawingml/2006/main">
            <a:r>
              <a:t/>
            </a:r>
          </a:p>
          <a:p xmlns:a="http://schemas.openxmlformats.org/drawingml/2006/main">
            <a:r>
              <a:t>SURSE (nu se citesc)</a:t>
            </a:r>
          </a:p>
          <a:p xmlns:a="http://schemas.openxmlformats.org/drawingml/2006/main">
            <a:r>
              <a:t>docs/shadow-heights.md, secțiunile 2–3 și 6</a:t>
            </a:r>
          </a:p>
          <a:p xmlns:a="http://schemas.openxmlformats.org/drawingml/2006/main">
            <a:r>
              <a:t>docs/paper/principiu.png</a:t>
            </a:r>
          </a:p>
          <a:p xmlns:a="http://schemas.openxmlformats.org/drawingml/2006/main">
            <a:r>
              <a:t>https://gml.noaa.gov/grad/solcalc/calcdetails.html</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03:05–04:20 | 75 secunde</a:t>
            </a:r>
          </a:p>
          <a:p xmlns:a="http://schemas.openxmlformats.org/drawingml/2006/main">
            <a:r>
              <a:t/>
            </a:r>
          </a:p>
          <a:p xmlns:a="http://schemas.openxmlformats.org/drawingml/2006/main">
            <a:r>
              <a:t>DISCURS</a:t>
            </a:r>
          </a:p>
          <a:p xmlns:a="http://schemas.openxmlformats.org/drawingml/2006/main">
            <a:r>
              <a:t>Planul de validare începe cu un pilot, apoi cu cel puțin treizeci de clădiri de înălțimi diferite, selectate înainte de a vedea rezultatele. Pentru fiecare avem nevoie de o înălțime de referință independentă. Măsurăm apoi umbra cu ruleta sau telemetrul, la ore diferite, și comparăm separat măsurarea prin GPS. Cel puțin doi observatori lucrează fără să cunoască referința. Obiectivul de pe ecran, o eroare de maximum trei metri pentru cel puțin optzeci la sută dintre clădirile cu umbră clară pe teren plat, este o ipoteză. Nu este un rezultat obținut. Păstrăm separat calibrarea și testarea, includem încercările eșuate și raportăm eroarea, nu doar exemplele reușite. Ultimul pas este să recalculăm umbrele și aceleași trasee cu fiecare sursă de înălțime. Astfel putem verifica dacă o înălțime mai bine estimată aduce și o îmbunătățire utilă a rutării, în același buget de ocol.</a:t>
            </a:r>
          </a:p>
          <a:p xmlns:a="http://schemas.openxmlformats.org/drawingml/2006/main">
            <a:r>
              <a:t/>
            </a:r>
          </a:p>
          <a:p xmlns:a="http://schemas.openxmlformats.org/drawingml/2006/main">
            <a:r>
              <a:t>REPER</a:t>
            </a:r>
          </a:p>
          <a:p xmlns:a="http://schemas.openxmlformats.org/drawingml/2006/main">
            <a:r>
              <a:t>Urmărește etapele din schemă. Spune explicit că ±3 m / 80% este ipoteză. Fără demonstrație live în acest interval.</a:t>
            </a:r>
          </a:p>
          <a:p xmlns:a="http://schemas.openxmlformats.org/drawingml/2006/main">
            <a:r>
              <a:t/>
            </a:r>
          </a:p>
          <a:p xmlns:a="http://schemas.openxmlformats.org/drawingml/2006/main">
            <a:r>
              <a:t>SURSE (nu se citesc)</a:t>
            </a:r>
          </a:p>
          <a:p xmlns:a="http://schemas.openxmlformats.org/drawingml/2006/main">
            <a:r>
              <a:t>docs/shadow-heights.md, H1 și secțiunea 7</a:t>
            </a:r>
          </a:p>
          <a:p xmlns:a="http://schemas.openxmlformats.org/drawingml/2006/main">
            <a:r>
              <a:t>docs/paper/umbra-lucrare.pdf, protocolul propus</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04:20–05:00 | 40 secunde</a:t>
            </a:r>
          </a:p>
          <a:p xmlns:a="http://schemas.openxmlformats.org/drawingml/2006/main">
            <a:r>
              <a:t/>
            </a:r>
          </a:p>
          <a:p xmlns:a="http://schemas.openxmlformats.org/drawingml/2006/main">
            <a:r>
              <a:t>DISCURS</a:t>
            </a:r>
          </a:p>
          <a:p xmlns:a="http://schemas.openxmlformats.org/drawingml/2006/main">
            <a:r>
              <a:t>Avem un prototip pentru hartă, umbre și rutare și o analiză locală care evidențiază limitele datelor de înălțime. Urmează măsurătorile de teren, integrarea înălțimilor verificate și evaluarea efectului asupra traseelor. Extinderea în alte orașe cere același audit al datelor. Modelul descrie expunerea la soare direct, fără să măsoare temperatura sau doza UV. Am declarat asistența AI pentru redactare și design. Rezultatele prezentate provin din analiza documentată a datelor. Obiectivul nostru rămâne simplu: înălțimi verificate pentru rute umbrite mai bine fundamentate. Vă mulțumim!</a:t>
            </a:r>
          </a:p>
          <a:p xmlns:a="http://schemas.openxmlformats.org/drawingml/2006/main">
            <a:r>
              <a:t/>
            </a:r>
          </a:p>
          <a:p xmlns:a="http://schemas.openxmlformats.org/drawingml/2006/main">
            <a:r>
              <a:t>REPER</a:t>
            </a:r>
          </a:p>
          <a:p xmlns:a="http://schemas.openxmlformats.org/drawingml/2006/main">
            <a:r>
              <a:t>Încheie la 05:00. Rămâi pe acest slide pentru întrebări. Durata reală se verifică prin repetiție cronometrată.</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docs/shadow-heights.md</a:t>
            </a:r>
          </a:p>
          <a:p xmlns:a="http://schemas.openxmlformats.org/drawingml/2006/main">
            <a:r>
              <a:t>docs/research/gba-heights/summary.json</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a:p xmlns:a="http://schemas.openxmlformats.org/drawingml/2006/main">
            <a:br/>
            <a:r>
              <a:t>UMBRA-R din documentele vechi rămâne o direcție propusă. Această prezentare urmărește direcția de cercetare curentă din docs/shadow-heights.md.</a:t>
            </a:r>
            <a:br/>
            <a:r>
              <a:t>Regulament RoSEF furnizat, art.7: creativitate30, știință20, obiective10, complexitate15, prezentare15, oficiu10. Contribuțiile individuale se declară numai conform muncii reale. Limita de5 minute este cerința utilizatorului.</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1ab60e227045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b8d5adc92740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f6b32c49d24d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acb60a41124d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4bea3524284e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ec528326f249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644BBE-4ED4-4CF9-9623-52559B4F9BA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43FE17-DE42-40FF-BACD-31FFD90451B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0AE50C-3371-46B9-845C-C986AA197E1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B5A839-CAA6-4CB3-8C23-53354BFF55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BB5B47-E8DD-449E-B443-37D39EB2B9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9F5998-AE71-4B25-A1B3-1A189AD8EE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D82773-CBF7-460E-B86B-33943CBCA7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2CB0E7-4B53-4ACA-973A-A3D4F009AA8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4CADF5-549A-48FD-8DC6-9783B432E7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BD3B50-482D-4227-96FC-1BE9A36C3C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55e0801ee94192" /><Relationship Type="http://schemas.openxmlformats.org/officeDocument/2006/relationships/slideLayout" Target="/ppt/slideLayouts/slideLayout1.xml" Id="R9c5664f0377f48f7" /><Relationship Type="http://schemas.openxmlformats.org/officeDocument/2006/relationships/slideLayout" Target="/ppt/slideLayouts/slideLayout2.xml" Id="R71a36a820665480e" /><Relationship Type="http://schemas.openxmlformats.org/officeDocument/2006/relationships/slideLayout" Target="/ppt/slideLayouts/slideLayout3.xml" Id="Rd25eb8a2e6c44d35" /><Relationship Type="http://schemas.openxmlformats.org/officeDocument/2006/relationships/slideLayout" Target="/ppt/slideLayouts/slideLayout4.xml" Id="Rcfae8cd286ad45dd" /><Relationship Type="http://schemas.openxmlformats.org/officeDocument/2006/relationships/slideLayout" Target="/ppt/slideLayouts/slideLayout5.xml" Id="R34bfb3549304410e" /><Relationship Type="http://schemas.openxmlformats.org/officeDocument/2006/relationships/slideLayout" Target="/ppt/slideLayouts/slideLayout6.xml" Id="R25957182606a44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5664f0377f48f7"/>
    <p:sldLayoutId xmlns:r="http://schemas.openxmlformats.org/officeDocument/2006/relationships" id="2147483650" r:id="R71a36a820665480e"/>
    <p:sldLayoutId xmlns:r="http://schemas.openxmlformats.org/officeDocument/2006/relationships" id="2147483651" r:id="Rd25eb8a2e6c44d35"/>
    <p:sldLayoutId xmlns:r="http://schemas.openxmlformats.org/officeDocument/2006/relationships" id="2147483652" r:id="Rcfae8cd286ad45dd"/>
    <p:sldLayoutId xmlns:r="http://schemas.openxmlformats.org/officeDocument/2006/relationships" id="2147483653" r:id="R34bfb3549304410e"/>
    <p:sldLayoutId xmlns:r="http://schemas.openxmlformats.org/officeDocument/2006/relationships" id="2147483654" r:id="R25957182606a44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4cf9ab94f64d5b" /><Relationship Type="http://schemas.openxmlformats.org/officeDocument/2006/relationships/notesSlide" Target="/ppt/notesSlides/notesSlide1.xml" Id="R1fca001162474a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d65eed160442bd" /><Relationship Type="http://schemas.openxmlformats.org/officeDocument/2006/relationships/notesSlide" Target="/ppt/notesSlides/notesSlide2.xml" Id="R06acdac217974b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c904a97a1a42cb" /><Relationship Type="http://schemas.openxmlformats.org/officeDocument/2006/relationships/chart" Target="/ppt/slides/charts/chart1.xml" Id="R34f5f4c88d16478e" /><Relationship Type="http://schemas.openxmlformats.org/officeDocument/2006/relationships/notesSlide" Target="/ppt/notesSlides/notesSlide3.xml" Id="R3e743e800f004f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2dc3276d674132" /><Relationship Type="http://schemas.openxmlformats.org/officeDocument/2006/relationships/notesSlide" Target="/ppt/notesSlides/notesSlide4.xml" Id="R69568b2a672a49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6ab8c45be64461" /><Relationship Type="http://schemas.openxmlformats.org/officeDocument/2006/relationships/notesSlide" Target="/ppt/notesSlides/notesSlide5.xml" Id="Rad2ac6bb1e3e4e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3482f42c1a4e01" /><Relationship Type="http://schemas.openxmlformats.org/officeDocument/2006/relationships/notesSlide" Target="/ppt/notesSlides/notesSlide6.xml" Id="R1e75ea2a78df4fb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Diferența medie GBA − OSM (m)</c:v>
          </c:tx>
          <c:spPr>
            <a:solidFill xmlns:a="http://schemas.openxmlformats.org/drawingml/2006/main">
              <a:srgbClr val="00754A"/>
            </a:solidFill>
          </c:spPr>
          <c:invertIfNegative val="0"/>
          <c:cat>
            <c:strRef>
              <c:f>'Chart Data'!$A$2:$A$4</c:f>
              <c:strCache>
                <c:ptCount val="3"/>
                <c:pt idx="0">
                  <c:v>0–10 m (n=45)</c:v>
                </c:pt>
                <c:pt idx="1">
                  <c:v>10–20 m (n=28)</c:v>
                </c:pt>
                <c:pt idx="2">
                  <c:v>20–40 m (n=10)</c:v>
                </c:pt>
              </c:strCache>
            </c:strRef>
          </c:cat>
          <c:val>
            <c:numRef>
              <c:f>'Chart Data'!$B$2:$B$4</c:f>
              <c:numCache>
                <c:formatCode>0" m"</c:formatCode>
                <c:ptCount val="3"/>
                <c:pt idx="0">
                  <c:v>-0.13</c:v>
                </c:pt>
                <c:pt idx="1">
                  <c:v>-5.14</c:v>
                </c:pt>
                <c:pt idx="2">
                  <c:v>-15.69</c:v>
                </c:pt>
              </c:numCache>
            </c:numRef>
          </c:val>
        </c:ser>
        <c:dLbls>
          <c:numFmt formatCode="0.0&quot; m&quot;" sourceLinked="0"/>
          <c:txPr>
            <a:bodyPr xmlns:a="http://schemas.openxmlformats.org/drawingml/2006/main" anchorCtr="1"/>
            <a:lstStyle xmlns:a="http://schemas.openxmlformats.org/drawingml/2006/main"/>
            <a:p xmlns:a="http://schemas.openxmlformats.org/drawingml/2006/main">
              <a:pPr>
                <a:defRPr sz="1650" b="1">
                  <a:solidFill>
                    <a:srgbClr val="172B25"/>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Grupuri după înălțimea etichetată în OSM</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
          <c:min val="-20"/>
        </c:scaling>
        <c:delete val="0"/>
        <c:axPos val="l"/>
        <c:majorGridlines>
          <c:spPr>
            <a:ln xmlns:a="http://schemas.openxmlformats.org/drawingml/2006/main" w="9525">
              <a:solidFill>
                <a:srgbClr val="D7DFD6"/>
              </a:solidFill>
              <a:prstDash val="solid"/>
            </a:ln>
          </c:spPr>
        </c:majorGridlines>
        <c:numFmt formatCode="0&quot; 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5"/>
      </c:valAx>
      <c:spPr>
        <a:solidFill xmlns:a="http://schemas.openxmlformats.org/drawingml/2006/main">
          <a:srgbClr val="F7F5EF"/>
        </a:solidFill>
      </c:spPr>
    </c:plotArea>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D36"/>
        </a:solidFill>
      </p:bgPr>
    </p:bg>
    <p:spTree>
      <p:nvGrpSpPr>
        <p:cNvPr id="1" name=""/>
        <p:cNvGrpSpPr/>
        <p:nvPr/>
      </p:nvGrpSpPr>
      <p:grpSpPr>
        <a:xfrm xmlns:a="http://schemas.openxmlformats.org/drawingml/2006/main"/>
      </p:grpSpPr>
      <p:sp>
        <p:nvSpPr>
          <p:cNvPr id="10" name="page-1">
            <a:extLst xmlns:a="http://schemas.openxmlformats.org/drawingml/2006/main">
              <a:ext uri="{FF2B5EF4-FFF2-40B4-BE49-F238E27FC236}">
                <a16:creationId xmlns:a16="http://schemas.microsoft.com/office/drawing/2014/main" id="{015802EB-954B-4051-B962-9899CF72FEEE}"/>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4D7CC"/>
                </a:solidFill>
                <a:latin typeface="Arial"/>
                <a:ea typeface="Arial"/>
                <a:cs typeface="Arial"/>
              </a:defRPr>
            </a:defPPr>
            <a:lvl1pPr>
              <a:defRPr sz="1200" b="0">
                <a:solidFill>
                  <a:srgbClr val="C4D7CC"/>
                </a:solidFill>
                <a:latin typeface="Arial"/>
                <a:ea typeface="Arial"/>
                <a:cs typeface="Arial"/>
              </a:defRPr>
            </a:lvl1pPr>
            <a:lvl2pPr>
              <a:defRPr sz="1200" b="0">
                <a:solidFill>
                  <a:srgbClr val="C4D7CC"/>
                </a:solidFill>
                <a:latin typeface="Arial"/>
                <a:ea typeface="Arial"/>
                <a:cs typeface="Arial"/>
              </a:defRPr>
            </a:lvl2pPr>
            <a:lvl3pPr>
              <a:defRPr sz="1200" b="0">
                <a:solidFill>
                  <a:srgbClr val="C4D7CC"/>
                </a:solidFill>
                <a:latin typeface="Arial"/>
                <a:ea typeface="Arial"/>
                <a:cs typeface="Arial"/>
              </a:defRPr>
            </a:lvl3pPr>
            <a:lvl4pPr>
              <a:defRPr sz="1200" b="0">
                <a:solidFill>
                  <a:srgbClr val="C4D7CC"/>
                </a:solidFill>
                <a:latin typeface="Arial"/>
                <a:ea typeface="Arial"/>
                <a:cs typeface="Arial"/>
              </a:defRPr>
            </a:lvl4pPr>
            <a:lvl5pPr>
              <a:defRPr sz="1200" b="0">
                <a:solidFill>
                  <a:srgbClr val="C4D7CC"/>
                </a:solidFill>
                <a:latin typeface="Arial"/>
                <a:ea typeface="Arial"/>
                <a:cs typeface="Arial"/>
              </a:defRPr>
            </a:lvl5pPr>
            <a:lvl6pPr>
              <a:defRPr sz="1200" b="0">
                <a:solidFill>
                  <a:srgbClr val="C4D7CC"/>
                </a:solidFill>
                <a:latin typeface="Arial"/>
                <a:ea typeface="Arial"/>
                <a:cs typeface="Arial"/>
              </a:defRPr>
            </a:lvl6pPr>
            <a:lvl7pPr>
              <a:defRPr sz="1200" b="0">
                <a:solidFill>
                  <a:srgbClr val="C4D7CC"/>
                </a:solidFill>
                <a:latin typeface="Arial"/>
                <a:ea typeface="Arial"/>
                <a:cs typeface="Arial"/>
              </a:defRPr>
            </a:lvl7pPr>
            <a:lvl8pPr>
              <a:defRPr sz="1200" b="0">
                <a:solidFill>
                  <a:srgbClr val="C4D7CC"/>
                </a:solidFill>
                <a:latin typeface="Arial"/>
                <a:ea typeface="Arial"/>
                <a:cs typeface="Arial"/>
              </a:defRPr>
            </a:lvl8pPr>
            <a:lvl9pPr>
              <a:defRPr sz="1200" b="0">
                <a:solidFill>
                  <a:srgbClr val="C4D7CC"/>
                </a:solidFill>
                <a:latin typeface="Arial"/>
                <a:ea typeface="Arial"/>
                <a:cs typeface="Arial"/>
              </a:defRPr>
            </a:lvl9pPr>
          </a:lstStyle>
          <a:p xmlns:a="http://schemas.openxmlformats.org/drawingml/2006/main">
            <a:pPr>
              <a:defRPr sz="1200" b="0">
                <a:solidFill>
                  <a:srgbClr val="C4D7CC"/>
                </a:solidFill>
                <a:latin typeface="Arial"/>
                <a:ea typeface="Arial"/>
                <a:cs typeface="Arial"/>
              </a:defRPr>
            </a:pPr>
            <a:r>
              <a:rPr sz="1200" b="0">
                <a:solidFill>
                  <a:srgbClr val="C4D7CC"/>
                </a:solidFill>
                <a:latin typeface="Arial"/>
                <a:ea typeface="Arial"/>
                <a:cs typeface="Arial"/>
              </a:rPr>
              <a:t>1 / 6</a:t>
            </a:r>
          </a:p>
        </p:txBody>
      </p:sp>
      <p:sp>
        <p:nvSpPr>
          <p:cNvPr id="2" name="event-2">
            <a:extLst xmlns:a="http://schemas.openxmlformats.org/drawingml/2006/main">
              <a:ext uri="{FF2B5EF4-FFF2-40B4-BE49-F238E27FC236}">
                <a16:creationId xmlns:a16="http://schemas.microsoft.com/office/drawing/2014/main" id="{0F1FDB31-05FF-4941-AC97-EAC9742EBD0B}"/>
              </a:ext>
            </a:extLst>
          </p:cNvPr>
          <p:cNvSpPr>
            <a:spLocks xmlns:a="http://schemas.openxmlformats.org/drawingml/2006/main" noGrp="1"/>
          </p:cNvSpPr>
          <p:nvPr/>
        </p:nvSpPr>
        <p:spPr>
          <a:xfrm xmlns:a="http://schemas.openxmlformats.org/drawingml/2006/main">
            <a:off x="647700" y="55245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ECFB9"/>
                </a:solidFill>
                <a:latin typeface="Arial"/>
                <a:ea typeface="Arial"/>
                <a:cs typeface="Arial"/>
              </a:defRPr>
            </a:defPPr>
            <a:lvl1pPr>
              <a:defRPr sz="1875" b="1">
                <a:solidFill>
                  <a:srgbClr val="AECFB9"/>
                </a:solidFill>
                <a:latin typeface="Arial"/>
                <a:ea typeface="Arial"/>
                <a:cs typeface="Arial"/>
              </a:defRPr>
            </a:lvl1pPr>
            <a:lvl2pPr>
              <a:defRPr sz="1875" b="1">
                <a:solidFill>
                  <a:srgbClr val="AECFB9"/>
                </a:solidFill>
                <a:latin typeface="Arial"/>
                <a:ea typeface="Arial"/>
                <a:cs typeface="Arial"/>
              </a:defRPr>
            </a:lvl2pPr>
            <a:lvl3pPr>
              <a:defRPr sz="1875" b="1">
                <a:solidFill>
                  <a:srgbClr val="AECFB9"/>
                </a:solidFill>
                <a:latin typeface="Arial"/>
                <a:ea typeface="Arial"/>
                <a:cs typeface="Arial"/>
              </a:defRPr>
            </a:lvl3pPr>
            <a:lvl4pPr>
              <a:defRPr sz="1875" b="1">
                <a:solidFill>
                  <a:srgbClr val="AECFB9"/>
                </a:solidFill>
                <a:latin typeface="Arial"/>
                <a:ea typeface="Arial"/>
                <a:cs typeface="Arial"/>
              </a:defRPr>
            </a:lvl4pPr>
            <a:lvl5pPr>
              <a:defRPr sz="1875" b="1">
                <a:solidFill>
                  <a:srgbClr val="AECFB9"/>
                </a:solidFill>
                <a:latin typeface="Arial"/>
                <a:ea typeface="Arial"/>
                <a:cs typeface="Arial"/>
              </a:defRPr>
            </a:lvl5pPr>
            <a:lvl6pPr>
              <a:defRPr sz="1875" b="1">
                <a:solidFill>
                  <a:srgbClr val="AECFB9"/>
                </a:solidFill>
                <a:latin typeface="Arial"/>
                <a:ea typeface="Arial"/>
                <a:cs typeface="Arial"/>
              </a:defRPr>
            </a:lvl6pPr>
            <a:lvl7pPr>
              <a:defRPr sz="1875" b="1">
                <a:solidFill>
                  <a:srgbClr val="AECFB9"/>
                </a:solidFill>
                <a:latin typeface="Arial"/>
                <a:ea typeface="Arial"/>
                <a:cs typeface="Arial"/>
              </a:defRPr>
            </a:lvl7pPr>
            <a:lvl8pPr>
              <a:defRPr sz="1875" b="1">
                <a:solidFill>
                  <a:srgbClr val="AECFB9"/>
                </a:solidFill>
                <a:latin typeface="Arial"/>
                <a:ea typeface="Arial"/>
                <a:cs typeface="Arial"/>
              </a:defRPr>
            </a:lvl8pPr>
            <a:lvl9pPr>
              <a:defRPr sz="1875" b="1">
                <a:solidFill>
                  <a:srgbClr val="AECFB9"/>
                </a:solidFill>
                <a:latin typeface="Arial"/>
                <a:ea typeface="Arial"/>
                <a:cs typeface="Arial"/>
              </a:defRPr>
            </a:lvl9pPr>
          </a:lstStyle>
          <a:p xmlns:a="http://schemas.openxmlformats.org/drawingml/2006/main">
            <a:pPr>
              <a:defRPr sz="1875" b="1">
                <a:solidFill>
                  <a:srgbClr val="AECFB9"/>
                </a:solidFill>
                <a:latin typeface="Arial"/>
                <a:ea typeface="Arial"/>
                <a:cs typeface="Arial"/>
              </a:defRPr>
            </a:pPr>
            <a:r>
              <a:rPr sz="1875" b="1">
                <a:solidFill>
                  <a:srgbClr val="AECFB9"/>
                </a:solidFill>
                <a:latin typeface="Arial"/>
                <a:ea typeface="Arial"/>
                <a:cs typeface="Arial"/>
              </a:rPr>
              <a:t>RoSEF 2026</a:t>
            </a:r>
          </a:p>
        </p:txBody>
      </p:sp>
      <p:sp>
        <p:nvSpPr>
          <p:cNvPr id="3" name="title-3">
            <a:extLst xmlns:a="http://schemas.openxmlformats.org/drawingml/2006/main">
              <a:ext uri="{FF2B5EF4-FFF2-40B4-BE49-F238E27FC236}">
                <a16:creationId xmlns:a16="http://schemas.microsoft.com/office/drawing/2014/main" id="{CD078A30-11C8-483C-BD63-5B83D25ECC64}"/>
              </a:ext>
            </a:extLst>
          </p:cNvPr>
          <p:cNvSpPr>
            <a:spLocks xmlns:a="http://schemas.openxmlformats.org/drawingml/2006/main" noGrp="1"/>
          </p:cNvSpPr>
          <p:nvPr/>
        </p:nvSpPr>
        <p:spPr>
          <a:xfrm xmlns:a="http://schemas.openxmlformats.org/drawingml/2006/main">
            <a:off x="571500" y="1495425"/>
            <a:ext cx="109537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700" b="1">
                <a:solidFill>
                  <a:srgbClr val="FFFFFF"/>
                </a:solidFill>
                <a:latin typeface="Arial"/>
                <a:ea typeface="Arial"/>
                <a:cs typeface="Arial"/>
              </a:defRPr>
            </a:defPPr>
            <a:lvl1pPr>
              <a:defRPr sz="8700" b="1">
                <a:solidFill>
                  <a:srgbClr val="FFFFFF"/>
                </a:solidFill>
                <a:latin typeface="Arial"/>
                <a:ea typeface="Arial"/>
                <a:cs typeface="Arial"/>
              </a:defRPr>
            </a:lvl1pPr>
            <a:lvl2pPr>
              <a:defRPr sz="8700" b="1">
                <a:solidFill>
                  <a:srgbClr val="FFFFFF"/>
                </a:solidFill>
                <a:latin typeface="Arial"/>
                <a:ea typeface="Arial"/>
                <a:cs typeface="Arial"/>
              </a:defRPr>
            </a:lvl2pPr>
            <a:lvl3pPr>
              <a:defRPr sz="8700" b="1">
                <a:solidFill>
                  <a:srgbClr val="FFFFFF"/>
                </a:solidFill>
                <a:latin typeface="Arial"/>
                <a:ea typeface="Arial"/>
                <a:cs typeface="Arial"/>
              </a:defRPr>
            </a:lvl3pPr>
            <a:lvl4pPr>
              <a:defRPr sz="8700" b="1">
                <a:solidFill>
                  <a:srgbClr val="FFFFFF"/>
                </a:solidFill>
                <a:latin typeface="Arial"/>
                <a:ea typeface="Arial"/>
                <a:cs typeface="Arial"/>
              </a:defRPr>
            </a:lvl4pPr>
            <a:lvl5pPr>
              <a:defRPr sz="8700" b="1">
                <a:solidFill>
                  <a:srgbClr val="FFFFFF"/>
                </a:solidFill>
                <a:latin typeface="Arial"/>
                <a:ea typeface="Arial"/>
                <a:cs typeface="Arial"/>
              </a:defRPr>
            </a:lvl5pPr>
            <a:lvl6pPr>
              <a:defRPr sz="8700" b="1">
                <a:solidFill>
                  <a:srgbClr val="FFFFFF"/>
                </a:solidFill>
                <a:latin typeface="Arial"/>
                <a:ea typeface="Arial"/>
                <a:cs typeface="Arial"/>
              </a:defRPr>
            </a:lvl6pPr>
            <a:lvl7pPr>
              <a:defRPr sz="8700" b="1">
                <a:solidFill>
                  <a:srgbClr val="FFFFFF"/>
                </a:solidFill>
                <a:latin typeface="Arial"/>
                <a:ea typeface="Arial"/>
                <a:cs typeface="Arial"/>
              </a:defRPr>
            </a:lvl7pPr>
            <a:lvl8pPr>
              <a:defRPr sz="8700" b="1">
                <a:solidFill>
                  <a:srgbClr val="FFFFFF"/>
                </a:solidFill>
                <a:latin typeface="Arial"/>
                <a:ea typeface="Arial"/>
                <a:cs typeface="Arial"/>
              </a:defRPr>
            </a:lvl8pPr>
            <a:lvl9pPr>
              <a:defRPr sz="8700" b="1">
                <a:solidFill>
                  <a:srgbClr val="FFFFFF"/>
                </a:solidFill>
                <a:latin typeface="Arial"/>
                <a:ea typeface="Arial"/>
                <a:cs typeface="Arial"/>
              </a:defRPr>
            </a:lvl9pPr>
          </a:lstStyle>
          <a:p xmlns:a="http://schemas.openxmlformats.org/drawingml/2006/main">
            <a:pPr>
              <a:defRPr sz="8700" b="1">
                <a:solidFill>
                  <a:srgbClr val="FFFFFF"/>
                </a:solidFill>
                <a:latin typeface="Arial"/>
                <a:ea typeface="Arial"/>
                <a:cs typeface="Arial"/>
              </a:defRPr>
            </a:pPr>
            <a:r>
              <a:rPr sz="8700" b="1">
                <a:solidFill>
                  <a:srgbClr val="FFFFFF"/>
                </a:solidFill>
                <a:latin typeface="Arial"/>
                <a:ea typeface="Arial"/>
                <a:cs typeface="Arial"/>
              </a:rPr>
              <a:t>UMBRA</a:t>
            </a:r>
          </a:p>
        </p:txBody>
      </p:sp>
      <p:sp>
        <p:nvSpPr>
          <p:cNvPr id="4" name="subtitle-4">
            <a:extLst xmlns:a="http://schemas.openxmlformats.org/drawingml/2006/main">
              <a:ext uri="{FF2B5EF4-FFF2-40B4-BE49-F238E27FC236}">
                <a16:creationId xmlns:a16="http://schemas.microsoft.com/office/drawing/2014/main" id="{9957A942-E649-4308-9C86-232B15725E7F}"/>
              </a:ext>
            </a:extLst>
          </p:cNvPr>
          <p:cNvSpPr>
            <a:spLocks xmlns:a="http://schemas.openxmlformats.org/drawingml/2006/main" noGrp="1"/>
          </p:cNvSpPr>
          <p:nvPr/>
        </p:nvSpPr>
        <p:spPr>
          <a:xfrm xmlns:a="http://schemas.openxmlformats.org/drawingml/2006/main">
            <a:off x="628650" y="2809875"/>
            <a:ext cx="10953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75" b="0">
                <a:solidFill>
                  <a:srgbClr val="FFFFFF"/>
                </a:solidFill>
                <a:latin typeface="Arial"/>
                <a:ea typeface="Arial"/>
                <a:cs typeface="Arial"/>
              </a:defRPr>
            </a:defPPr>
            <a:lvl1pPr>
              <a:defRPr sz="5775" b="0">
                <a:solidFill>
                  <a:srgbClr val="FFFFFF"/>
                </a:solidFill>
                <a:latin typeface="Arial"/>
                <a:ea typeface="Arial"/>
                <a:cs typeface="Arial"/>
              </a:defRPr>
            </a:lvl1pPr>
            <a:lvl2pPr>
              <a:defRPr sz="5775" b="0">
                <a:solidFill>
                  <a:srgbClr val="FFFFFF"/>
                </a:solidFill>
                <a:latin typeface="Arial"/>
                <a:ea typeface="Arial"/>
                <a:cs typeface="Arial"/>
              </a:defRPr>
            </a:lvl2pPr>
            <a:lvl3pPr>
              <a:defRPr sz="5775" b="0">
                <a:solidFill>
                  <a:srgbClr val="FFFFFF"/>
                </a:solidFill>
                <a:latin typeface="Arial"/>
                <a:ea typeface="Arial"/>
                <a:cs typeface="Arial"/>
              </a:defRPr>
            </a:lvl3pPr>
            <a:lvl4pPr>
              <a:defRPr sz="5775" b="0">
                <a:solidFill>
                  <a:srgbClr val="FFFFFF"/>
                </a:solidFill>
                <a:latin typeface="Arial"/>
                <a:ea typeface="Arial"/>
                <a:cs typeface="Arial"/>
              </a:defRPr>
            </a:lvl4pPr>
            <a:lvl5pPr>
              <a:defRPr sz="5775" b="0">
                <a:solidFill>
                  <a:srgbClr val="FFFFFF"/>
                </a:solidFill>
                <a:latin typeface="Arial"/>
                <a:ea typeface="Arial"/>
                <a:cs typeface="Arial"/>
              </a:defRPr>
            </a:lvl5pPr>
            <a:lvl6pPr>
              <a:defRPr sz="5775" b="0">
                <a:solidFill>
                  <a:srgbClr val="FFFFFF"/>
                </a:solidFill>
                <a:latin typeface="Arial"/>
                <a:ea typeface="Arial"/>
                <a:cs typeface="Arial"/>
              </a:defRPr>
            </a:lvl6pPr>
            <a:lvl7pPr>
              <a:defRPr sz="5775" b="0">
                <a:solidFill>
                  <a:srgbClr val="FFFFFF"/>
                </a:solidFill>
                <a:latin typeface="Arial"/>
                <a:ea typeface="Arial"/>
                <a:cs typeface="Arial"/>
              </a:defRPr>
            </a:lvl7pPr>
            <a:lvl8pPr>
              <a:defRPr sz="5775" b="0">
                <a:solidFill>
                  <a:srgbClr val="FFFFFF"/>
                </a:solidFill>
                <a:latin typeface="Arial"/>
                <a:ea typeface="Arial"/>
                <a:cs typeface="Arial"/>
              </a:defRPr>
            </a:lvl8pPr>
            <a:lvl9pPr>
              <a:defRPr sz="5775" b="0">
                <a:solidFill>
                  <a:srgbClr val="FFFFFF"/>
                </a:solidFill>
                <a:latin typeface="Arial"/>
                <a:ea typeface="Arial"/>
                <a:cs typeface="Arial"/>
              </a:defRPr>
            </a:lvl9pPr>
          </a:lstStyle>
          <a:p xmlns:a="http://schemas.openxmlformats.org/drawingml/2006/main">
            <a:pPr>
              <a:defRPr sz="5775" b="0">
                <a:solidFill>
                  <a:srgbClr val="FFFFFF"/>
                </a:solidFill>
                <a:latin typeface="Arial"/>
                <a:ea typeface="Arial"/>
                <a:cs typeface="Arial"/>
              </a:defRPr>
            </a:pPr>
            <a:r>
              <a:rPr sz="5775" b="0">
                <a:solidFill>
                  <a:srgbClr val="FFFFFF"/>
                </a:solidFill>
                <a:latin typeface="Arial"/>
                <a:ea typeface="Arial"/>
                <a:cs typeface="Arial"/>
              </a:rPr>
              <a:t>SmartRoute</a:t>
            </a:r>
          </a:p>
        </p:txBody>
      </p:sp>
      <p:sp>
        <p:nvSpPr>
          <p:cNvPr id="5" name="body-5">
            <a:extLst xmlns:a="http://schemas.openxmlformats.org/drawingml/2006/main">
              <a:ext uri="{FF2B5EF4-FFF2-40B4-BE49-F238E27FC236}">
                <a16:creationId xmlns:a16="http://schemas.microsoft.com/office/drawing/2014/main" id="{05CC8BCF-3BDE-4D88-BECF-3ED781C18ECC}"/>
              </a:ext>
            </a:extLst>
          </p:cNvPr>
          <p:cNvSpPr>
            <a:spLocks xmlns:a="http://schemas.openxmlformats.org/drawingml/2006/main" noGrp="1"/>
          </p:cNvSpPr>
          <p:nvPr/>
        </p:nvSpPr>
        <p:spPr>
          <a:xfrm xmlns:a="http://schemas.openxmlformats.org/drawingml/2006/main">
            <a:off x="647700" y="396240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0">
                <a:solidFill>
                  <a:srgbClr val="C9DDCE"/>
                </a:solidFill>
                <a:latin typeface="Arial"/>
                <a:ea typeface="Arial"/>
                <a:cs typeface="Arial"/>
              </a:defRPr>
            </a:defPPr>
            <a:lvl1pPr>
              <a:defRPr sz="2775" b="0">
                <a:solidFill>
                  <a:srgbClr val="C9DDCE"/>
                </a:solidFill>
                <a:latin typeface="Arial"/>
                <a:ea typeface="Arial"/>
                <a:cs typeface="Arial"/>
              </a:defRPr>
            </a:lvl1pPr>
            <a:lvl2pPr>
              <a:defRPr sz="2775" b="0">
                <a:solidFill>
                  <a:srgbClr val="C9DDCE"/>
                </a:solidFill>
                <a:latin typeface="Arial"/>
                <a:ea typeface="Arial"/>
                <a:cs typeface="Arial"/>
              </a:defRPr>
            </a:lvl2pPr>
            <a:lvl3pPr>
              <a:defRPr sz="2775" b="0">
                <a:solidFill>
                  <a:srgbClr val="C9DDCE"/>
                </a:solidFill>
                <a:latin typeface="Arial"/>
                <a:ea typeface="Arial"/>
                <a:cs typeface="Arial"/>
              </a:defRPr>
            </a:lvl3pPr>
            <a:lvl4pPr>
              <a:defRPr sz="2775" b="0">
                <a:solidFill>
                  <a:srgbClr val="C9DDCE"/>
                </a:solidFill>
                <a:latin typeface="Arial"/>
                <a:ea typeface="Arial"/>
                <a:cs typeface="Arial"/>
              </a:defRPr>
            </a:lvl4pPr>
            <a:lvl5pPr>
              <a:defRPr sz="2775" b="0">
                <a:solidFill>
                  <a:srgbClr val="C9DDCE"/>
                </a:solidFill>
                <a:latin typeface="Arial"/>
                <a:ea typeface="Arial"/>
                <a:cs typeface="Arial"/>
              </a:defRPr>
            </a:lvl5pPr>
            <a:lvl6pPr>
              <a:defRPr sz="2775" b="0">
                <a:solidFill>
                  <a:srgbClr val="C9DDCE"/>
                </a:solidFill>
                <a:latin typeface="Arial"/>
                <a:ea typeface="Arial"/>
                <a:cs typeface="Arial"/>
              </a:defRPr>
            </a:lvl6pPr>
            <a:lvl7pPr>
              <a:defRPr sz="2775" b="0">
                <a:solidFill>
                  <a:srgbClr val="C9DDCE"/>
                </a:solidFill>
                <a:latin typeface="Arial"/>
                <a:ea typeface="Arial"/>
                <a:cs typeface="Arial"/>
              </a:defRPr>
            </a:lvl7pPr>
            <a:lvl8pPr>
              <a:defRPr sz="2775" b="0">
                <a:solidFill>
                  <a:srgbClr val="C9DDCE"/>
                </a:solidFill>
                <a:latin typeface="Arial"/>
                <a:ea typeface="Arial"/>
                <a:cs typeface="Arial"/>
              </a:defRPr>
            </a:lvl8pPr>
            <a:lvl9pPr>
              <a:defRPr sz="2775" b="0">
                <a:solidFill>
                  <a:srgbClr val="C9DDCE"/>
                </a:solidFill>
                <a:latin typeface="Arial"/>
                <a:ea typeface="Arial"/>
                <a:cs typeface="Arial"/>
              </a:defRPr>
            </a:lvl9pPr>
          </a:lstStyle>
          <a:p xmlns:a="http://schemas.openxmlformats.org/drawingml/2006/main">
            <a:pPr>
              <a:defRPr sz="2775" b="0">
                <a:solidFill>
                  <a:srgbClr val="C9DDCE"/>
                </a:solidFill>
                <a:latin typeface="Arial"/>
                <a:ea typeface="Arial"/>
                <a:cs typeface="Arial"/>
              </a:defRPr>
            </a:pPr>
            <a:r>
              <a:rPr sz="2775" b="0">
                <a:solidFill>
                  <a:srgbClr val="C9DDCE"/>
                </a:solidFill>
                <a:latin typeface="Arial"/>
                <a:ea typeface="Arial"/>
                <a:cs typeface="Arial"/>
              </a:rPr>
              <a:t>Rute pietonale după umbră</a:t>
            </a:r>
          </a:p>
        </p:txBody>
      </p:sp>
      <p:sp>
        <p:nvSpPr>
          <p:cNvPr id="6" name="rule-6">
            <a:extLst xmlns:a="http://schemas.openxmlformats.org/drawingml/2006/main">
              <a:ext uri="{FF2B5EF4-FFF2-40B4-BE49-F238E27FC236}">
                <a16:creationId xmlns:a16="http://schemas.microsoft.com/office/drawing/2014/main" id="{60487A48-CF1F-47F2-AFAA-9B18D89D6C15}"/>
              </a:ext>
            </a:extLst>
          </p:cNvPr>
          <p:cNvSpPr>
            <a:spLocks xmlns:a="http://schemas.openxmlformats.org/drawingml/2006/main" noGrp="1"/>
          </p:cNvSpPr>
          <p:nvPr/>
        </p:nvSpPr>
        <p:spPr>
          <a:xfrm xmlns:a="http://schemas.openxmlformats.org/drawingml/2006/main">
            <a:off x="647700" y="4895850"/>
            <a:ext cx="10668000" cy="19050"/>
          </a:xfrm>
          <a:prstGeom xmlns:a="http://schemas.openxmlformats.org/drawingml/2006/main" prst="rect">
            <a:avLst/>
          </a:prstGeom>
          <a:solidFill xmlns:a="http://schemas.openxmlformats.org/drawingml/2006/main">
            <a:srgbClr val="497061"/>
          </a:solidFill>
          <a:ln xmlns:a="http://schemas.openxmlformats.org/drawingml/2006/main" w="0">
            <a:noFill/>
            <a:prstDash val="solid"/>
          </a:ln>
        </p:spPr>
      </p:sp>
      <p:sp>
        <p:nvSpPr>
          <p:cNvPr id="7" name="body-7">
            <a:extLst xmlns:a="http://schemas.openxmlformats.org/drawingml/2006/main">
              <a:ext uri="{FF2B5EF4-FFF2-40B4-BE49-F238E27FC236}">
                <a16:creationId xmlns:a16="http://schemas.microsoft.com/office/drawing/2014/main" id="{23433542-94BC-442A-843D-7DF56D49A167}"/>
              </a:ext>
            </a:extLst>
          </p:cNvPr>
          <p:cNvSpPr>
            <a:spLocks xmlns:a="http://schemas.openxmlformats.org/drawingml/2006/main" noGrp="1"/>
          </p:cNvSpPr>
          <p:nvPr/>
        </p:nvSpPr>
        <p:spPr>
          <a:xfrm xmlns:a="http://schemas.openxmlformats.org/drawingml/2006/main">
            <a:off x="647700" y="51816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FFFFFF"/>
                </a:solidFill>
                <a:latin typeface="Arial"/>
                <a:ea typeface="Arial"/>
                <a:cs typeface="Arial"/>
              </a:defRPr>
            </a:defPPr>
            <a:lvl1pPr>
              <a:defRPr sz="1650" b="0">
                <a:solidFill>
                  <a:srgbClr val="FFFFFF"/>
                </a:solidFill>
                <a:latin typeface="Arial"/>
                <a:ea typeface="Arial"/>
                <a:cs typeface="Arial"/>
              </a:defRPr>
            </a:lvl1pPr>
            <a:lvl2pPr>
              <a:defRPr sz="1650" b="0">
                <a:solidFill>
                  <a:srgbClr val="FFFFFF"/>
                </a:solidFill>
                <a:latin typeface="Arial"/>
                <a:ea typeface="Arial"/>
                <a:cs typeface="Arial"/>
              </a:defRPr>
            </a:lvl2pPr>
            <a:lvl3pPr>
              <a:defRPr sz="1650" b="0">
                <a:solidFill>
                  <a:srgbClr val="FFFFFF"/>
                </a:solidFill>
                <a:latin typeface="Arial"/>
                <a:ea typeface="Arial"/>
                <a:cs typeface="Arial"/>
              </a:defRPr>
            </a:lvl3pPr>
            <a:lvl4pPr>
              <a:defRPr sz="1650" b="0">
                <a:solidFill>
                  <a:srgbClr val="FFFFFF"/>
                </a:solidFill>
                <a:latin typeface="Arial"/>
                <a:ea typeface="Arial"/>
                <a:cs typeface="Arial"/>
              </a:defRPr>
            </a:lvl4pPr>
            <a:lvl5pPr>
              <a:defRPr sz="1650" b="0">
                <a:solidFill>
                  <a:srgbClr val="FFFFFF"/>
                </a:solidFill>
                <a:latin typeface="Arial"/>
                <a:ea typeface="Arial"/>
                <a:cs typeface="Arial"/>
              </a:defRPr>
            </a:lvl5pPr>
            <a:lvl6pPr>
              <a:defRPr sz="1650" b="0">
                <a:solidFill>
                  <a:srgbClr val="FFFFFF"/>
                </a:solidFill>
                <a:latin typeface="Arial"/>
                <a:ea typeface="Arial"/>
                <a:cs typeface="Arial"/>
              </a:defRPr>
            </a:lvl6pPr>
            <a:lvl7pPr>
              <a:defRPr sz="1650" b="0">
                <a:solidFill>
                  <a:srgbClr val="FFFFFF"/>
                </a:solidFill>
                <a:latin typeface="Arial"/>
                <a:ea typeface="Arial"/>
                <a:cs typeface="Arial"/>
              </a:defRPr>
            </a:lvl7pPr>
            <a:lvl8pPr>
              <a:defRPr sz="1650" b="0">
                <a:solidFill>
                  <a:srgbClr val="FFFFFF"/>
                </a:solidFill>
                <a:latin typeface="Arial"/>
                <a:ea typeface="Arial"/>
                <a:cs typeface="Arial"/>
              </a:defRPr>
            </a:lvl8pPr>
            <a:lvl9pPr>
              <a:defRPr sz="1650" b="0">
                <a:solidFill>
                  <a:srgbClr val="FFFFFF"/>
                </a:solidFill>
                <a:latin typeface="Arial"/>
                <a:ea typeface="Arial"/>
                <a:cs typeface="Arial"/>
              </a:defRPr>
            </a:lvl9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Haivas Eduard Andrei, Manea Cezar Ștefan, Perjoc Eduard Mihai</a:t>
            </a:r>
          </a:p>
        </p:txBody>
      </p:sp>
      <p:sp>
        <p:nvSpPr>
          <p:cNvPr id="8" name="body-8">
            <a:extLst xmlns:a="http://schemas.openxmlformats.org/drawingml/2006/main">
              <a:ext uri="{FF2B5EF4-FFF2-40B4-BE49-F238E27FC236}">
                <a16:creationId xmlns:a16="http://schemas.microsoft.com/office/drawing/2014/main" id="{60ACA03E-8DC6-47A6-B637-8D1288E8ED48}"/>
              </a:ext>
            </a:extLst>
          </p:cNvPr>
          <p:cNvSpPr>
            <a:spLocks xmlns:a="http://schemas.openxmlformats.org/drawingml/2006/main" noGrp="1"/>
          </p:cNvSpPr>
          <p:nvPr/>
        </p:nvSpPr>
        <p:spPr>
          <a:xfrm xmlns:a="http://schemas.openxmlformats.org/drawingml/2006/main">
            <a:off x="647700" y="55721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C9DDCE"/>
                </a:solidFill>
                <a:latin typeface="Arial"/>
                <a:ea typeface="Arial"/>
                <a:cs typeface="Arial"/>
              </a:defRPr>
            </a:defPPr>
            <a:lvl1pPr>
              <a:defRPr sz="1575" b="0">
                <a:solidFill>
                  <a:srgbClr val="C9DDCE"/>
                </a:solidFill>
                <a:latin typeface="Arial"/>
                <a:ea typeface="Arial"/>
                <a:cs typeface="Arial"/>
              </a:defRPr>
            </a:lvl1pPr>
            <a:lvl2pPr>
              <a:defRPr sz="1575" b="0">
                <a:solidFill>
                  <a:srgbClr val="C9DDCE"/>
                </a:solidFill>
                <a:latin typeface="Arial"/>
                <a:ea typeface="Arial"/>
                <a:cs typeface="Arial"/>
              </a:defRPr>
            </a:lvl2pPr>
            <a:lvl3pPr>
              <a:defRPr sz="1575" b="0">
                <a:solidFill>
                  <a:srgbClr val="C9DDCE"/>
                </a:solidFill>
                <a:latin typeface="Arial"/>
                <a:ea typeface="Arial"/>
                <a:cs typeface="Arial"/>
              </a:defRPr>
            </a:lvl3pPr>
            <a:lvl4pPr>
              <a:defRPr sz="1575" b="0">
                <a:solidFill>
                  <a:srgbClr val="C9DDCE"/>
                </a:solidFill>
                <a:latin typeface="Arial"/>
                <a:ea typeface="Arial"/>
                <a:cs typeface="Arial"/>
              </a:defRPr>
            </a:lvl4pPr>
            <a:lvl5pPr>
              <a:defRPr sz="1575" b="0">
                <a:solidFill>
                  <a:srgbClr val="C9DDCE"/>
                </a:solidFill>
                <a:latin typeface="Arial"/>
                <a:ea typeface="Arial"/>
                <a:cs typeface="Arial"/>
              </a:defRPr>
            </a:lvl5pPr>
            <a:lvl6pPr>
              <a:defRPr sz="1575" b="0">
                <a:solidFill>
                  <a:srgbClr val="C9DDCE"/>
                </a:solidFill>
                <a:latin typeface="Arial"/>
                <a:ea typeface="Arial"/>
                <a:cs typeface="Arial"/>
              </a:defRPr>
            </a:lvl6pPr>
            <a:lvl7pPr>
              <a:defRPr sz="1575" b="0">
                <a:solidFill>
                  <a:srgbClr val="C9DDCE"/>
                </a:solidFill>
                <a:latin typeface="Arial"/>
                <a:ea typeface="Arial"/>
                <a:cs typeface="Arial"/>
              </a:defRPr>
            </a:lvl7pPr>
            <a:lvl8pPr>
              <a:defRPr sz="1575" b="0">
                <a:solidFill>
                  <a:srgbClr val="C9DDCE"/>
                </a:solidFill>
                <a:latin typeface="Arial"/>
                <a:ea typeface="Arial"/>
                <a:cs typeface="Arial"/>
              </a:defRPr>
            </a:lvl8pPr>
            <a:lvl9pPr>
              <a:defRPr sz="1575" b="0">
                <a:solidFill>
                  <a:srgbClr val="C9DDCE"/>
                </a:solidFill>
                <a:latin typeface="Arial"/>
                <a:ea typeface="Arial"/>
                <a:cs typeface="Arial"/>
              </a:defRPr>
            </a:lvl9pPr>
          </a:lstStyle>
          <a:p xmlns:a="http://schemas.openxmlformats.org/drawingml/2006/main">
            <a:pPr>
              <a:defRPr sz="1575" b="0">
                <a:solidFill>
                  <a:srgbClr val="C9DDCE"/>
                </a:solidFill>
                <a:latin typeface="Arial"/>
                <a:ea typeface="Arial"/>
                <a:cs typeface="Arial"/>
              </a:defRPr>
            </a:pPr>
            <a:r>
              <a:rPr sz="1575" b="0">
                <a:solidFill>
                  <a:srgbClr val="C9DDCE"/>
                </a:solidFill>
                <a:latin typeface="Arial"/>
                <a:ea typeface="Arial"/>
                <a:cs typeface="Arial"/>
              </a:rPr>
              <a:t>ICHC / Telecom / Liceul de Marină, clasa a X-a</a:t>
            </a:r>
          </a:p>
        </p:txBody>
      </p:sp>
      <p:sp>
        <p:nvSpPr>
          <p:cNvPr id="9" name="body-9">
            <a:extLst xmlns:a="http://schemas.openxmlformats.org/drawingml/2006/main">
              <a:ext uri="{FF2B5EF4-FFF2-40B4-BE49-F238E27FC236}">
                <a16:creationId xmlns:a16="http://schemas.microsoft.com/office/drawing/2014/main" id="{48A144CF-41D3-47CD-B28D-E4508D13119B}"/>
              </a:ext>
            </a:extLst>
          </p:cNvPr>
          <p:cNvSpPr>
            <a:spLocks xmlns:a="http://schemas.openxmlformats.org/drawingml/2006/main" noGrp="1"/>
          </p:cNvSpPr>
          <p:nvPr/>
        </p:nvSpPr>
        <p:spPr>
          <a:xfrm xmlns:a="http://schemas.openxmlformats.org/drawingml/2006/main">
            <a:off x="647700" y="59245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C9DDCE"/>
                </a:solidFill>
                <a:latin typeface="Arial"/>
                <a:ea typeface="Arial"/>
                <a:cs typeface="Arial"/>
              </a:defRPr>
            </a:defPPr>
            <a:lvl1pPr>
              <a:defRPr sz="1575" b="0">
                <a:solidFill>
                  <a:srgbClr val="C9DDCE"/>
                </a:solidFill>
                <a:latin typeface="Arial"/>
                <a:ea typeface="Arial"/>
                <a:cs typeface="Arial"/>
              </a:defRPr>
            </a:lvl1pPr>
            <a:lvl2pPr>
              <a:defRPr sz="1575" b="0">
                <a:solidFill>
                  <a:srgbClr val="C9DDCE"/>
                </a:solidFill>
                <a:latin typeface="Arial"/>
                <a:ea typeface="Arial"/>
                <a:cs typeface="Arial"/>
              </a:defRPr>
            </a:lvl2pPr>
            <a:lvl3pPr>
              <a:defRPr sz="1575" b="0">
                <a:solidFill>
                  <a:srgbClr val="C9DDCE"/>
                </a:solidFill>
                <a:latin typeface="Arial"/>
                <a:ea typeface="Arial"/>
                <a:cs typeface="Arial"/>
              </a:defRPr>
            </a:lvl3pPr>
            <a:lvl4pPr>
              <a:defRPr sz="1575" b="0">
                <a:solidFill>
                  <a:srgbClr val="C9DDCE"/>
                </a:solidFill>
                <a:latin typeface="Arial"/>
                <a:ea typeface="Arial"/>
                <a:cs typeface="Arial"/>
              </a:defRPr>
            </a:lvl4pPr>
            <a:lvl5pPr>
              <a:defRPr sz="1575" b="0">
                <a:solidFill>
                  <a:srgbClr val="C9DDCE"/>
                </a:solidFill>
                <a:latin typeface="Arial"/>
                <a:ea typeface="Arial"/>
                <a:cs typeface="Arial"/>
              </a:defRPr>
            </a:lvl5pPr>
            <a:lvl6pPr>
              <a:defRPr sz="1575" b="0">
                <a:solidFill>
                  <a:srgbClr val="C9DDCE"/>
                </a:solidFill>
                <a:latin typeface="Arial"/>
                <a:ea typeface="Arial"/>
                <a:cs typeface="Arial"/>
              </a:defRPr>
            </a:lvl6pPr>
            <a:lvl7pPr>
              <a:defRPr sz="1575" b="0">
                <a:solidFill>
                  <a:srgbClr val="C9DDCE"/>
                </a:solidFill>
                <a:latin typeface="Arial"/>
                <a:ea typeface="Arial"/>
                <a:cs typeface="Arial"/>
              </a:defRPr>
            </a:lvl7pPr>
            <a:lvl8pPr>
              <a:defRPr sz="1575" b="0">
                <a:solidFill>
                  <a:srgbClr val="C9DDCE"/>
                </a:solidFill>
                <a:latin typeface="Arial"/>
                <a:ea typeface="Arial"/>
                <a:cs typeface="Arial"/>
              </a:defRPr>
            </a:lvl8pPr>
            <a:lvl9pPr>
              <a:defRPr sz="1575" b="0">
                <a:solidFill>
                  <a:srgbClr val="C9DDCE"/>
                </a:solidFill>
                <a:latin typeface="Arial"/>
                <a:ea typeface="Arial"/>
                <a:cs typeface="Arial"/>
              </a:defRPr>
            </a:lvl9pPr>
          </a:lstStyle>
          <a:p xmlns:a="http://schemas.openxmlformats.org/drawingml/2006/main">
            <a:pPr>
              <a:defRPr sz="1575" b="0">
                <a:solidFill>
                  <a:srgbClr val="C9DDCE"/>
                </a:solidFill>
                <a:latin typeface="Arial"/>
                <a:ea typeface="Arial"/>
                <a:cs typeface="Arial"/>
              </a:defRPr>
            </a:pPr>
            <a:r>
              <a:rPr sz="1575" b="0">
                <a:solidFill>
                  <a:srgbClr val="C9DDCE"/>
                </a:solidFill>
                <a:latin typeface="Arial"/>
                <a:ea typeface="Arial"/>
                <a:cs typeface="Arial"/>
              </a:rPr>
              <a:t>Coordonator: Ramona Rădulescu</a:t>
            </a:r>
          </a:p>
        </p:txBody>
      </p:sp>
    </p:spTree>
    <p:extLst>
      <p:ext uri="{BB962C8B-B14F-4D97-AF65-F5344CB8AC3E}">
        <p14:creationId xmlns:p14="http://schemas.microsoft.com/office/powerpoint/2010/main" val="1191310672"/>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5" name="title-10">
            <a:extLst xmlns:a="http://schemas.openxmlformats.org/drawingml/2006/main">
              <a:ext uri="{FF2B5EF4-FFF2-40B4-BE49-F238E27FC236}">
                <a16:creationId xmlns:a16="http://schemas.microsoft.com/office/drawing/2014/main" id="{A92EC07D-7EF5-49FC-856C-9631CB6F47A0}"/>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Harta, ora și traseul</a:t>
            </a:r>
          </a:p>
        </p:txBody>
      </p:sp>
      <p:sp>
        <p:nvSpPr>
          <p:cNvPr id="2" name="page-11">
            <a:extLst xmlns:a="http://schemas.openxmlformats.org/drawingml/2006/main">
              <a:ext uri="{FF2B5EF4-FFF2-40B4-BE49-F238E27FC236}">
                <a16:creationId xmlns:a16="http://schemas.microsoft.com/office/drawing/2014/main" id="{E428B91E-8DA0-4777-AFA8-B397180E44C0}"/>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2 / 6</a:t>
            </a:r>
          </a:p>
        </p:txBody>
      </p:sp>
      <p:sp>
        <p:nvSpPr>
          <p:cNvPr id="3" name="body-12">
            <a:extLst xmlns:a="http://schemas.openxmlformats.org/drawingml/2006/main">
              <a:ext uri="{FF2B5EF4-FFF2-40B4-BE49-F238E27FC236}">
                <a16:creationId xmlns:a16="http://schemas.microsoft.com/office/drawing/2014/main" id="{46A0875D-5BBB-49E9-8BB7-595C87527B46}"/>
              </a:ext>
            </a:extLst>
          </p:cNvPr>
          <p:cNvSpPr>
            <a:spLocks xmlns:a="http://schemas.openxmlformats.org/drawingml/2006/main" noGrp="1"/>
          </p:cNvSpPr>
          <p:nvPr/>
        </p:nvSpPr>
        <p:spPr>
          <a:xfrm xmlns:a="http://schemas.openxmlformats.org/drawingml/2006/main">
            <a:off x="628650" y="159067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00754A"/>
                </a:solidFill>
                <a:latin typeface="Arial"/>
                <a:ea typeface="Arial"/>
                <a:cs typeface="Arial"/>
              </a:defRPr>
            </a:defPPr>
            <a:lvl1pPr>
              <a:defRPr sz="2550" b="1">
                <a:solidFill>
                  <a:srgbClr val="00754A"/>
                </a:solidFill>
                <a:latin typeface="Arial"/>
                <a:ea typeface="Arial"/>
                <a:cs typeface="Arial"/>
              </a:defRPr>
            </a:lvl1pPr>
            <a:lvl2pPr>
              <a:defRPr sz="2550" b="1">
                <a:solidFill>
                  <a:srgbClr val="00754A"/>
                </a:solidFill>
                <a:latin typeface="Arial"/>
                <a:ea typeface="Arial"/>
                <a:cs typeface="Arial"/>
              </a:defRPr>
            </a:lvl2pPr>
            <a:lvl3pPr>
              <a:defRPr sz="2550" b="1">
                <a:solidFill>
                  <a:srgbClr val="00754A"/>
                </a:solidFill>
                <a:latin typeface="Arial"/>
                <a:ea typeface="Arial"/>
                <a:cs typeface="Arial"/>
              </a:defRPr>
            </a:lvl3pPr>
            <a:lvl4pPr>
              <a:defRPr sz="2550" b="1">
                <a:solidFill>
                  <a:srgbClr val="00754A"/>
                </a:solidFill>
                <a:latin typeface="Arial"/>
                <a:ea typeface="Arial"/>
                <a:cs typeface="Arial"/>
              </a:defRPr>
            </a:lvl4pPr>
            <a:lvl5pPr>
              <a:defRPr sz="2550" b="1">
                <a:solidFill>
                  <a:srgbClr val="00754A"/>
                </a:solidFill>
                <a:latin typeface="Arial"/>
                <a:ea typeface="Arial"/>
                <a:cs typeface="Arial"/>
              </a:defRPr>
            </a:lvl5pPr>
            <a:lvl6pPr>
              <a:defRPr sz="2550" b="1">
                <a:solidFill>
                  <a:srgbClr val="00754A"/>
                </a:solidFill>
                <a:latin typeface="Arial"/>
                <a:ea typeface="Arial"/>
                <a:cs typeface="Arial"/>
              </a:defRPr>
            </a:lvl6pPr>
            <a:lvl7pPr>
              <a:defRPr sz="2550" b="1">
                <a:solidFill>
                  <a:srgbClr val="00754A"/>
                </a:solidFill>
                <a:latin typeface="Arial"/>
                <a:ea typeface="Arial"/>
                <a:cs typeface="Arial"/>
              </a:defRPr>
            </a:lvl7pPr>
            <a:lvl8pPr>
              <a:defRPr sz="2550" b="1">
                <a:solidFill>
                  <a:srgbClr val="00754A"/>
                </a:solidFill>
                <a:latin typeface="Arial"/>
                <a:ea typeface="Arial"/>
                <a:cs typeface="Arial"/>
              </a:defRPr>
            </a:lvl8pPr>
            <a:lvl9pPr>
              <a:defRPr sz="2550" b="1">
                <a:solidFill>
                  <a:srgbClr val="00754A"/>
                </a:solidFill>
                <a:latin typeface="Arial"/>
                <a:ea typeface="Arial"/>
                <a:cs typeface="Arial"/>
              </a:defRPr>
            </a:lvl9pPr>
          </a:lstStyle>
          <a:p xmlns:a="http://schemas.openxmlformats.org/drawingml/2006/main">
            <a:pPr>
              <a:defRPr sz="2550" b="1">
                <a:solidFill>
                  <a:srgbClr val="00754A"/>
                </a:solidFill>
                <a:latin typeface="Arial"/>
                <a:ea typeface="Arial"/>
                <a:cs typeface="Arial"/>
              </a:defRPr>
            </a:pPr>
            <a:r>
              <a:rPr sz="2550" b="1">
                <a:solidFill>
                  <a:srgbClr val="00754A"/>
                </a:solidFill>
                <a:latin typeface="Arial"/>
                <a:ea typeface="Arial"/>
                <a:cs typeface="Arial"/>
              </a:rPr>
              <a:t>Destinația, ora și ocolul acceptat</a:t>
            </a:r>
          </a:p>
        </p:txBody>
      </p:sp>
      <p:sp>
        <p:nvSpPr>
          <p:cNvPr id="4" name="phone-node-13">
            <a:extLst xmlns:a="http://schemas.openxmlformats.org/drawingml/2006/main">
              <a:ext uri="{FF2B5EF4-FFF2-40B4-BE49-F238E27FC236}">
                <a16:creationId xmlns:a16="http://schemas.microsoft.com/office/drawing/2014/main" id="{14642B37-4DCE-440E-901D-EFA6FA641D55}"/>
              </a:ext>
            </a:extLst>
          </p:cNvPr>
          <p:cNvSpPr>
            <a:spLocks xmlns:a="http://schemas.openxmlformats.org/drawingml/2006/main" noGrp="1"/>
          </p:cNvSpPr>
          <p:nvPr/>
        </p:nvSpPr>
        <p:spPr>
          <a:xfrm xmlns:a="http://schemas.openxmlformats.org/drawingml/2006/main">
            <a:off x="733425" y="2590800"/>
            <a:ext cx="3476625"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8DD"/>
            </a:solidFill>
            <a:prstDash val="solid"/>
          </a:ln>
        </p:spPr>
      </p:sp>
      <p:sp>
        <p:nvSpPr>
          <p:cNvPr id="5" name="body-14">
            <a:extLst xmlns:a="http://schemas.openxmlformats.org/drawingml/2006/main">
              <a:ext uri="{FF2B5EF4-FFF2-40B4-BE49-F238E27FC236}">
                <a16:creationId xmlns:a16="http://schemas.microsoft.com/office/drawing/2014/main" id="{BE47DA2E-E632-443A-A1EA-5E0D5A2DB314}"/>
              </a:ext>
            </a:extLst>
          </p:cNvPr>
          <p:cNvSpPr>
            <a:spLocks xmlns:a="http://schemas.openxmlformats.org/drawingml/2006/main" noGrp="1"/>
          </p:cNvSpPr>
          <p:nvPr/>
        </p:nvSpPr>
        <p:spPr>
          <a:xfrm xmlns:a="http://schemas.openxmlformats.org/drawingml/2006/main">
            <a:off x="971550" y="280987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1">
                <a:solidFill>
                  <a:srgbClr val="172B25"/>
                </a:solidFill>
                <a:latin typeface="Arial"/>
                <a:ea typeface="Arial"/>
                <a:cs typeface="Arial"/>
              </a:defRPr>
            </a:defPPr>
            <a:lvl1pPr>
              <a:defRPr sz="2775" b="1">
                <a:solidFill>
                  <a:srgbClr val="172B25"/>
                </a:solidFill>
                <a:latin typeface="Arial"/>
                <a:ea typeface="Arial"/>
                <a:cs typeface="Arial"/>
              </a:defRPr>
            </a:lvl1pPr>
            <a:lvl2pPr>
              <a:defRPr sz="2775" b="1">
                <a:solidFill>
                  <a:srgbClr val="172B25"/>
                </a:solidFill>
                <a:latin typeface="Arial"/>
                <a:ea typeface="Arial"/>
                <a:cs typeface="Arial"/>
              </a:defRPr>
            </a:lvl2pPr>
            <a:lvl3pPr>
              <a:defRPr sz="2775" b="1">
                <a:solidFill>
                  <a:srgbClr val="172B25"/>
                </a:solidFill>
                <a:latin typeface="Arial"/>
                <a:ea typeface="Arial"/>
                <a:cs typeface="Arial"/>
              </a:defRPr>
            </a:lvl3pPr>
            <a:lvl4pPr>
              <a:defRPr sz="2775" b="1">
                <a:solidFill>
                  <a:srgbClr val="172B25"/>
                </a:solidFill>
                <a:latin typeface="Arial"/>
                <a:ea typeface="Arial"/>
                <a:cs typeface="Arial"/>
              </a:defRPr>
            </a:lvl4pPr>
            <a:lvl5pPr>
              <a:defRPr sz="2775" b="1">
                <a:solidFill>
                  <a:srgbClr val="172B25"/>
                </a:solidFill>
                <a:latin typeface="Arial"/>
                <a:ea typeface="Arial"/>
                <a:cs typeface="Arial"/>
              </a:defRPr>
            </a:lvl5pPr>
            <a:lvl6pPr>
              <a:defRPr sz="2775" b="1">
                <a:solidFill>
                  <a:srgbClr val="172B25"/>
                </a:solidFill>
                <a:latin typeface="Arial"/>
                <a:ea typeface="Arial"/>
                <a:cs typeface="Arial"/>
              </a:defRPr>
            </a:lvl6pPr>
            <a:lvl7pPr>
              <a:defRPr sz="2775" b="1">
                <a:solidFill>
                  <a:srgbClr val="172B25"/>
                </a:solidFill>
                <a:latin typeface="Arial"/>
                <a:ea typeface="Arial"/>
                <a:cs typeface="Arial"/>
              </a:defRPr>
            </a:lvl7pPr>
            <a:lvl8pPr>
              <a:defRPr sz="2775" b="1">
                <a:solidFill>
                  <a:srgbClr val="172B25"/>
                </a:solidFill>
                <a:latin typeface="Arial"/>
                <a:ea typeface="Arial"/>
                <a:cs typeface="Arial"/>
              </a:defRPr>
            </a:lvl8pPr>
            <a:lvl9pPr>
              <a:defRPr sz="2775" b="1">
                <a:solidFill>
                  <a:srgbClr val="172B25"/>
                </a:solidFill>
                <a:latin typeface="Arial"/>
                <a:ea typeface="Arial"/>
                <a:cs typeface="Arial"/>
              </a:defRPr>
            </a:lvl9pPr>
          </a:lstStyle>
          <a:p xmlns:a="http://schemas.openxmlformats.org/drawingml/2006/main">
            <a:pPr>
              <a:defRPr sz="2775" b="1">
                <a:solidFill>
                  <a:srgbClr val="172B25"/>
                </a:solidFill>
                <a:latin typeface="Arial"/>
                <a:ea typeface="Arial"/>
                <a:cs typeface="Arial"/>
              </a:defRPr>
            </a:pPr>
            <a:r>
              <a:rPr sz="2775" b="1">
                <a:solidFill>
                  <a:srgbClr val="172B25"/>
                </a:solidFill>
                <a:latin typeface="Arial"/>
                <a:ea typeface="Arial"/>
                <a:cs typeface="Arial"/>
              </a:rPr>
              <a:t>Telefon</a:t>
            </a:r>
          </a:p>
        </p:txBody>
      </p:sp>
      <p:sp>
        <p:nvSpPr>
          <p:cNvPr id="6" name="body-15">
            <a:extLst xmlns:a="http://schemas.openxmlformats.org/drawingml/2006/main">
              <a:ext uri="{FF2B5EF4-FFF2-40B4-BE49-F238E27FC236}">
                <a16:creationId xmlns:a16="http://schemas.microsoft.com/office/drawing/2014/main" id="{8EBBA2BE-4534-4FC7-A463-5950F4C16F74}"/>
              </a:ext>
            </a:extLst>
          </p:cNvPr>
          <p:cNvSpPr>
            <a:spLocks xmlns:a="http://schemas.openxmlformats.org/drawingml/2006/main" noGrp="1"/>
          </p:cNvSpPr>
          <p:nvPr/>
        </p:nvSpPr>
        <p:spPr>
          <a:xfrm xmlns:a="http://schemas.openxmlformats.org/drawingml/2006/main">
            <a:off x="971550" y="3476625"/>
            <a:ext cx="2952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Hartă și umbre estimate</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Poziție GPS și busolă</a:t>
            </a:r>
          </a:p>
        </p:txBody>
      </p:sp>
      <p:sp>
        <p:nvSpPr>
          <p:cNvPr id="7" name="pc-node-16">
            <a:extLst xmlns:a="http://schemas.openxmlformats.org/drawingml/2006/main">
              <a:ext uri="{FF2B5EF4-FFF2-40B4-BE49-F238E27FC236}">
                <a16:creationId xmlns:a16="http://schemas.microsoft.com/office/drawing/2014/main" id="{527B588B-7A9C-42AD-B22E-30895297B9CA}"/>
              </a:ext>
            </a:extLst>
          </p:cNvPr>
          <p:cNvSpPr>
            <a:spLocks xmlns:a="http://schemas.openxmlformats.org/drawingml/2006/main" noGrp="1"/>
          </p:cNvSpPr>
          <p:nvPr/>
        </p:nvSpPr>
        <p:spPr>
          <a:xfrm xmlns:a="http://schemas.openxmlformats.org/drawingml/2006/main">
            <a:off x="7534275" y="2590800"/>
            <a:ext cx="3848100"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8DD"/>
            </a:solidFill>
            <a:prstDash val="solid"/>
          </a:ln>
        </p:spPr>
      </p:sp>
      <p:sp>
        <p:nvSpPr>
          <p:cNvPr id="8" name="body-17">
            <a:extLst xmlns:a="http://schemas.openxmlformats.org/drawingml/2006/main">
              <a:ext uri="{FF2B5EF4-FFF2-40B4-BE49-F238E27FC236}">
                <a16:creationId xmlns:a16="http://schemas.microsoft.com/office/drawing/2014/main" id="{C565E9D3-6D0C-4434-9954-B62649766A4E}"/>
              </a:ext>
            </a:extLst>
          </p:cNvPr>
          <p:cNvSpPr>
            <a:spLocks xmlns:a="http://schemas.openxmlformats.org/drawingml/2006/main" noGrp="1"/>
          </p:cNvSpPr>
          <p:nvPr/>
        </p:nvSpPr>
        <p:spPr>
          <a:xfrm xmlns:a="http://schemas.openxmlformats.org/drawingml/2006/main">
            <a:off x="7772400" y="280987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1">
                <a:solidFill>
                  <a:srgbClr val="172B25"/>
                </a:solidFill>
                <a:latin typeface="Arial"/>
                <a:ea typeface="Arial"/>
                <a:cs typeface="Arial"/>
              </a:defRPr>
            </a:defPPr>
            <a:lvl1pPr>
              <a:defRPr sz="2775" b="1">
                <a:solidFill>
                  <a:srgbClr val="172B25"/>
                </a:solidFill>
                <a:latin typeface="Arial"/>
                <a:ea typeface="Arial"/>
                <a:cs typeface="Arial"/>
              </a:defRPr>
            </a:lvl1pPr>
            <a:lvl2pPr>
              <a:defRPr sz="2775" b="1">
                <a:solidFill>
                  <a:srgbClr val="172B25"/>
                </a:solidFill>
                <a:latin typeface="Arial"/>
                <a:ea typeface="Arial"/>
                <a:cs typeface="Arial"/>
              </a:defRPr>
            </a:lvl2pPr>
            <a:lvl3pPr>
              <a:defRPr sz="2775" b="1">
                <a:solidFill>
                  <a:srgbClr val="172B25"/>
                </a:solidFill>
                <a:latin typeface="Arial"/>
                <a:ea typeface="Arial"/>
                <a:cs typeface="Arial"/>
              </a:defRPr>
            </a:lvl3pPr>
            <a:lvl4pPr>
              <a:defRPr sz="2775" b="1">
                <a:solidFill>
                  <a:srgbClr val="172B25"/>
                </a:solidFill>
                <a:latin typeface="Arial"/>
                <a:ea typeface="Arial"/>
                <a:cs typeface="Arial"/>
              </a:defRPr>
            </a:lvl4pPr>
            <a:lvl5pPr>
              <a:defRPr sz="2775" b="1">
                <a:solidFill>
                  <a:srgbClr val="172B25"/>
                </a:solidFill>
                <a:latin typeface="Arial"/>
                <a:ea typeface="Arial"/>
                <a:cs typeface="Arial"/>
              </a:defRPr>
            </a:lvl5pPr>
            <a:lvl6pPr>
              <a:defRPr sz="2775" b="1">
                <a:solidFill>
                  <a:srgbClr val="172B25"/>
                </a:solidFill>
                <a:latin typeface="Arial"/>
                <a:ea typeface="Arial"/>
                <a:cs typeface="Arial"/>
              </a:defRPr>
            </a:lvl6pPr>
            <a:lvl7pPr>
              <a:defRPr sz="2775" b="1">
                <a:solidFill>
                  <a:srgbClr val="172B25"/>
                </a:solidFill>
                <a:latin typeface="Arial"/>
                <a:ea typeface="Arial"/>
                <a:cs typeface="Arial"/>
              </a:defRPr>
            </a:lvl7pPr>
            <a:lvl8pPr>
              <a:defRPr sz="2775" b="1">
                <a:solidFill>
                  <a:srgbClr val="172B25"/>
                </a:solidFill>
                <a:latin typeface="Arial"/>
                <a:ea typeface="Arial"/>
                <a:cs typeface="Arial"/>
              </a:defRPr>
            </a:lvl8pPr>
            <a:lvl9pPr>
              <a:defRPr sz="2775" b="1">
                <a:solidFill>
                  <a:srgbClr val="172B25"/>
                </a:solidFill>
                <a:latin typeface="Arial"/>
                <a:ea typeface="Arial"/>
                <a:cs typeface="Arial"/>
              </a:defRPr>
            </a:lvl9pPr>
          </a:lstStyle>
          <a:p xmlns:a="http://schemas.openxmlformats.org/drawingml/2006/main">
            <a:pPr>
              <a:defRPr sz="2775" b="1">
                <a:solidFill>
                  <a:srgbClr val="172B25"/>
                </a:solidFill>
                <a:latin typeface="Arial"/>
                <a:ea typeface="Arial"/>
                <a:cs typeface="Arial"/>
              </a:defRPr>
            </a:pPr>
            <a:r>
              <a:rPr sz="2775" b="1">
                <a:solidFill>
                  <a:srgbClr val="172B25"/>
                </a:solidFill>
                <a:latin typeface="Arial"/>
                <a:ea typeface="Arial"/>
                <a:cs typeface="Arial"/>
              </a:rPr>
              <a:t>Server pe PC</a:t>
            </a:r>
          </a:p>
        </p:txBody>
      </p:sp>
      <p:sp>
        <p:nvSpPr>
          <p:cNvPr id="9" name="body-18">
            <a:extLst xmlns:a="http://schemas.openxmlformats.org/drawingml/2006/main">
              <a:ext uri="{FF2B5EF4-FFF2-40B4-BE49-F238E27FC236}">
                <a16:creationId xmlns:a16="http://schemas.microsoft.com/office/drawing/2014/main" id="{C3571AEB-D6C3-4857-805B-B26A2ED3B0BA}"/>
              </a:ext>
            </a:extLst>
          </p:cNvPr>
          <p:cNvSpPr>
            <a:spLocks xmlns:a="http://schemas.openxmlformats.org/drawingml/2006/main" noGrp="1"/>
          </p:cNvSpPr>
          <p:nvPr/>
        </p:nvSpPr>
        <p:spPr>
          <a:xfrm xmlns:a="http://schemas.openxmlformats.org/drawingml/2006/main">
            <a:off x="7772400" y="34766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Poziția Soarelui</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Calculul umbrelor și rutelor</a:t>
            </a:r>
          </a:p>
        </p:txBody>
      </p:sp>
      <p:sp>
        <p:nvSpPr>
          <p:cNvPr id="10" name="request-arrow-19">
            <a:extLst xmlns:a="http://schemas.openxmlformats.org/drawingml/2006/main">
              <a:ext uri="{FF2B5EF4-FFF2-40B4-BE49-F238E27FC236}">
                <a16:creationId xmlns:a16="http://schemas.microsoft.com/office/drawing/2014/main" id="{B199DB24-DE0B-4BAC-BC31-53CC904F8F71}"/>
              </a:ext>
            </a:extLst>
          </p:cNvPr>
          <p:cNvSpPr>
            <a:spLocks xmlns:a="http://schemas.openxmlformats.org/drawingml/2006/main" noGrp="1"/>
          </p:cNvSpPr>
          <p:nvPr/>
        </p:nvSpPr>
        <p:spPr>
          <a:xfrm xmlns:a="http://schemas.openxmlformats.org/drawingml/2006/main">
            <a:off x="4572000" y="3105150"/>
            <a:ext cx="2476500" cy="266700"/>
          </a:xfrm>
          <a:prstGeom xmlns:a="http://schemas.openxmlformats.org/drawingml/2006/main" prst="rightArrow">
            <a:avLst/>
          </a:prstGeom>
          <a:solidFill xmlns:a="http://schemas.openxmlformats.org/drawingml/2006/main">
            <a:srgbClr val="00754A"/>
          </a:solidFill>
          <a:ln xmlns:a="http://schemas.openxmlformats.org/drawingml/2006/main" w="0">
            <a:noFill/>
            <a:prstDash val="solid"/>
          </a:ln>
        </p:spPr>
      </p:sp>
      <p:sp>
        <p:nvSpPr>
          <p:cNvPr id="11" name="body-20">
            <a:extLst xmlns:a="http://schemas.openxmlformats.org/drawingml/2006/main">
              <a:ext uri="{FF2B5EF4-FFF2-40B4-BE49-F238E27FC236}">
                <a16:creationId xmlns:a16="http://schemas.microsoft.com/office/drawing/2014/main" id="{B0538895-75FA-4E51-A4FC-BB5CCBF42096}"/>
              </a:ext>
            </a:extLst>
          </p:cNvPr>
          <p:cNvSpPr>
            <a:spLocks xmlns:a="http://schemas.openxmlformats.org/drawingml/2006/main" noGrp="1"/>
          </p:cNvSpPr>
          <p:nvPr/>
        </p:nvSpPr>
        <p:spPr>
          <a:xfrm xmlns:a="http://schemas.openxmlformats.org/drawingml/2006/main">
            <a:off x="4562475" y="362902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45D"/>
                </a:solidFill>
                <a:latin typeface="Arial"/>
                <a:ea typeface="Arial"/>
                <a:cs typeface="Arial"/>
              </a:defRPr>
            </a:defPPr>
            <a:lvl1pPr>
              <a:defRPr sz="1725" b="0">
                <a:solidFill>
                  <a:srgbClr val="52645D"/>
                </a:solidFill>
                <a:latin typeface="Arial"/>
                <a:ea typeface="Arial"/>
                <a:cs typeface="Arial"/>
              </a:defRPr>
            </a:lvl1pPr>
            <a:lvl2pPr>
              <a:defRPr sz="1725" b="0">
                <a:solidFill>
                  <a:srgbClr val="52645D"/>
                </a:solidFill>
                <a:latin typeface="Arial"/>
                <a:ea typeface="Arial"/>
                <a:cs typeface="Arial"/>
              </a:defRPr>
            </a:lvl2pPr>
            <a:lvl3pPr>
              <a:defRPr sz="1725" b="0">
                <a:solidFill>
                  <a:srgbClr val="52645D"/>
                </a:solidFill>
                <a:latin typeface="Arial"/>
                <a:ea typeface="Arial"/>
                <a:cs typeface="Arial"/>
              </a:defRPr>
            </a:lvl3pPr>
            <a:lvl4pPr>
              <a:defRPr sz="1725" b="0">
                <a:solidFill>
                  <a:srgbClr val="52645D"/>
                </a:solidFill>
                <a:latin typeface="Arial"/>
                <a:ea typeface="Arial"/>
                <a:cs typeface="Arial"/>
              </a:defRPr>
            </a:lvl4pPr>
            <a:lvl5pPr>
              <a:defRPr sz="1725" b="0">
                <a:solidFill>
                  <a:srgbClr val="52645D"/>
                </a:solidFill>
                <a:latin typeface="Arial"/>
                <a:ea typeface="Arial"/>
                <a:cs typeface="Arial"/>
              </a:defRPr>
            </a:lvl5pPr>
            <a:lvl6pPr>
              <a:defRPr sz="1725" b="0">
                <a:solidFill>
                  <a:srgbClr val="52645D"/>
                </a:solidFill>
                <a:latin typeface="Arial"/>
                <a:ea typeface="Arial"/>
                <a:cs typeface="Arial"/>
              </a:defRPr>
            </a:lvl6pPr>
            <a:lvl7pPr>
              <a:defRPr sz="1725" b="0">
                <a:solidFill>
                  <a:srgbClr val="52645D"/>
                </a:solidFill>
                <a:latin typeface="Arial"/>
                <a:ea typeface="Arial"/>
                <a:cs typeface="Arial"/>
              </a:defRPr>
            </a:lvl7pPr>
            <a:lvl8pPr>
              <a:defRPr sz="1725" b="0">
                <a:solidFill>
                  <a:srgbClr val="52645D"/>
                </a:solidFill>
                <a:latin typeface="Arial"/>
                <a:ea typeface="Arial"/>
                <a:cs typeface="Arial"/>
              </a:defRPr>
            </a:lvl8pPr>
            <a:lvl9pPr>
              <a:defRPr sz="1725" b="0">
                <a:solidFill>
                  <a:srgbClr val="52645D"/>
                </a:solidFill>
                <a:latin typeface="Arial"/>
                <a:ea typeface="Arial"/>
                <a:cs typeface="Arial"/>
              </a:defRPr>
            </a:lvl9pPr>
          </a:lstStyle>
          <a:p xmlns:a="http://schemas.openxmlformats.org/drawingml/2006/main">
            <a:pPr>
              <a:defRPr sz="1725" b="0">
                <a:solidFill>
                  <a:srgbClr val="52645D"/>
                </a:solidFill>
                <a:latin typeface="Arial"/>
                <a:ea typeface="Arial"/>
                <a:cs typeface="Arial"/>
              </a:defRPr>
            </a:pPr>
            <a:r>
              <a:rPr sz="1725" b="0">
                <a:solidFill>
                  <a:srgbClr val="52645D"/>
                </a:solidFill>
                <a:latin typeface="Arial"/>
                <a:ea typeface="Arial"/>
                <a:cs typeface="Arial"/>
              </a:rPr>
              <a:t>Cerere și rezultat</a:t>
            </a:r>
          </a:p>
        </p:txBody>
      </p:sp>
      <p:sp>
        <p:nvSpPr>
          <p:cNvPr id="12" name="body-21">
            <a:extLst xmlns:a="http://schemas.openxmlformats.org/drawingml/2006/main">
              <a:ext uri="{FF2B5EF4-FFF2-40B4-BE49-F238E27FC236}">
                <a16:creationId xmlns:a16="http://schemas.microsoft.com/office/drawing/2014/main" id="{090D2C6B-3591-4653-8B85-932F2B5D74AB}"/>
              </a:ext>
            </a:extLst>
          </p:cNvPr>
          <p:cNvSpPr>
            <a:spLocks xmlns:a="http://schemas.openxmlformats.org/drawingml/2006/main" noGrp="1"/>
          </p:cNvSpPr>
          <p:nvPr/>
        </p:nvSpPr>
        <p:spPr>
          <a:xfrm xmlns:a="http://schemas.openxmlformats.org/drawingml/2006/main">
            <a:off x="733425" y="484822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172B25"/>
                </a:solidFill>
                <a:latin typeface="Arial"/>
                <a:ea typeface="Arial"/>
                <a:cs typeface="Arial"/>
              </a:defRPr>
            </a:defPPr>
            <a:lvl1pPr>
              <a:defRPr sz="2550" b="1">
                <a:solidFill>
                  <a:srgbClr val="172B25"/>
                </a:solidFill>
                <a:latin typeface="Arial"/>
                <a:ea typeface="Arial"/>
                <a:cs typeface="Arial"/>
              </a:defRPr>
            </a:lvl1pPr>
            <a:lvl2pPr>
              <a:defRPr sz="2550" b="1">
                <a:solidFill>
                  <a:srgbClr val="172B25"/>
                </a:solidFill>
                <a:latin typeface="Arial"/>
                <a:ea typeface="Arial"/>
                <a:cs typeface="Arial"/>
              </a:defRPr>
            </a:lvl2pPr>
            <a:lvl3pPr>
              <a:defRPr sz="2550" b="1">
                <a:solidFill>
                  <a:srgbClr val="172B25"/>
                </a:solidFill>
                <a:latin typeface="Arial"/>
                <a:ea typeface="Arial"/>
                <a:cs typeface="Arial"/>
              </a:defRPr>
            </a:lvl3pPr>
            <a:lvl4pPr>
              <a:defRPr sz="2550" b="1">
                <a:solidFill>
                  <a:srgbClr val="172B25"/>
                </a:solidFill>
                <a:latin typeface="Arial"/>
                <a:ea typeface="Arial"/>
                <a:cs typeface="Arial"/>
              </a:defRPr>
            </a:lvl4pPr>
            <a:lvl5pPr>
              <a:defRPr sz="2550" b="1">
                <a:solidFill>
                  <a:srgbClr val="172B25"/>
                </a:solidFill>
                <a:latin typeface="Arial"/>
                <a:ea typeface="Arial"/>
                <a:cs typeface="Arial"/>
              </a:defRPr>
            </a:lvl5pPr>
            <a:lvl6pPr>
              <a:defRPr sz="2550" b="1">
                <a:solidFill>
                  <a:srgbClr val="172B25"/>
                </a:solidFill>
                <a:latin typeface="Arial"/>
                <a:ea typeface="Arial"/>
                <a:cs typeface="Arial"/>
              </a:defRPr>
            </a:lvl6pPr>
            <a:lvl7pPr>
              <a:defRPr sz="2550" b="1">
                <a:solidFill>
                  <a:srgbClr val="172B25"/>
                </a:solidFill>
                <a:latin typeface="Arial"/>
                <a:ea typeface="Arial"/>
                <a:cs typeface="Arial"/>
              </a:defRPr>
            </a:lvl7pPr>
            <a:lvl8pPr>
              <a:defRPr sz="2550" b="1">
                <a:solidFill>
                  <a:srgbClr val="172B25"/>
                </a:solidFill>
                <a:latin typeface="Arial"/>
                <a:ea typeface="Arial"/>
                <a:cs typeface="Arial"/>
              </a:defRPr>
            </a:lvl8pPr>
            <a:lvl9pPr>
              <a:defRPr sz="2550" b="1">
                <a:solidFill>
                  <a:srgbClr val="172B25"/>
                </a:solidFill>
                <a:latin typeface="Arial"/>
                <a:ea typeface="Arial"/>
                <a:cs typeface="Arial"/>
              </a:defRPr>
            </a:lvl9pPr>
          </a:lstStyle>
          <a:p xmlns:a="http://schemas.openxmlformats.org/drawingml/2006/main">
            <a:pPr>
              <a:defRPr sz="2550" b="1">
                <a:solidFill>
                  <a:srgbClr val="172B25"/>
                </a:solidFill>
                <a:latin typeface="Arial"/>
                <a:ea typeface="Arial"/>
                <a:cs typeface="Arial"/>
              </a:defRPr>
            </a:pPr>
            <a:r>
              <a:rPr sz="2550" b="1">
                <a:solidFill>
                  <a:srgbClr val="172B25"/>
                </a:solidFill>
                <a:latin typeface="Arial"/>
                <a:ea typeface="Arial"/>
                <a:cs typeface="Arial"/>
              </a:rPr>
              <a:t>Rută rapidă sau cu expunere redusă</a:t>
            </a:r>
          </a:p>
        </p:txBody>
      </p:sp>
      <p:sp>
        <p:nvSpPr>
          <p:cNvPr id="13" name="body-22">
            <a:extLst xmlns:a="http://schemas.openxmlformats.org/drawingml/2006/main">
              <a:ext uri="{FF2B5EF4-FFF2-40B4-BE49-F238E27FC236}">
                <a16:creationId xmlns:a16="http://schemas.microsoft.com/office/drawing/2014/main" id="{56A260AE-3952-481E-B4A3-25F3DCF53469}"/>
              </a:ext>
            </a:extLst>
          </p:cNvPr>
          <p:cNvSpPr>
            <a:spLocks xmlns:a="http://schemas.openxmlformats.org/drawingml/2006/main" noGrp="1"/>
          </p:cNvSpPr>
          <p:nvPr/>
        </p:nvSpPr>
        <p:spPr>
          <a:xfrm xmlns:a="http://schemas.openxmlformats.org/drawingml/2006/main">
            <a:off x="733425" y="5410200"/>
            <a:ext cx="10620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2645D"/>
                </a:solidFill>
                <a:latin typeface="Arial"/>
                <a:ea typeface="Arial"/>
                <a:cs typeface="Arial"/>
              </a:defRPr>
            </a:defPPr>
            <a:lvl1pPr>
              <a:defRPr sz="1875" b="0">
                <a:solidFill>
                  <a:srgbClr val="52645D"/>
                </a:solidFill>
                <a:latin typeface="Arial"/>
                <a:ea typeface="Arial"/>
                <a:cs typeface="Arial"/>
              </a:defRPr>
            </a:lvl1pPr>
            <a:lvl2pPr>
              <a:defRPr sz="1875" b="0">
                <a:solidFill>
                  <a:srgbClr val="52645D"/>
                </a:solidFill>
                <a:latin typeface="Arial"/>
                <a:ea typeface="Arial"/>
                <a:cs typeface="Arial"/>
              </a:defRPr>
            </a:lvl2pPr>
            <a:lvl3pPr>
              <a:defRPr sz="1875" b="0">
                <a:solidFill>
                  <a:srgbClr val="52645D"/>
                </a:solidFill>
                <a:latin typeface="Arial"/>
                <a:ea typeface="Arial"/>
                <a:cs typeface="Arial"/>
              </a:defRPr>
            </a:lvl3pPr>
            <a:lvl4pPr>
              <a:defRPr sz="1875" b="0">
                <a:solidFill>
                  <a:srgbClr val="52645D"/>
                </a:solidFill>
                <a:latin typeface="Arial"/>
                <a:ea typeface="Arial"/>
                <a:cs typeface="Arial"/>
              </a:defRPr>
            </a:lvl4pPr>
            <a:lvl5pPr>
              <a:defRPr sz="1875" b="0">
                <a:solidFill>
                  <a:srgbClr val="52645D"/>
                </a:solidFill>
                <a:latin typeface="Arial"/>
                <a:ea typeface="Arial"/>
                <a:cs typeface="Arial"/>
              </a:defRPr>
            </a:lvl5pPr>
            <a:lvl6pPr>
              <a:defRPr sz="1875" b="0">
                <a:solidFill>
                  <a:srgbClr val="52645D"/>
                </a:solidFill>
                <a:latin typeface="Arial"/>
                <a:ea typeface="Arial"/>
                <a:cs typeface="Arial"/>
              </a:defRPr>
            </a:lvl6pPr>
            <a:lvl7pPr>
              <a:defRPr sz="1875" b="0">
                <a:solidFill>
                  <a:srgbClr val="52645D"/>
                </a:solidFill>
                <a:latin typeface="Arial"/>
                <a:ea typeface="Arial"/>
                <a:cs typeface="Arial"/>
              </a:defRPr>
            </a:lvl7pPr>
            <a:lvl8pPr>
              <a:defRPr sz="1875" b="0">
                <a:solidFill>
                  <a:srgbClr val="52645D"/>
                </a:solidFill>
                <a:latin typeface="Arial"/>
                <a:ea typeface="Arial"/>
                <a:cs typeface="Arial"/>
              </a:defRPr>
            </a:lvl8pPr>
            <a:lvl9pPr>
              <a:defRPr sz="1875" b="0">
                <a:solidFill>
                  <a:srgbClr val="52645D"/>
                </a:solidFill>
                <a:latin typeface="Arial"/>
                <a:ea typeface="Arial"/>
                <a:cs typeface="Arial"/>
              </a:defRPr>
            </a:lvl9pPr>
          </a:lstStyle>
          <a:p xmlns:a="http://schemas.openxmlformats.org/drawingml/2006/main">
            <a:pPr>
              <a:defRPr sz="1875" b="0">
                <a:solidFill>
                  <a:srgbClr val="52645D"/>
                </a:solidFill>
                <a:latin typeface="Arial"/>
                <a:ea typeface="Arial"/>
                <a:cs typeface="Arial"/>
              </a:defRPr>
            </a:pPr>
            <a:r>
              <a:rPr sz="1875" b="0">
                <a:solidFill>
                  <a:srgbClr val="52645D"/>
                </a:solidFill>
                <a:latin typeface="Arial"/>
                <a:ea typeface="Arial"/>
                <a:cs typeface="Arial"/>
              </a:rPr>
              <a:t>Rutare în Constanța. Clădiri și umbre orientative în alte regiuni din România.</a:t>
            </a:r>
          </a:p>
        </p:txBody>
      </p:sp>
      <p:sp>
        <p:nvSpPr>
          <p:cNvPr id="14" name="body-23">
            <a:extLst xmlns:a="http://schemas.openxmlformats.org/drawingml/2006/main">
              <a:ext uri="{FF2B5EF4-FFF2-40B4-BE49-F238E27FC236}">
                <a16:creationId xmlns:a16="http://schemas.microsoft.com/office/drawing/2014/main" id="{6E5F7E78-7CA4-40F9-B218-32F2AFD04A2B}"/>
              </a:ext>
            </a:extLst>
          </p:cNvPr>
          <p:cNvSpPr>
            <a:spLocks xmlns:a="http://schemas.openxmlformats.org/drawingml/2006/main" noGrp="1"/>
          </p:cNvSpPr>
          <p:nvPr/>
        </p:nvSpPr>
        <p:spPr>
          <a:xfrm xmlns:a="http://schemas.openxmlformats.org/drawingml/2006/main">
            <a:off x="733425" y="609600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52645D"/>
                </a:solidFill>
                <a:latin typeface="Arial"/>
                <a:ea typeface="Arial"/>
                <a:cs typeface="Arial"/>
              </a:defRPr>
            </a:defPPr>
            <a:lvl1pPr>
              <a:defRPr sz="1425" b="0">
                <a:solidFill>
                  <a:srgbClr val="52645D"/>
                </a:solidFill>
                <a:latin typeface="Arial"/>
                <a:ea typeface="Arial"/>
                <a:cs typeface="Arial"/>
              </a:defRPr>
            </a:lvl1pPr>
            <a:lvl2pPr>
              <a:defRPr sz="1425" b="0">
                <a:solidFill>
                  <a:srgbClr val="52645D"/>
                </a:solidFill>
                <a:latin typeface="Arial"/>
                <a:ea typeface="Arial"/>
                <a:cs typeface="Arial"/>
              </a:defRPr>
            </a:lvl2pPr>
            <a:lvl3pPr>
              <a:defRPr sz="1425" b="0">
                <a:solidFill>
                  <a:srgbClr val="52645D"/>
                </a:solidFill>
                <a:latin typeface="Arial"/>
                <a:ea typeface="Arial"/>
                <a:cs typeface="Arial"/>
              </a:defRPr>
            </a:lvl3pPr>
            <a:lvl4pPr>
              <a:defRPr sz="1425" b="0">
                <a:solidFill>
                  <a:srgbClr val="52645D"/>
                </a:solidFill>
                <a:latin typeface="Arial"/>
                <a:ea typeface="Arial"/>
                <a:cs typeface="Arial"/>
              </a:defRPr>
            </a:lvl4pPr>
            <a:lvl5pPr>
              <a:defRPr sz="1425" b="0">
                <a:solidFill>
                  <a:srgbClr val="52645D"/>
                </a:solidFill>
                <a:latin typeface="Arial"/>
                <a:ea typeface="Arial"/>
                <a:cs typeface="Arial"/>
              </a:defRPr>
            </a:lvl5pPr>
            <a:lvl6pPr>
              <a:defRPr sz="1425" b="0">
                <a:solidFill>
                  <a:srgbClr val="52645D"/>
                </a:solidFill>
                <a:latin typeface="Arial"/>
                <a:ea typeface="Arial"/>
                <a:cs typeface="Arial"/>
              </a:defRPr>
            </a:lvl6pPr>
            <a:lvl7pPr>
              <a:defRPr sz="1425" b="0">
                <a:solidFill>
                  <a:srgbClr val="52645D"/>
                </a:solidFill>
                <a:latin typeface="Arial"/>
                <a:ea typeface="Arial"/>
                <a:cs typeface="Arial"/>
              </a:defRPr>
            </a:lvl7pPr>
            <a:lvl8pPr>
              <a:defRPr sz="1425" b="0">
                <a:solidFill>
                  <a:srgbClr val="52645D"/>
                </a:solidFill>
                <a:latin typeface="Arial"/>
                <a:ea typeface="Arial"/>
                <a:cs typeface="Arial"/>
              </a:defRPr>
            </a:lvl8pPr>
            <a:lvl9pPr>
              <a:defRPr sz="1425" b="0">
                <a:solidFill>
                  <a:srgbClr val="52645D"/>
                </a:solidFill>
                <a:latin typeface="Arial"/>
                <a:ea typeface="Arial"/>
                <a:cs typeface="Arial"/>
              </a:defRPr>
            </a:lvl9pPr>
          </a:lstStyle>
          <a:p xmlns:a="http://schemas.openxmlformats.org/drawingml/2006/main">
            <a:pPr>
              <a:defRPr sz="1425" b="0">
                <a:solidFill>
                  <a:srgbClr val="52645D"/>
                </a:solidFill>
                <a:latin typeface="Arial"/>
                <a:ea typeface="Arial"/>
                <a:cs typeface="Arial"/>
              </a:defRPr>
            </a:pPr>
            <a:r>
              <a:rPr sz="1425" b="0">
                <a:solidFill>
                  <a:srgbClr val="52645D"/>
                </a:solidFill>
                <a:latin typeface="Arial"/>
                <a:ea typeface="Arial"/>
                <a:cs typeface="Arial"/>
              </a:rPr>
              <a:t>Schemă a prototipului actual. Pentru calcule, PC-ul rămâne pornit.</a:t>
            </a:r>
          </a:p>
        </p:txBody>
      </p:sp>
    </p:spTree>
    <p:extLst>
      <p:ext uri="{BB962C8B-B14F-4D97-AF65-F5344CB8AC3E}">
        <p14:creationId xmlns:p14="http://schemas.microsoft.com/office/powerpoint/2010/main" val="1087434282"/>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itle-24">
            <a:extLst xmlns:a="http://schemas.openxmlformats.org/drawingml/2006/main">
              <a:ext uri="{FF2B5EF4-FFF2-40B4-BE49-F238E27FC236}">
                <a16:creationId xmlns:a16="http://schemas.microsoft.com/office/drawing/2014/main" id="{8823FD32-0CFC-4E09-B0B3-1DEA58D376C9}"/>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Înălțimile lipsă schimbă umbrele</a:t>
            </a:r>
          </a:p>
        </p:txBody>
      </p:sp>
      <p:sp>
        <p:nvSpPr>
          <p:cNvPr id="2" name="page-25">
            <a:extLst xmlns:a="http://schemas.openxmlformats.org/drawingml/2006/main">
              <a:ext uri="{FF2B5EF4-FFF2-40B4-BE49-F238E27FC236}">
                <a16:creationId xmlns:a16="http://schemas.microsoft.com/office/drawing/2014/main" id="{D1927032-322D-4478-8712-8B27211023BA}"/>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3 / 6</a:t>
            </a:r>
          </a:p>
        </p:txBody>
      </p:sp>
      <p:sp>
        <p:nvSpPr>
          <p:cNvPr id="3" name="primary-metric-26">
            <a:extLst xmlns:a="http://schemas.openxmlformats.org/drawingml/2006/main">
              <a:ext uri="{FF2B5EF4-FFF2-40B4-BE49-F238E27FC236}">
                <a16:creationId xmlns:a16="http://schemas.microsoft.com/office/drawing/2014/main" id="{7E38F8EE-7746-40F7-B665-821BB898E2CB}"/>
              </a:ext>
            </a:extLst>
          </p:cNvPr>
          <p:cNvSpPr>
            <a:spLocks xmlns:a="http://schemas.openxmlformats.org/drawingml/2006/main" noGrp="1"/>
          </p:cNvSpPr>
          <p:nvPr/>
        </p:nvSpPr>
        <p:spPr>
          <a:xfrm xmlns:a="http://schemas.openxmlformats.org/drawingml/2006/main">
            <a:off x="619125" y="1619250"/>
            <a:ext cx="361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050" b="1">
                <a:solidFill>
                  <a:srgbClr val="00754A"/>
                </a:solidFill>
                <a:latin typeface="Arial"/>
                <a:ea typeface="Arial"/>
                <a:cs typeface="Arial"/>
              </a:defRPr>
            </a:defPPr>
            <a:lvl1pPr>
              <a:defRPr sz="7050" b="1">
                <a:solidFill>
                  <a:srgbClr val="00754A"/>
                </a:solidFill>
                <a:latin typeface="Arial"/>
                <a:ea typeface="Arial"/>
                <a:cs typeface="Arial"/>
              </a:defRPr>
            </a:lvl1pPr>
            <a:lvl2pPr>
              <a:defRPr sz="7050" b="1">
                <a:solidFill>
                  <a:srgbClr val="00754A"/>
                </a:solidFill>
                <a:latin typeface="Arial"/>
                <a:ea typeface="Arial"/>
                <a:cs typeface="Arial"/>
              </a:defRPr>
            </a:lvl2pPr>
            <a:lvl3pPr>
              <a:defRPr sz="7050" b="1">
                <a:solidFill>
                  <a:srgbClr val="00754A"/>
                </a:solidFill>
                <a:latin typeface="Arial"/>
                <a:ea typeface="Arial"/>
                <a:cs typeface="Arial"/>
              </a:defRPr>
            </a:lvl3pPr>
            <a:lvl4pPr>
              <a:defRPr sz="7050" b="1">
                <a:solidFill>
                  <a:srgbClr val="00754A"/>
                </a:solidFill>
                <a:latin typeface="Arial"/>
                <a:ea typeface="Arial"/>
                <a:cs typeface="Arial"/>
              </a:defRPr>
            </a:lvl4pPr>
            <a:lvl5pPr>
              <a:defRPr sz="7050" b="1">
                <a:solidFill>
                  <a:srgbClr val="00754A"/>
                </a:solidFill>
                <a:latin typeface="Arial"/>
                <a:ea typeface="Arial"/>
                <a:cs typeface="Arial"/>
              </a:defRPr>
            </a:lvl5pPr>
            <a:lvl6pPr>
              <a:defRPr sz="7050" b="1">
                <a:solidFill>
                  <a:srgbClr val="00754A"/>
                </a:solidFill>
                <a:latin typeface="Arial"/>
                <a:ea typeface="Arial"/>
                <a:cs typeface="Arial"/>
              </a:defRPr>
            </a:lvl6pPr>
            <a:lvl7pPr>
              <a:defRPr sz="7050" b="1">
                <a:solidFill>
                  <a:srgbClr val="00754A"/>
                </a:solidFill>
                <a:latin typeface="Arial"/>
                <a:ea typeface="Arial"/>
                <a:cs typeface="Arial"/>
              </a:defRPr>
            </a:lvl7pPr>
            <a:lvl8pPr>
              <a:defRPr sz="7050" b="1">
                <a:solidFill>
                  <a:srgbClr val="00754A"/>
                </a:solidFill>
                <a:latin typeface="Arial"/>
                <a:ea typeface="Arial"/>
                <a:cs typeface="Arial"/>
              </a:defRPr>
            </a:lvl8pPr>
            <a:lvl9pPr>
              <a:defRPr sz="7050" b="1">
                <a:solidFill>
                  <a:srgbClr val="00754A"/>
                </a:solidFill>
                <a:latin typeface="Arial"/>
                <a:ea typeface="Arial"/>
                <a:cs typeface="Arial"/>
              </a:defRPr>
            </a:lvl9pPr>
          </a:lstStyle>
          <a:p xmlns:a="http://schemas.openxmlformats.org/drawingml/2006/main">
            <a:pPr>
              <a:defRPr sz="7050" b="1">
                <a:solidFill>
                  <a:srgbClr val="00754A"/>
                </a:solidFill>
                <a:latin typeface="Arial"/>
                <a:ea typeface="Arial"/>
                <a:cs typeface="Arial"/>
              </a:defRPr>
            </a:pPr>
            <a:r>
              <a:rPr sz="7050" b="1">
                <a:solidFill>
                  <a:srgbClr val="00754A"/>
                </a:solidFill>
                <a:latin typeface="Arial"/>
                <a:ea typeface="Arial"/>
                <a:cs typeface="Arial"/>
              </a:rPr>
              <a:t>87,8%</a:t>
            </a:r>
          </a:p>
        </p:txBody>
      </p:sp>
      <p:sp>
        <p:nvSpPr>
          <p:cNvPr id="4" name="body-27">
            <a:extLst xmlns:a="http://schemas.openxmlformats.org/drawingml/2006/main">
              <a:ext uri="{FF2B5EF4-FFF2-40B4-BE49-F238E27FC236}">
                <a16:creationId xmlns:a16="http://schemas.microsoft.com/office/drawing/2014/main" id="{5FD3A30A-416A-4D75-A307-019E8AB907DF}"/>
              </a:ext>
            </a:extLst>
          </p:cNvPr>
          <p:cNvSpPr>
            <a:spLocks xmlns:a="http://schemas.openxmlformats.org/drawingml/2006/main" noGrp="1"/>
          </p:cNvSpPr>
          <p:nvPr/>
        </p:nvSpPr>
        <p:spPr>
          <a:xfrm xmlns:a="http://schemas.openxmlformats.org/drawingml/2006/main">
            <a:off x="647700" y="2714625"/>
            <a:ext cx="3571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172B25"/>
                </a:solidFill>
                <a:latin typeface="Arial"/>
                <a:ea typeface="Arial"/>
                <a:cs typeface="Arial"/>
              </a:defRPr>
            </a:defPPr>
            <a:lvl1pPr>
              <a:defRPr sz="2100" b="0">
                <a:solidFill>
                  <a:srgbClr val="172B25"/>
                </a:solidFill>
                <a:latin typeface="Arial"/>
                <a:ea typeface="Arial"/>
                <a:cs typeface="Arial"/>
              </a:defRPr>
            </a:lvl1pPr>
            <a:lvl2pPr>
              <a:defRPr sz="2100" b="0">
                <a:solidFill>
                  <a:srgbClr val="172B25"/>
                </a:solidFill>
                <a:latin typeface="Arial"/>
                <a:ea typeface="Arial"/>
                <a:cs typeface="Arial"/>
              </a:defRPr>
            </a:lvl2pPr>
            <a:lvl3pPr>
              <a:defRPr sz="2100" b="0">
                <a:solidFill>
                  <a:srgbClr val="172B25"/>
                </a:solidFill>
                <a:latin typeface="Arial"/>
                <a:ea typeface="Arial"/>
                <a:cs typeface="Arial"/>
              </a:defRPr>
            </a:lvl3pPr>
            <a:lvl4pPr>
              <a:defRPr sz="2100" b="0">
                <a:solidFill>
                  <a:srgbClr val="172B25"/>
                </a:solidFill>
                <a:latin typeface="Arial"/>
                <a:ea typeface="Arial"/>
                <a:cs typeface="Arial"/>
              </a:defRPr>
            </a:lvl4pPr>
            <a:lvl5pPr>
              <a:defRPr sz="2100" b="0">
                <a:solidFill>
                  <a:srgbClr val="172B25"/>
                </a:solidFill>
                <a:latin typeface="Arial"/>
                <a:ea typeface="Arial"/>
                <a:cs typeface="Arial"/>
              </a:defRPr>
            </a:lvl5pPr>
            <a:lvl6pPr>
              <a:defRPr sz="2100" b="0">
                <a:solidFill>
                  <a:srgbClr val="172B25"/>
                </a:solidFill>
                <a:latin typeface="Arial"/>
                <a:ea typeface="Arial"/>
                <a:cs typeface="Arial"/>
              </a:defRPr>
            </a:lvl6pPr>
            <a:lvl7pPr>
              <a:defRPr sz="2100" b="0">
                <a:solidFill>
                  <a:srgbClr val="172B25"/>
                </a:solidFill>
                <a:latin typeface="Arial"/>
                <a:ea typeface="Arial"/>
                <a:cs typeface="Arial"/>
              </a:defRPr>
            </a:lvl7pPr>
            <a:lvl8pPr>
              <a:defRPr sz="2100" b="0">
                <a:solidFill>
                  <a:srgbClr val="172B25"/>
                </a:solidFill>
                <a:latin typeface="Arial"/>
                <a:ea typeface="Arial"/>
                <a:cs typeface="Arial"/>
              </a:defRPr>
            </a:lvl8pPr>
            <a:lvl9pPr>
              <a:defRPr sz="2100" b="0">
                <a:solidFill>
                  <a:srgbClr val="172B25"/>
                </a:solidFill>
                <a:latin typeface="Arial"/>
                <a:ea typeface="Arial"/>
                <a:cs typeface="Arial"/>
              </a:defRPr>
            </a:lvl9pPr>
          </a:lstStyle>
          <a:p xmlns:a="http://schemas.openxmlformats.org/drawingml/2006/main">
            <a:pPr>
              <a:defRPr sz="2100" b="0">
                <a:solidFill>
                  <a:srgbClr val="172B25"/>
                </a:solidFill>
                <a:latin typeface="Arial"/>
                <a:ea typeface="Arial"/>
                <a:cs typeface="Arial"/>
              </a:defRPr>
            </a:pPr>
            <a:r>
              <a:rPr sz="2100" b="0">
                <a:solidFill>
                  <a:srgbClr val="172B25"/>
                </a:solidFill>
                <a:latin typeface="Arial"/>
                <a:ea typeface="Arial"/>
                <a:cs typeface="Arial"/>
              </a:rPr>
              <a:t>45.159 din 51.428 clădiri</a:t>
            </a:r>
          </a:p>
          <a:p xmlns:a="http://schemas.openxmlformats.org/drawingml/2006/main">
            <a:pPr>
              <a:defRPr sz="2100" b="0">
                <a:solidFill>
                  <a:srgbClr val="172B25"/>
                </a:solidFill>
                <a:latin typeface="Arial"/>
                <a:ea typeface="Arial"/>
                <a:cs typeface="Arial"/>
              </a:defRPr>
            </a:pPr>
            <a:r>
              <a:rPr sz="2100" b="0">
                <a:solidFill>
                  <a:srgbClr val="172B25"/>
                </a:solidFill>
                <a:latin typeface="Arial"/>
                <a:ea typeface="Arial"/>
                <a:cs typeface="Arial"/>
              </a:rPr>
              <a:t>fără înălțime OSM</a:t>
            </a:r>
          </a:p>
        </p:txBody>
      </p:sp>
      <p:sp>
        <p:nvSpPr>
          <p:cNvPr id="5" name="rule-28">
            <a:extLst xmlns:a="http://schemas.openxmlformats.org/drawingml/2006/main">
              <a:ext uri="{FF2B5EF4-FFF2-40B4-BE49-F238E27FC236}">
                <a16:creationId xmlns:a16="http://schemas.microsoft.com/office/drawing/2014/main" id="{4BD37D9B-08B6-4910-BC7D-119F714973CD}"/>
              </a:ext>
            </a:extLst>
          </p:cNvPr>
          <p:cNvSpPr>
            <a:spLocks xmlns:a="http://schemas.openxmlformats.org/drawingml/2006/main" noGrp="1"/>
          </p:cNvSpPr>
          <p:nvPr/>
        </p:nvSpPr>
        <p:spPr>
          <a:xfrm xmlns:a="http://schemas.openxmlformats.org/drawingml/2006/main">
            <a:off x="657225" y="3676650"/>
            <a:ext cx="3476625"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6" name="coverage-metric-29">
            <a:extLst xmlns:a="http://schemas.openxmlformats.org/drawingml/2006/main">
              <a:ext uri="{FF2B5EF4-FFF2-40B4-BE49-F238E27FC236}">
                <a16:creationId xmlns:a16="http://schemas.microsoft.com/office/drawing/2014/main" id="{9F112B16-81D8-4BE8-943D-A84C2839B0E5}"/>
              </a:ext>
            </a:extLst>
          </p:cNvPr>
          <p:cNvSpPr>
            <a:spLocks xmlns:a="http://schemas.openxmlformats.org/drawingml/2006/main" noGrp="1"/>
          </p:cNvSpPr>
          <p:nvPr/>
        </p:nvSpPr>
        <p:spPr>
          <a:xfrm xmlns:a="http://schemas.openxmlformats.org/drawingml/2006/main">
            <a:off x="619125" y="3876675"/>
            <a:ext cx="3619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00" b="1">
                <a:solidFill>
                  <a:srgbClr val="183D36"/>
                </a:solidFill>
                <a:latin typeface="Arial"/>
                <a:ea typeface="Arial"/>
                <a:cs typeface="Arial"/>
              </a:defRPr>
            </a:defPPr>
            <a:lvl1pPr>
              <a:defRPr sz="5700" b="1">
                <a:solidFill>
                  <a:srgbClr val="183D36"/>
                </a:solidFill>
                <a:latin typeface="Arial"/>
                <a:ea typeface="Arial"/>
                <a:cs typeface="Arial"/>
              </a:defRPr>
            </a:lvl1pPr>
            <a:lvl2pPr>
              <a:defRPr sz="5700" b="1">
                <a:solidFill>
                  <a:srgbClr val="183D36"/>
                </a:solidFill>
                <a:latin typeface="Arial"/>
                <a:ea typeface="Arial"/>
                <a:cs typeface="Arial"/>
              </a:defRPr>
            </a:lvl2pPr>
            <a:lvl3pPr>
              <a:defRPr sz="5700" b="1">
                <a:solidFill>
                  <a:srgbClr val="183D36"/>
                </a:solidFill>
                <a:latin typeface="Arial"/>
                <a:ea typeface="Arial"/>
                <a:cs typeface="Arial"/>
              </a:defRPr>
            </a:lvl3pPr>
            <a:lvl4pPr>
              <a:defRPr sz="5700" b="1">
                <a:solidFill>
                  <a:srgbClr val="183D36"/>
                </a:solidFill>
                <a:latin typeface="Arial"/>
                <a:ea typeface="Arial"/>
                <a:cs typeface="Arial"/>
              </a:defRPr>
            </a:lvl4pPr>
            <a:lvl5pPr>
              <a:defRPr sz="5700" b="1">
                <a:solidFill>
                  <a:srgbClr val="183D36"/>
                </a:solidFill>
                <a:latin typeface="Arial"/>
                <a:ea typeface="Arial"/>
                <a:cs typeface="Arial"/>
              </a:defRPr>
            </a:lvl5pPr>
            <a:lvl6pPr>
              <a:defRPr sz="5700" b="1">
                <a:solidFill>
                  <a:srgbClr val="183D36"/>
                </a:solidFill>
                <a:latin typeface="Arial"/>
                <a:ea typeface="Arial"/>
                <a:cs typeface="Arial"/>
              </a:defRPr>
            </a:lvl6pPr>
            <a:lvl7pPr>
              <a:defRPr sz="5700" b="1">
                <a:solidFill>
                  <a:srgbClr val="183D36"/>
                </a:solidFill>
                <a:latin typeface="Arial"/>
                <a:ea typeface="Arial"/>
                <a:cs typeface="Arial"/>
              </a:defRPr>
            </a:lvl7pPr>
            <a:lvl8pPr>
              <a:defRPr sz="5700" b="1">
                <a:solidFill>
                  <a:srgbClr val="183D36"/>
                </a:solidFill>
                <a:latin typeface="Arial"/>
                <a:ea typeface="Arial"/>
                <a:cs typeface="Arial"/>
              </a:defRPr>
            </a:lvl8pPr>
            <a:lvl9pPr>
              <a:defRPr sz="5700" b="1">
                <a:solidFill>
                  <a:srgbClr val="183D36"/>
                </a:solidFill>
                <a:latin typeface="Arial"/>
                <a:ea typeface="Arial"/>
                <a:cs typeface="Arial"/>
              </a:defRPr>
            </a:lvl9pPr>
          </a:lstStyle>
          <a:p xmlns:a="http://schemas.openxmlformats.org/drawingml/2006/main">
            <a:pPr>
              <a:defRPr sz="5700" b="1">
                <a:solidFill>
                  <a:srgbClr val="183D36"/>
                </a:solidFill>
                <a:latin typeface="Arial"/>
                <a:ea typeface="Arial"/>
                <a:cs typeface="Arial"/>
              </a:defRPr>
            </a:pPr>
            <a:r>
              <a:rPr sz="5700" b="1">
                <a:solidFill>
                  <a:srgbClr val="183D36"/>
                </a:solidFill>
                <a:latin typeface="Arial"/>
                <a:ea typeface="Arial"/>
                <a:cs typeface="Arial"/>
              </a:rPr>
              <a:t>79,1%</a:t>
            </a:r>
          </a:p>
        </p:txBody>
      </p:sp>
      <p:sp>
        <p:nvSpPr>
          <p:cNvPr id="7" name="body-30">
            <a:extLst xmlns:a="http://schemas.openxmlformats.org/drawingml/2006/main">
              <a:ext uri="{FF2B5EF4-FFF2-40B4-BE49-F238E27FC236}">
                <a16:creationId xmlns:a16="http://schemas.microsoft.com/office/drawing/2014/main" id="{68A199D9-2845-4D86-B0A1-4CE206B2F359}"/>
              </a:ext>
            </a:extLst>
          </p:cNvPr>
          <p:cNvSpPr>
            <a:spLocks xmlns:a="http://schemas.openxmlformats.org/drawingml/2006/main" noGrp="1"/>
          </p:cNvSpPr>
          <p:nvPr/>
        </p:nvSpPr>
        <p:spPr>
          <a:xfrm xmlns:a="http://schemas.openxmlformats.org/drawingml/2006/main">
            <a:off x="647700" y="4781550"/>
            <a:ext cx="361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52645D"/>
                </a:solidFill>
                <a:latin typeface="Arial"/>
                <a:ea typeface="Arial"/>
                <a:cs typeface="Arial"/>
              </a:defRPr>
            </a:defPPr>
            <a:lvl1pPr>
              <a:defRPr sz="2025" b="0">
                <a:solidFill>
                  <a:srgbClr val="52645D"/>
                </a:solidFill>
                <a:latin typeface="Arial"/>
                <a:ea typeface="Arial"/>
                <a:cs typeface="Arial"/>
              </a:defRPr>
            </a:lvl1pPr>
            <a:lvl2pPr>
              <a:defRPr sz="2025" b="0">
                <a:solidFill>
                  <a:srgbClr val="52645D"/>
                </a:solidFill>
                <a:latin typeface="Arial"/>
                <a:ea typeface="Arial"/>
                <a:cs typeface="Arial"/>
              </a:defRPr>
            </a:lvl2pPr>
            <a:lvl3pPr>
              <a:defRPr sz="2025" b="0">
                <a:solidFill>
                  <a:srgbClr val="52645D"/>
                </a:solidFill>
                <a:latin typeface="Arial"/>
                <a:ea typeface="Arial"/>
                <a:cs typeface="Arial"/>
              </a:defRPr>
            </a:lvl3pPr>
            <a:lvl4pPr>
              <a:defRPr sz="2025" b="0">
                <a:solidFill>
                  <a:srgbClr val="52645D"/>
                </a:solidFill>
                <a:latin typeface="Arial"/>
                <a:ea typeface="Arial"/>
                <a:cs typeface="Arial"/>
              </a:defRPr>
            </a:lvl4pPr>
            <a:lvl5pPr>
              <a:defRPr sz="2025" b="0">
                <a:solidFill>
                  <a:srgbClr val="52645D"/>
                </a:solidFill>
                <a:latin typeface="Arial"/>
                <a:ea typeface="Arial"/>
                <a:cs typeface="Arial"/>
              </a:defRPr>
            </a:lvl5pPr>
            <a:lvl6pPr>
              <a:defRPr sz="2025" b="0">
                <a:solidFill>
                  <a:srgbClr val="52645D"/>
                </a:solidFill>
                <a:latin typeface="Arial"/>
                <a:ea typeface="Arial"/>
                <a:cs typeface="Arial"/>
              </a:defRPr>
            </a:lvl6pPr>
            <a:lvl7pPr>
              <a:defRPr sz="2025" b="0">
                <a:solidFill>
                  <a:srgbClr val="52645D"/>
                </a:solidFill>
                <a:latin typeface="Arial"/>
                <a:ea typeface="Arial"/>
                <a:cs typeface="Arial"/>
              </a:defRPr>
            </a:lvl7pPr>
            <a:lvl8pPr>
              <a:defRPr sz="2025" b="0">
                <a:solidFill>
                  <a:srgbClr val="52645D"/>
                </a:solidFill>
                <a:latin typeface="Arial"/>
                <a:ea typeface="Arial"/>
                <a:cs typeface="Arial"/>
              </a:defRPr>
            </a:lvl8pPr>
            <a:lvl9pPr>
              <a:defRPr sz="2025" b="0">
                <a:solidFill>
                  <a:srgbClr val="52645D"/>
                </a:solidFill>
                <a:latin typeface="Arial"/>
                <a:ea typeface="Arial"/>
                <a:cs typeface="Arial"/>
              </a:defRPr>
            </a:lvl9pPr>
          </a:lstStyle>
          <a:p xmlns:a="http://schemas.openxmlformats.org/drawingml/2006/main">
            <a:pPr>
              <a:defRPr sz="2025" b="0">
                <a:solidFill>
                  <a:srgbClr val="52645D"/>
                </a:solidFill>
                <a:latin typeface="Arial"/>
                <a:ea typeface="Arial"/>
                <a:cs typeface="Arial"/>
              </a:defRPr>
            </a:pPr>
            <a:r>
              <a:rPr sz="2025" b="0">
                <a:solidFill>
                  <a:srgbClr val="52645D"/>
                </a:solidFill>
                <a:latin typeface="Arial"/>
                <a:ea typeface="Arial"/>
                <a:cs typeface="Arial"/>
              </a:rPr>
              <a:t>acoperire GlobalBuildingAtlas</a:t>
            </a:r>
          </a:p>
          <a:p xmlns:a="http://schemas.openxmlformats.org/drawingml/2006/main">
            <a:pPr>
              <a:defRPr sz="2025" b="0">
                <a:solidFill>
                  <a:srgbClr val="52645D"/>
                </a:solidFill>
                <a:latin typeface="Arial"/>
                <a:ea typeface="Arial"/>
                <a:cs typeface="Arial"/>
              </a:defRPr>
            </a:pPr>
            <a:r>
              <a:rPr sz="2025" b="0">
                <a:solidFill>
                  <a:srgbClr val="52645D"/>
                </a:solidFill>
                <a:latin typeface="Arial"/>
                <a:ea typeface="Arial"/>
                <a:cs typeface="Arial"/>
              </a:rPr>
              <a:t>40.658 de clădiri asociate</a:t>
            </a:r>
          </a:p>
        </p:txBody>
      </p:sp>
      <p:sp>
        <p:nvSpPr>
          <p:cNvPr id="8" name="chart-heading-31">
            <a:extLst xmlns:a="http://schemas.openxmlformats.org/drawingml/2006/main">
              <a:ext uri="{FF2B5EF4-FFF2-40B4-BE49-F238E27FC236}">
                <a16:creationId xmlns:a16="http://schemas.microsoft.com/office/drawing/2014/main" id="{ECE36372-1C35-4566-9BA2-3733CB2057BA}"/>
              </a:ext>
            </a:extLst>
          </p:cNvPr>
          <p:cNvSpPr>
            <a:spLocks xmlns:a="http://schemas.openxmlformats.org/drawingml/2006/main" noGrp="1"/>
          </p:cNvSpPr>
          <p:nvPr/>
        </p:nvSpPr>
        <p:spPr>
          <a:xfrm xmlns:a="http://schemas.openxmlformats.org/drawingml/2006/main">
            <a:off x="4667250" y="1638300"/>
            <a:ext cx="676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72B25"/>
                </a:solidFill>
                <a:latin typeface="Arial"/>
                <a:ea typeface="Arial"/>
                <a:cs typeface="Arial"/>
              </a:defRPr>
            </a:defPPr>
            <a:lvl1pPr>
              <a:defRPr sz="2175" b="1">
                <a:solidFill>
                  <a:srgbClr val="172B25"/>
                </a:solidFill>
                <a:latin typeface="Arial"/>
                <a:ea typeface="Arial"/>
                <a:cs typeface="Arial"/>
              </a:defRPr>
            </a:lvl1pPr>
            <a:lvl2pPr>
              <a:defRPr sz="2175" b="1">
                <a:solidFill>
                  <a:srgbClr val="172B25"/>
                </a:solidFill>
                <a:latin typeface="Arial"/>
                <a:ea typeface="Arial"/>
                <a:cs typeface="Arial"/>
              </a:defRPr>
            </a:lvl2pPr>
            <a:lvl3pPr>
              <a:defRPr sz="2175" b="1">
                <a:solidFill>
                  <a:srgbClr val="172B25"/>
                </a:solidFill>
                <a:latin typeface="Arial"/>
                <a:ea typeface="Arial"/>
                <a:cs typeface="Arial"/>
              </a:defRPr>
            </a:lvl3pPr>
            <a:lvl4pPr>
              <a:defRPr sz="2175" b="1">
                <a:solidFill>
                  <a:srgbClr val="172B25"/>
                </a:solidFill>
                <a:latin typeface="Arial"/>
                <a:ea typeface="Arial"/>
                <a:cs typeface="Arial"/>
              </a:defRPr>
            </a:lvl4pPr>
            <a:lvl5pPr>
              <a:defRPr sz="2175" b="1">
                <a:solidFill>
                  <a:srgbClr val="172B25"/>
                </a:solidFill>
                <a:latin typeface="Arial"/>
                <a:ea typeface="Arial"/>
                <a:cs typeface="Arial"/>
              </a:defRPr>
            </a:lvl5pPr>
            <a:lvl6pPr>
              <a:defRPr sz="2175" b="1">
                <a:solidFill>
                  <a:srgbClr val="172B25"/>
                </a:solidFill>
                <a:latin typeface="Arial"/>
                <a:ea typeface="Arial"/>
                <a:cs typeface="Arial"/>
              </a:defRPr>
            </a:lvl6pPr>
            <a:lvl7pPr>
              <a:defRPr sz="2175" b="1">
                <a:solidFill>
                  <a:srgbClr val="172B25"/>
                </a:solidFill>
                <a:latin typeface="Arial"/>
                <a:ea typeface="Arial"/>
                <a:cs typeface="Arial"/>
              </a:defRPr>
            </a:lvl7pPr>
            <a:lvl8pPr>
              <a:defRPr sz="2175" b="1">
                <a:solidFill>
                  <a:srgbClr val="172B25"/>
                </a:solidFill>
                <a:latin typeface="Arial"/>
                <a:ea typeface="Arial"/>
                <a:cs typeface="Arial"/>
              </a:defRPr>
            </a:lvl8pPr>
            <a:lvl9pPr>
              <a:defRPr sz="2175" b="1">
                <a:solidFill>
                  <a:srgbClr val="172B25"/>
                </a:solidFill>
                <a:latin typeface="Arial"/>
                <a:ea typeface="Arial"/>
                <a:cs typeface="Arial"/>
              </a:defRPr>
            </a:lvl9pPr>
          </a:lstStyle>
          <a:p xmlns:a="http://schemas.openxmlformats.org/drawingml/2006/main">
            <a:pPr>
              <a:defRPr sz="2175" b="1">
                <a:solidFill>
                  <a:srgbClr val="172B25"/>
                </a:solidFill>
                <a:latin typeface="Arial"/>
                <a:ea typeface="Arial"/>
                <a:cs typeface="Arial"/>
              </a:defRPr>
            </a:pPr>
            <a:r>
              <a:rPr sz="2175" b="1">
                <a:solidFill>
                  <a:srgbClr val="172B25"/>
                </a:solidFill>
                <a:latin typeface="Arial"/>
                <a:ea typeface="Arial"/>
                <a:cs typeface="Arial"/>
              </a:rPr>
              <a:t>Diferența medie GBA − OSM (m)</a:t>
            </a:r>
          </a:p>
        </p:txBody>
      </p:sp>
      <p:graphicFrame>
        <p:nvGraphicFramePr>
          <p:cNvPr id="9" name="Chart">
            <a:extLst xmlns:a="http://schemas.openxmlformats.org/drawingml/2006/main">
              <a:ext uri="{FF2B5EF4-FFF2-40B4-BE49-F238E27FC236}">
                <a16:creationId xmlns:a16="http://schemas.microsoft.com/office/drawing/2014/main" id="{ACCFD035-08FB-448C-9E59-C50F62505520}"/>
              </a:ext>
            </a:extLst>
          </p:cNvPr>
          <p:cNvGraphicFramePr/>
          <p:nvPr/>
        </p:nvGraphicFramePr>
        <p:xfrm>
          <a:off xmlns:a="http://schemas.openxmlformats.org/drawingml/2006/main" x="4524375" y="2200275"/>
          <a:ext xmlns:a="http://schemas.openxmlformats.org/drawingml/2006/main" cx="7029450" cy="3143250"/>
        </p:xfrm>
        <a:graphic xmlns:a="http://schemas.openxmlformats.org/drawingml/2006/main">
          <a:graphicData uri="http://schemas.openxmlformats.org/drawingml/2006/chart">
            <c:chart xmlns:r="http://schemas.openxmlformats.org/officeDocument/2006/relationships" xmlns:c="http://schemas.openxmlformats.org/drawingml/2006/chart" r:id="R34f5f4c88d16478e"/>
          </a:graphicData>
        </a:graphic>
      </p:graphicFrame>
      <p:sp>
        <p:nvSpPr>
          <p:cNvPr id="10" name="body-32">
            <a:extLst xmlns:a="http://schemas.openxmlformats.org/drawingml/2006/main">
              <a:ext uri="{FF2B5EF4-FFF2-40B4-BE49-F238E27FC236}">
                <a16:creationId xmlns:a16="http://schemas.microsoft.com/office/drawing/2014/main" id="{5F3950FD-BB03-4ADF-824E-13C425D08744}"/>
              </a:ext>
            </a:extLst>
          </p:cNvPr>
          <p:cNvSpPr>
            <a:spLocks xmlns:a="http://schemas.openxmlformats.org/drawingml/2006/main" noGrp="1"/>
          </p:cNvSpPr>
          <p:nvPr/>
        </p:nvSpPr>
        <p:spPr>
          <a:xfrm xmlns:a="http://schemas.openxmlformats.org/drawingml/2006/main">
            <a:off x="4667250" y="5534025"/>
            <a:ext cx="676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45D"/>
                </a:solidFill>
                <a:latin typeface="Arial"/>
                <a:ea typeface="Arial"/>
                <a:cs typeface="Arial"/>
              </a:defRPr>
            </a:defPPr>
            <a:lvl1pPr>
              <a:defRPr sz="1725" b="0">
                <a:solidFill>
                  <a:srgbClr val="52645D"/>
                </a:solidFill>
                <a:latin typeface="Arial"/>
                <a:ea typeface="Arial"/>
                <a:cs typeface="Arial"/>
              </a:defRPr>
            </a:lvl1pPr>
            <a:lvl2pPr>
              <a:defRPr sz="1725" b="0">
                <a:solidFill>
                  <a:srgbClr val="52645D"/>
                </a:solidFill>
                <a:latin typeface="Arial"/>
                <a:ea typeface="Arial"/>
                <a:cs typeface="Arial"/>
              </a:defRPr>
            </a:lvl2pPr>
            <a:lvl3pPr>
              <a:defRPr sz="1725" b="0">
                <a:solidFill>
                  <a:srgbClr val="52645D"/>
                </a:solidFill>
                <a:latin typeface="Arial"/>
                <a:ea typeface="Arial"/>
                <a:cs typeface="Arial"/>
              </a:defRPr>
            </a:lvl3pPr>
            <a:lvl4pPr>
              <a:defRPr sz="1725" b="0">
                <a:solidFill>
                  <a:srgbClr val="52645D"/>
                </a:solidFill>
                <a:latin typeface="Arial"/>
                <a:ea typeface="Arial"/>
                <a:cs typeface="Arial"/>
              </a:defRPr>
            </a:lvl4pPr>
            <a:lvl5pPr>
              <a:defRPr sz="1725" b="0">
                <a:solidFill>
                  <a:srgbClr val="52645D"/>
                </a:solidFill>
                <a:latin typeface="Arial"/>
                <a:ea typeface="Arial"/>
                <a:cs typeface="Arial"/>
              </a:defRPr>
            </a:lvl5pPr>
            <a:lvl6pPr>
              <a:defRPr sz="1725" b="0">
                <a:solidFill>
                  <a:srgbClr val="52645D"/>
                </a:solidFill>
                <a:latin typeface="Arial"/>
                <a:ea typeface="Arial"/>
                <a:cs typeface="Arial"/>
              </a:defRPr>
            </a:lvl6pPr>
            <a:lvl7pPr>
              <a:defRPr sz="1725" b="0">
                <a:solidFill>
                  <a:srgbClr val="52645D"/>
                </a:solidFill>
                <a:latin typeface="Arial"/>
                <a:ea typeface="Arial"/>
                <a:cs typeface="Arial"/>
              </a:defRPr>
            </a:lvl7pPr>
            <a:lvl8pPr>
              <a:defRPr sz="1725" b="0">
                <a:solidFill>
                  <a:srgbClr val="52645D"/>
                </a:solidFill>
                <a:latin typeface="Arial"/>
                <a:ea typeface="Arial"/>
                <a:cs typeface="Arial"/>
              </a:defRPr>
            </a:lvl8pPr>
            <a:lvl9pPr>
              <a:defRPr sz="1725" b="0">
                <a:solidFill>
                  <a:srgbClr val="52645D"/>
                </a:solidFill>
                <a:latin typeface="Arial"/>
                <a:ea typeface="Arial"/>
                <a:cs typeface="Arial"/>
              </a:defRPr>
            </a:lvl9pPr>
          </a:lstStyle>
          <a:p xmlns:a="http://schemas.openxmlformats.org/drawingml/2006/main">
            <a:pPr>
              <a:defRPr sz="1725" b="0">
                <a:solidFill>
                  <a:srgbClr val="52645D"/>
                </a:solidFill>
                <a:latin typeface="Arial"/>
                <a:ea typeface="Arial"/>
                <a:cs typeface="Arial"/>
              </a:defRPr>
            </a:pPr>
            <a:r>
              <a:rPr sz="1725" b="0">
                <a:solidFill>
                  <a:srgbClr val="52645D"/>
                </a:solidFill>
                <a:latin typeface="Arial"/>
                <a:ea typeface="Arial"/>
                <a:cs typeface="Arial"/>
              </a:rPr>
              <a:t>Comparație cu etichete OSM, nu cu înălțimi măsurate în teren</a:t>
            </a:r>
          </a:p>
        </p:txBody>
      </p:sp>
      <p:sp>
        <p:nvSpPr>
          <p:cNvPr id="11" name="body-33">
            <a:extLst xmlns:a="http://schemas.openxmlformats.org/drawingml/2006/main">
              <a:ext uri="{FF2B5EF4-FFF2-40B4-BE49-F238E27FC236}">
                <a16:creationId xmlns:a16="http://schemas.microsoft.com/office/drawing/2014/main" id="{DF53EB63-DF62-42BB-AB0F-303EBA83BC58}"/>
              </a:ext>
            </a:extLst>
          </p:cNvPr>
          <p:cNvSpPr>
            <a:spLocks xmlns:a="http://schemas.openxmlformats.org/drawingml/2006/main" noGrp="1"/>
          </p:cNvSpPr>
          <p:nvPr/>
        </p:nvSpPr>
        <p:spPr>
          <a:xfrm xmlns:a="http://schemas.openxmlformats.org/drawingml/2006/main">
            <a:off x="647700" y="63436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45D"/>
                </a:solidFill>
                <a:latin typeface="Arial"/>
                <a:ea typeface="Arial"/>
                <a:cs typeface="Arial"/>
              </a:defRPr>
            </a:defPPr>
            <a:lvl1pPr>
              <a:defRPr sz="1275" b="0">
                <a:solidFill>
                  <a:srgbClr val="52645D"/>
                </a:solidFill>
                <a:latin typeface="Arial"/>
                <a:ea typeface="Arial"/>
                <a:cs typeface="Arial"/>
              </a:defRPr>
            </a:lvl1pPr>
            <a:lvl2pPr>
              <a:defRPr sz="1275" b="0">
                <a:solidFill>
                  <a:srgbClr val="52645D"/>
                </a:solidFill>
                <a:latin typeface="Arial"/>
                <a:ea typeface="Arial"/>
                <a:cs typeface="Arial"/>
              </a:defRPr>
            </a:lvl2pPr>
            <a:lvl3pPr>
              <a:defRPr sz="1275" b="0">
                <a:solidFill>
                  <a:srgbClr val="52645D"/>
                </a:solidFill>
                <a:latin typeface="Arial"/>
                <a:ea typeface="Arial"/>
                <a:cs typeface="Arial"/>
              </a:defRPr>
            </a:lvl3pPr>
            <a:lvl4pPr>
              <a:defRPr sz="1275" b="0">
                <a:solidFill>
                  <a:srgbClr val="52645D"/>
                </a:solidFill>
                <a:latin typeface="Arial"/>
                <a:ea typeface="Arial"/>
                <a:cs typeface="Arial"/>
              </a:defRPr>
            </a:lvl4pPr>
            <a:lvl5pPr>
              <a:defRPr sz="1275" b="0">
                <a:solidFill>
                  <a:srgbClr val="52645D"/>
                </a:solidFill>
                <a:latin typeface="Arial"/>
                <a:ea typeface="Arial"/>
                <a:cs typeface="Arial"/>
              </a:defRPr>
            </a:lvl5pPr>
            <a:lvl6pPr>
              <a:defRPr sz="1275" b="0">
                <a:solidFill>
                  <a:srgbClr val="52645D"/>
                </a:solidFill>
                <a:latin typeface="Arial"/>
                <a:ea typeface="Arial"/>
                <a:cs typeface="Arial"/>
              </a:defRPr>
            </a:lvl6pPr>
            <a:lvl7pPr>
              <a:defRPr sz="1275" b="0">
                <a:solidFill>
                  <a:srgbClr val="52645D"/>
                </a:solidFill>
                <a:latin typeface="Arial"/>
                <a:ea typeface="Arial"/>
                <a:cs typeface="Arial"/>
              </a:defRPr>
            </a:lvl7pPr>
            <a:lvl8pPr>
              <a:defRPr sz="1275" b="0">
                <a:solidFill>
                  <a:srgbClr val="52645D"/>
                </a:solidFill>
                <a:latin typeface="Arial"/>
                <a:ea typeface="Arial"/>
                <a:cs typeface="Arial"/>
              </a:defRPr>
            </a:lvl8pPr>
            <a:lvl9pPr>
              <a:defRPr sz="1275" b="0">
                <a:solidFill>
                  <a:srgbClr val="52645D"/>
                </a:solidFill>
                <a:latin typeface="Arial"/>
                <a:ea typeface="Arial"/>
                <a:cs typeface="Arial"/>
              </a:defRPr>
            </a:lvl9pPr>
          </a:lstStyle>
          <a:p xmlns:a="http://schemas.openxmlformats.org/drawingml/2006/main">
            <a:pPr>
              <a:defRPr sz="1275" b="0">
                <a:solidFill>
                  <a:srgbClr val="52645D"/>
                </a:solidFill>
                <a:latin typeface="Arial"/>
                <a:ea typeface="Arial"/>
                <a:cs typeface="Arial"/>
              </a:defRPr>
            </a:pPr>
            <a:r>
              <a:rPr sz="1275" b="0">
                <a:solidFill>
                  <a:srgbClr val="52645D"/>
                </a:solidFill>
                <a:latin typeface="Arial"/>
                <a:ea typeface="Arial"/>
                <a:cs typeface="Arial"/>
              </a:rPr>
              <a:t>Sursă: analiza locală GBA–OSM, 27.10.2026</a:t>
            </a:r>
          </a:p>
        </p:txBody>
      </p:sp>
    </p:spTree>
    <p:extLst>
      <p:ext uri="{BB962C8B-B14F-4D97-AF65-F5344CB8AC3E}">
        <p14:creationId xmlns:p14="http://schemas.microsoft.com/office/powerpoint/2010/main" val="742202711"/>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title-34">
            <a:extLst xmlns:a="http://schemas.openxmlformats.org/drawingml/2006/main">
              <a:ext uri="{FF2B5EF4-FFF2-40B4-BE49-F238E27FC236}">
                <a16:creationId xmlns:a16="http://schemas.microsoft.com/office/drawing/2014/main" id="{D83CAFFF-BCC5-435C-B2C0-4517E5360B55}"/>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Înălțimea din umbră</a:t>
            </a:r>
          </a:p>
        </p:txBody>
      </p:sp>
      <p:sp>
        <p:nvSpPr>
          <p:cNvPr id="2" name="page-35">
            <a:extLst xmlns:a="http://schemas.openxmlformats.org/drawingml/2006/main">
              <a:ext uri="{FF2B5EF4-FFF2-40B4-BE49-F238E27FC236}">
                <a16:creationId xmlns:a16="http://schemas.microsoft.com/office/drawing/2014/main" id="{247752BE-41B8-4A4C-88CD-CA7DA89DA124}"/>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4 / 6</a:t>
            </a:r>
          </a:p>
        </p:txBody>
      </p:sp>
      <p:sp>
        <p:nvSpPr>
          <p:cNvPr id="3" name="formula-36">
            <a:extLst xmlns:a="http://schemas.openxmlformats.org/drawingml/2006/main">
              <a:ext uri="{FF2B5EF4-FFF2-40B4-BE49-F238E27FC236}">
                <a16:creationId xmlns:a16="http://schemas.microsoft.com/office/drawing/2014/main" id="{2D7E7821-1006-4AD0-9F55-6508096D8EBA}"/>
              </a:ext>
            </a:extLst>
          </p:cNvPr>
          <p:cNvSpPr>
            <a:spLocks xmlns:a="http://schemas.openxmlformats.org/drawingml/2006/main" noGrp="1"/>
          </p:cNvSpPr>
          <p:nvPr/>
        </p:nvSpPr>
        <p:spPr>
          <a:xfrm xmlns:a="http://schemas.openxmlformats.org/drawingml/2006/main">
            <a:off x="619125" y="1504950"/>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925" b="1">
                <a:solidFill>
                  <a:srgbClr val="00754A"/>
                </a:solidFill>
                <a:latin typeface="Arial"/>
                <a:ea typeface="Arial"/>
                <a:cs typeface="Arial"/>
              </a:defRPr>
            </a:defPPr>
            <a:lvl1pPr>
              <a:defRPr sz="5925" b="1">
                <a:solidFill>
                  <a:srgbClr val="00754A"/>
                </a:solidFill>
                <a:latin typeface="Arial"/>
                <a:ea typeface="Arial"/>
                <a:cs typeface="Arial"/>
              </a:defRPr>
            </a:lvl1pPr>
            <a:lvl2pPr>
              <a:defRPr sz="5925" b="1">
                <a:solidFill>
                  <a:srgbClr val="00754A"/>
                </a:solidFill>
                <a:latin typeface="Arial"/>
                <a:ea typeface="Arial"/>
                <a:cs typeface="Arial"/>
              </a:defRPr>
            </a:lvl2pPr>
            <a:lvl3pPr>
              <a:defRPr sz="5925" b="1">
                <a:solidFill>
                  <a:srgbClr val="00754A"/>
                </a:solidFill>
                <a:latin typeface="Arial"/>
                <a:ea typeface="Arial"/>
                <a:cs typeface="Arial"/>
              </a:defRPr>
            </a:lvl3pPr>
            <a:lvl4pPr>
              <a:defRPr sz="5925" b="1">
                <a:solidFill>
                  <a:srgbClr val="00754A"/>
                </a:solidFill>
                <a:latin typeface="Arial"/>
                <a:ea typeface="Arial"/>
                <a:cs typeface="Arial"/>
              </a:defRPr>
            </a:lvl4pPr>
            <a:lvl5pPr>
              <a:defRPr sz="5925" b="1">
                <a:solidFill>
                  <a:srgbClr val="00754A"/>
                </a:solidFill>
                <a:latin typeface="Arial"/>
                <a:ea typeface="Arial"/>
                <a:cs typeface="Arial"/>
              </a:defRPr>
            </a:lvl5pPr>
            <a:lvl6pPr>
              <a:defRPr sz="5925" b="1">
                <a:solidFill>
                  <a:srgbClr val="00754A"/>
                </a:solidFill>
                <a:latin typeface="Arial"/>
                <a:ea typeface="Arial"/>
                <a:cs typeface="Arial"/>
              </a:defRPr>
            </a:lvl6pPr>
            <a:lvl7pPr>
              <a:defRPr sz="5925" b="1">
                <a:solidFill>
                  <a:srgbClr val="00754A"/>
                </a:solidFill>
                <a:latin typeface="Arial"/>
                <a:ea typeface="Arial"/>
                <a:cs typeface="Arial"/>
              </a:defRPr>
            </a:lvl7pPr>
            <a:lvl8pPr>
              <a:defRPr sz="5925" b="1">
                <a:solidFill>
                  <a:srgbClr val="00754A"/>
                </a:solidFill>
                <a:latin typeface="Arial"/>
                <a:ea typeface="Arial"/>
                <a:cs typeface="Arial"/>
              </a:defRPr>
            </a:lvl8pPr>
            <a:lvl9pPr>
              <a:defRPr sz="5925" b="1">
                <a:solidFill>
                  <a:srgbClr val="00754A"/>
                </a:solidFill>
                <a:latin typeface="Arial"/>
                <a:ea typeface="Arial"/>
                <a:cs typeface="Arial"/>
              </a:defRPr>
            </a:lvl9pPr>
          </a:lstStyle>
          <a:p xmlns:a="http://schemas.openxmlformats.org/drawingml/2006/main">
            <a:pPr>
              <a:defRPr sz="5925" b="1">
                <a:solidFill>
                  <a:srgbClr val="00754A"/>
                </a:solidFill>
                <a:latin typeface="Arial"/>
                <a:ea typeface="Arial"/>
                <a:cs typeface="Arial"/>
              </a:defRPr>
            </a:pPr>
            <a:r>
              <a:rPr sz="5925" b="1">
                <a:solidFill>
                  <a:srgbClr val="00754A"/>
                </a:solidFill>
                <a:latin typeface="Arial"/>
                <a:ea typeface="Arial"/>
                <a:cs typeface="Arial"/>
              </a:rPr>
              <a:t>h = L × tan(e)</a:t>
            </a:r>
          </a:p>
        </p:txBody>
      </p:sp>
      <p:sp>
        <p:nvSpPr>
          <p:cNvPr id="4" name="vertical-building-37">
            <a:extLst xmlns:a="http://schemas.openxmlformats.org/drawingml/2006/main">
              <a:ext uri="{FF2B5EF4-FFF2-40B4-BE49-F238E27FC236}">
                <a16:creationId xmlns:a16="http://schemas.microsoft.com/office/drawing/2014/main" id="{4491FF2E-F46B-4894-8417-A7AB38E4577F}"/>
              </a:ext>
            </a:extLst>
          </p:cNvPr>
          <p:cNvSpPr>
            <a:spLocks xmlns:a="http://schemas.openxmlformats.org/drawingml/2006/main" noGrp="1"/>
          </p:cNvSpPr>
          <p:nvPr/>
        </p:nvSpPr>
        <p:spPr>
          <a:xfrm xmlns:a="http://schemas.openxmlformats.org/drawingml/2006/main">
            <a:off x="1143000" y="2952750"/>
            <a:ext cx="1047750" cy="2000250"/>
          </a:xfrm>
          <a:prstGeom xmlns:a="http://schemas.openxmlformats.org/drawingml/2006/main" prst="rect">
            <a:avLst/>
          </a:prstGeom>
          <a:solidFill xmlns:a="http://schemas.openxmlformats.org/drawingml/2006/main">
            <a:srgbClr val="DCE8DD"/>
          </a:solidFill>
          <a:ln xmlns:a="http://schemas.openxmlformats.org/drawingml/2006/main" w="28575">
            <a:solidFill>
              <a:srgbClr val="183D36"/>
            </a:solidFill>
            <a:prstDash val="solid"/>
          </a:ln>
        </p:spPr>
      </p:sp>
      <p:sp>
        <p:nvSpPr>
          <p:cNvPr id="5" name="ground">
            <a:extLst xmlns:a="http://schemas.openxmlformats.org/drawingml/2006/main">
              <a:ext uri="{FF2B5EF4-FFF2-40B4-BE49-F238E27FC236}">
                <a16:creationId xmlns:a16="http://schemas.microsoft.com/office/drawing/2014/main" id="{7CAAFD97-DC2F-4746-ABBA-F797CD007B0C}"/>
              </a:ext>
            </a:extLst>
          </p:cNvPr>
          <p:cNvSpPr>
            <a:spLocks xmlns:a="http://schemas.openxmlformats.org/drawingml/2006/main" noGrp="1"/>
          </p:cNvSpPr>
          <p:nvPr/>
        </p:nvSpPr>
        <p:spPr>
          <a:xfrm xmlns:a="http://schemas.openxmlformats.org/drawingml/2006/main">
            <a:off x="666750" y="4953000"/>
            <a:ext cx="6667500" cy="953"/>
          </a:xfrm>
          <a:custGeom xmlns:a="http://schemas.openxmlformats.org/drawingml/2006/main">
            <a:pathLst>
              <a:path w="6667500" h="953">
                <a:moveTo>
                  <a:pt x="0" y="0"/>
                </a:moveTo>
                <a:lnTo>
                  <a:pt x="6667500" y="0"/>
                </a:lnTo>
              </a:path>
            </a:pathLst>
          </a:custGeom>
          <a:noFill xmlns:a="http://schemas.openxmlformats.org/drawingml/2006/main"/>
          <a:ln xmlns:a="http://schemas.openxmlformats.org/drawingml/2006/main" w="28575">
            <a:solidFill>
              <a:srgbClr val="52645D"/>
            </a:solidFill>
            <a:prstDash val="solid"/>
          </a:ln>
        </p:spPr>
      </p:sp>
      <p:sp>
        <p:nvSpPr>
          <p:cNvPr id="6" name="sun-ray">
            <a:extLst xmlns:a="http://schemas.openxmlformats.org/drawingml/2006/main">
              <a:ext uri="{FF2B5EF4-FFF2-40B4-BE49-F238E27FC236}">
                <a16:creationId xmlns:a16="http://schemas.microsoft.com/office/drawing/2014/main" id="{BBC2CD36-955F-49F0-B54F-9E4A8678C146}"/>
              </a:ext>
            </a:extLst>
          </p:cNvPr>
          <p:cNvSpPr>
            <a:spLocks xmlns:a="http://schemas.openxmlformats.org/drawingml/2006/main" noGrp="1"/>
          </p:cNvSpPr>
          <p:nvPr/>
        </p:nvSpPr>
        <p:spPr>
          <a:xfrm xmlns:a="http://schemas.openxmlformats.org/drawingml/2006/main">
            <a:off x="1238250" y="2476500"/>
            <a:ext cx="4953000" cy="2476500"/>
          </a:xfrm>
          <a:custGeom xmlns:a="http://schemas.openxmlformats.org/drawingml/2006/main">
            <a:pathLst>
              <a:path w="4953000" h="2476500">
                <a:moveTo>
                  <a:pt x="0" y="0"/>
                </a:moveTo>
                <a:lnTo>
                  <a:pt x="4953000" y="2476500"/>
                </a:lnTo>
              </a:path>
            </a:pathLst>
          </a:custGeom>
          <a:noFill xmlns:a="http://schemas.openxmlformats.org/drawingml/2006/main"/>
          <a:ln xmlns:a="http://schemas.openxmlformats.org/drawingml/2006/main" w="38100">
            <a:solidFill>
              <a:srgbClr val="183D36"/>
            </a:solidFill>
            <a:prstDash val="solid"/>
          </a:ln>
        </p:spPr>
      </p:sp>
      <p:sp>
        <p:nvSpPr>
          <p:cNvPr id="7" name="shadow-length-38">
            <a:extLst xmlns:a="http://schemas.openxmlformats.org/drawingml/2006/main">
              <a:ext uri="{FF2B5EF4-FFF2-40B4-BE49-F238E27FC236}">
                <a16:creationId xmlns:a16="http://schemas.microsoft.com/office/drawing/2014/main" id="{0E616F42-3885-4CF5-8283-1F807E21B407}"/>
              </a:ext>
            </a:extLst>
          </p:cNvPr>
          <p:cNvSpPr>
            <a:spLocks xmlns:a="http://schemas.openxmlformats.org/drawingml/2006/main" noGrp="1"/>
          </p:cNvSpPr>
          <p:nvPr/>
        </p:nvSpPr>
        <p:spPr>
          <a:xfrm xmlns:a="http://schemas.openxmlformats.org/drawingml/2006/main">
            <a:off x="2190750" y="4953000"/>
            <a:ext cx="4000500" cy="95250"/>
          </a:xfrm>
          <a:prstGeom xmlns:a="http://schemas.openxmlformats.org/drawingml/2006/main" prst="rect">
            <a:avLst/>
          </a:prstGeom>
          <a:solidFill xmlns:a="http://schemas.openxmlformats.org/drawingml/2006/main">
            <a:srgbClr val="183D36"/>
          </a:solidFill>
          <a:ln xmlns:a="http://schemas.openxmlformats.org/drawingml/2006/main" w="0">
            <a:noFill/>
            <a:prstDash val="solid"/>
          </a:ln>
        </p:spPr>
      </p:sp>
      <p:sp>
        <p:nvSpPr>
          <p:cNvPr id="8" name="height-guide">
            <a:extLst xmlns:a="http://schemas.openxmlformats.org/drawingml/2006/main">
              <a:ext uri="{FF2B5EF4-FFF2-40B4-BE49-F238E27FC236}">
                <a16:creationId xmlns:a16="http://schemas.microsoft.com/office/drawing/2014/main" id="{B434A0C3-027C-49BB-A8F6-F1FA6248B622}"/>
              </a:ext>
            </a:extLst>
          </p:cNvPr>
          <p:cNvSpPr>
            <a:spLocks xmlns:a="http://schemas.openxmlformats.org/drawingml/2006/main" noGrp="1"/>
          </p:cNvSpPr>
          <p:nvPr/>
        </p:nvSpPr>
        <p:spPr>
          <a:xfrm xmlns:a="http://schemas.openxmlformats.org/drawingml/2006/main">
            <a:off x="914400" y="2952750"/>
            <a:ext cx="953" cy="2000250"/>
          </a:xfrm>
          <a:custGeom xmlns:a="http://schemas.openxmlformats.org/drawingml/2006/main">
            <a:pathLst>
              <a:path w="953" h="2000250">
                <a:moveTo>
                  <a:pt x="0" y="0"/>
                </a:moveTo>
                <a:lnTo>
                  <a:pt x="0" y="2000250"/>
                </a:lnTo>
              </a:path>
            </a:pathLst>
          </a:custGeom>
          <a:noFill xmlns:a="http://schemas.openxmlformats.org/drawingml/2006/main"/>
          <a:ln xmlns:a="http://schemas.openxmlformats.org/drawingml/2006/main" w="19050">
            <a:solidFill>
              <a:srgbClr val="00754A"/>
            </a:solidFill>
            <a:prstDash val="solid"/>
          </a:ln>
        </p:spPr>
      </p:sp>
      <p:sp>
        <p:nvSpPr>
          <p:cNvPr id="9" name="body-39">
            <a:extLst xmlns:a="http://schemas.openxmlformats.org/drawingml/2006/main">
              <a:ext uri="{FF2B5EF4-FFF2-40B4-BE49-F238E27FC236}">
                <a16:creationId xmlns:a16="http://schemas.microsoft.com/office/drawing/2014/main" id="{C9F0CE78-32EA-46D7-BEF2-DE81796810CB}"/>
              </a:ext>
            </a:extLst>
          </p:cNvPr>
          <p:cNvSpPr>
            <a:spLocks xmlns:a="http://schemas.openxmlformats.org/drawingml/2006/main" noGrp="1"/>
          </p:cNvSpPr>
          <p:nvPr/>
        </p:nvSpPr>
        <p:spPr>
          <a:xfrm xmlns:a="http://schemas.openxmlformats.org/drawingml/2006/main">
            <a:off x="600075" y="3781425"/>
            <a:ext cx="33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00754A"/>
                </a:solidFill>
                <a:latin typeface="Arial"/>
                <a:ea typeface="Arial"/>
                <a:cs typeface="Arial"/>
              </a:defRPr>
            </a:defPPr>
            <a:lvl1pPr>
              <a:defRPr sz="2625" b="1">
                <a:solidFill>
                  <a:srgbClr val="00754A"/>
                </a:solidFill>
                <a:latin typeface="Arial"/>
                <a:ea typeface="Arial"/>
                <a:cs typeface="Arial"/>
              </a:defRPr>
            </a:lvl1pPr>
            <a:lvl2pPr>
              <a:defRPr sz="2625" b="1">
                <a:solidFill>
                  <a:srgbClr val="00754A"/>
                </a:solidFill>
                <a:latin typeface="Arial"/>
                <a:ea typeface="Arial"/>
                <a:cs typeface="Arial"/>
              </a:defRPr>
            </a:lvl2pPr>
            <a:lvl3pPr>
              <a:defRPr sz="2625" b="1">
                <a:solidFill>
                  <a:srgbClr val="00754A"/>
                </a:solidFill>
                <a:latin typeface="Arial"/>
                <a:ea typeface="Arial"/>
                <a:cs typeface="Arial"/>
              </a:defRPr>
            </a:lvl3pPr>
            <a:lvl4pPr>
              <a:defRPr sz="2625" b="1">
                <a:solidFill>
                  <a:srgbClr val="00754A"/>
                </a:solidFill>
                <a:latin typeface="Arial"/>
                <a:ea typeface="Arial"/>
                <a:cs typeface="Arial"/>
              </a:defRPr>
            </a:lvl4pPr>
            <a:lvl5pPr>
              <a:defRPr sz="2625" b="1">
                <a:solidFill>
                  <a:srgbClr val="00754A"/>
                </a:solidFill>
                <a:latin typeface="Arial"/>
                <a:ea typeface="Arial"/>
                <a:cs typeface="Arial"/>
              </a:defRPr>
            </a:lvl5pPr>
            <a:lvl6pPr>
              <a:defRPr sz="2625" b="1">
                <a:solidFill>
                  <a:srgbClr val="00754A"/>
                </a:solidFill>
                <a:latin typeface="Arial"/>
                <a:ea typeface="Arial"/>
                <a:cs typeface="Arial"/>
              </a:defRPr>
            </a:lvl6pPr>
            <a:lvl7pPr>
              <a:defRPr sz="2625" b="1">
                <a:solidFill>
                  <a:srgbClr val="00754A"/>
                </a:solidFill>
                <a:latin typeface="Arial"/>
                <a:ea typeface="Arial"/>
                <a:cs typeface="Arial"/>
              </a:defRPr>
            </a:lvl7pPr>
            <a:lvl8pPr>
              <a:defRPr sz="2625" b="1">
                <a:solidFill>
                  <a:srgbClr val="00754A"/>
                </a:solidFill>
                <a:latin typeface="Arial"/>
                <a:ea typeface="Arial"/>
                <a:cs typeface="Arial"/>
              </a:defRPr>
            </a:lvl8pPr>
            <a:lvl9pPr>
              <a:defRPr sz="2625" b="1">
                <a:solidFill>
                  <a:srgbClr val="00754A"/>
                </a:solidFill>
                <a:latin typeface="Arial"/>
                <a:ea typeface="Arial"/>
                <a:cs typeface="Arial"/>
              </a:defRPr>
            </a:lvl9pPr>
          </a:lstStyle>
          <a:p xmlns:a="http://schemas.openxmlformats.org/drawingml/2006/main">
            <a:pPr>
              <a:defRPr sz="2625" b="1">
                <a:solidFill>
                  <a:srgbClr val="00754A"/>
                </a:solidFill>
                <a:latin typeface="Arial"/>
                <a:ea typeface="Arial"/>
                <a:cs typeface="Arial"/>
              </a:defRPr>
            </a:pPr>
            <a:r>
              <a:rPr sz="2625" b="1">
                <a:solidFill>
                  <a:srgbClr val="00754A"/>
                </a:solidFill>
                <a:latin typeface="Arial"/>
                <a:ea typeface="Arial"/>
                <a:cs typeface="Arial"/>
              </a:rPr>
              <a:t>h</a:t>
            </a:r>
          </a:p>
        </p:txBody>
      </p:sp>
      <p:sp>
        <p:nvSpPr>
          <p:cNvPr id="10" name="body-40">
            <a:extLst xmlns:a="http://schemas.openxmlformats.org/drawingml/2006/main">
              <a:ext uri="{FF2B5EF4-FFF2-40B4-BE49-F238E27FC236}">
                <a16:creationId xmlns:a16="http://schemas.microsoft.com/office/drawing/2014/main" id="{B1600574-ABA7-47B7-A81F-047FE5C29BCF}"/>
              </a:ext>
            </a:extLst>
          </p:cNvPr>
          <p:cNvSpPr>
            <a:spLocks xmlns:a="http://schemas.openxmlformats.org/drawingml/2006/main" noGrp="1"/>
          </p:cNvSpPr>
          <p:nvPr/>
        </p:nvSpPr>
        <p:spPr>
          <a:xfrm xmlns:a="http://schemas.openxmlformats.org/drawingml/2006/main">
            <a:off x="4000500" y="516255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00754A"/>
                </a:solidFill>
                <a:latin typeface="Arial"/>
                <a:ea typeface="Arial"/>
                <a:cs typeface="Arial"/>
              </a:defRPr>
            </a:defPPr>
            <a:lvl1pPr>
              <a:defRPr sz="2625" b="1">
                <a:solidFill>
                  <a:srgbClr val="00754A"/>
                </a:solidFill>
                <a:latin typeface="Arial"/>
                <a:ea typeface="Arial"/>
                <a:cs typeface="Arial"/>
              </a:defRPr>
            </a:lvl1pPr>
            <a:lvl2pPr>
              <a:defRPr sz="2625" b="1">
                <a:solidFill>
                  <a:srgbClr val="00754A"/>
                </a:solidFill>
                <a:latin typeface="Arial"/>
                <a:ea typeface="Arial"/>
                <a:cs typeface="Arial"/>
              </a:defRPr>
            </a:lvl2pPr>
            <a:lvl3pPr>
              <a:defRPr sz="2625" b="1">
                <a:solidFill>
                  <a:srgbClr val="00754A"/>
                </a:solidFill>
                <a:latin typeface="Arial"/>
                <a:ea typeface="Arial"/>
                <a:cs typeface="Arial"/>
              </a:defRPr>
            </a:lvl3pPr>
            <a:lvl4pPr>
              <a:defRPr sz="2625" b="1">
                <a:solidFill>
                  <a:srgbClr val="00754A"/>
                </a:solidFill>
                <a:latin typeface="Arial"/>
                <a:ea typeface="Arial"/>
                <a:cs typeface="Arial"/>
              </a:defRPr>
            </a:lvl4pPr>
            <a:lvl5pPr>
              <a:defRPr sz="2625" b="1">
                <a:solidFill>
                  <a:srgbClr val="00754A"/>
                </a:solidFill>
                <a:latin typeface="Arial"/>
                <a:ea typeface="Arial"/>
                <a:cs typeface="Arial"/>
              </a:defRPr>
            </a:lvl5pPr>
            <a:lvl6pPr>
              <a:defRPr sz="2625" b="1">
                <a:solidFill>
                  <a:srgbClr val="00754A"/>
                </a:solidFill>
                <a:latin typeface="Arial"/>
                <a:ea typeface="Arial"/>
                <a:cs typeface="Arial"/>
              </a:defRPr>
            </a:lvl6pPr>
            <a:lvl7pPr>
              <a:defRPr sz="2625" b="1">
                <a:solidFill>
                  <a:srgbClr val="00754A"/>
                </a:solidFill>
                <a:latin typeface="Arial"/>
                <a:ea typeface="Arial"/>
                <a:cs typeface="Arial"/>
              </a:defRPr>
            </a:lvl7pPr>
            <a:lvl8pPr>
              <a:defRPr sz="2625" b="1">
                <a:solidFill>
                  <a:srgbClr val="00754A"/>
                </a:solidFill>
                <a:latin typeface="Arial"/>
                <a:ea typeface="Arial"/>
                <a:cs typeface="Arial"/>
              </a:defRPr>
            </a:lvl8pPr>
            <a:lvl9pPr>
              <a:defRPr sz="2625" b="1">
                <a:solidFill>
                  <a:srgbClr val="00754A"/>
                </a:solidFill>
                <a:latin typeface="Arial"/>
                <a:ea typeface="Arial"/>
                <a:cs typeface="Arial"/>
              </a:defRPr>
            </a:lvl9pPr>
          </a:lstStyle>
          <a:p xmlns:a="http://schemas.openxmlformats.org/drawingml/2006/main">
            <a:pPr>
              <a:defRPr sz="2625" b="1">
                <a:solidFill>
                  <a:srgbClr val="00754A"/>
                </a:solidFill>
                <a:latin typeface="Arial"/>
                <a:ea typeface="Arial"/>
                <a:cs typeface="Arial"/>
              </a:defRPr>
            </a:pPr>
            <a:r>
              <a:rPr sz="2625" b="1">
                <a:solidFill>
                  <a:srgbClr val="00754A"/>
                </a:solidFill>
                <a:latin typeface="Arial"/>
                <a:ea typeface="Arial"/>
                <a:cs typeface="Arial"/>
              </a:rPr>
              <a:t>L</a:t>
            </a:r>
          </a:p>
        </p:txBody>
      </p:sp>
      <p:sp>
        <p:nvSpPr>
          <p:cNvPr id="11" name="body-41">
            <a:extLst xmlns:a="http://schemas.openxmlformats.org/drawingml/2006/main">
              <a:ext uri="{FF2B5EF4-FFF2-40B4-BE49-F238E27FC236}">
                <a16:creationId xmlns:a16="http://schemas.microsoft.com/office/drawing/2014/main" id="{C396E7EA-4E01-471F-8EB4-2C6029FE232C}"/>
              </a:ext>
            </a:extLst>
          </p:cNvPr>
          <p:cNvSpPr>
            <a:spLocks xmlns:a="http://schemas.openxmlformats.org/drawingml/2006/main" noGrp="1"/>
          </p:cNvSpPr>
          <p:nvPr/>
        </p:nvSpPr>
        <p:spPr>
          <a:xfrm xmlns:a="http://schemas.openxmlformats.org/drawingml/2006/main">
            <a:off x="5410200" y="4657725"/>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00754A"/>
                </a:solidFill>
                <a:latin typeface="Arial"/>
                <a:ea typeface="Arial"/>
                <a:cs typeface="Arial"/>
              </a:defRPr>
            </a:defPPr>
            <a:lvl1pPr>
              <a:defRPr sz="1875" b="1">
                <a:solidFill>
                  <a:srgbClr val="00754A"/>
                </a:solidFill>
                <a:latin typeface="Arial"/>
                <a:ea typeface="Arial"/>
                <a:cs typeface="Arial"/>
              </a:defRPr>
            </a:lvl1pPr>
            <a:lvl2pPr>
              <a:defRPr sz="1875" b="1">
                <a:solidFill>
                  <a:srgbClr val="00754A"/>
                </a:solidFill>
                <a:latin typeface="Arial"/>
                <a:ea typeface="Arial"/>
                <a:cs typeface="Arial"/>
              </a:defRPr>
            </a:lvl2pPr>
            <a:lvl3pPr>
              <a:defRPr sz="1875" b="1">
                <a:solidFill>
                  <a:srgbClr val="00754A"/>
                </a:solidFill>
                <a:latin typeface="Arial"/>
                <a:ea typeface="Arial"/>
                <a:cs typeface="Arial"/>
              </a:defRPr>
            </a:lvl3pPr>
            <a:lvl4pPr>
              <a:defRPr sz="1875" b="1">
                <a:solidFill>
                  <a:srgbClr val="00754A"/>
                </a:solidFill>
                <a:latin typeface="Arial"/>
                <a:ea typeface="Arial"/>
                <a:cs typeface="Arial"/>
              </a:defRPr>
            </a:lvl4pPr>
            <a:lvl5pPr>
              <a:defRPr sz="1875" b="1">
                <a:solidFill>
                  <a:srgbClr val="00754A"/>
                </a:solidFill>
                <a:latin typeface="Arial"/>
                <a:ea typeface="Arial"/>
                <a:cs typeface="Arial"/>
              </a:defRPr>
            </a:lvl5pPr>
            <a:lvl6pPr>
              <a:defRPr sz="1875" b="1">
                <a:solidFill>
                  <a:srgbClr val="00754A"/>
                </a:solidFill>
                <a:latin typeface="Arial"/>
                <a:ea typeface="Arial"/>
                <a:cs typeface="Arial"/>
              </a:defRPr>
            </a:lvl6pPr>
            <a:lvl7pPr>
              <a:defRPr sz="1875" b="1">
                <a:solidFill>
                  <a:srgbClr val="00754A"/>
                </a:solidFill>
                <a:latin typeface="Arial"/>
                <a:ea typeface="Arial"/>
                <a:cs typeface="Arial"/>
              </a:defRPr>
            </a:lvl7pPr>
            <a:lvl8pPr>
              <a:defRPr sz="1875" b="1">
                <a:solidFill>
                  <a:srgbClr val="00754A"/>
                </a:solidFill>
                <a:latin typeface="Arial"/>
                <a:ea typeface="Arial"/>
                <a:cs typeface="Arial"/>
              </a:defRPr>
            </a:lvl8pPr>
            <a:lvl9pPr>
              <a:defRPr sz="1875" b="1">
                <a:solidFill>
                  <a:srgbClr val="00754A"/>
                </a:solidFill>
                <a:latin typeface="Arial"/>
                <a:ea typeface="Arial"/>
                <a:cs typeface="Arial"/>
              </a:defRPr>
            </a:lvl9pPr>
          </a:lstStyle>
          <a:p xmlns:a="http://schemas.openxmlformats.org/drawingml/2006/main">
            <a:pPr>
              <a:defRPr sz="1875" b="1">
                <a:solidFill>
                  <a:srgbClr val="00754A"/>
                </a:solidFill>
                <a:latin typeface="Arial"/>
                <a:ea typeface="Arial"/>
                <a:cs typeface="Arial"/>
              </a:defRPr>
            </a:pPr>
            <a:r>
              <a:rPr sz="1875" b="1">
                <a:solidFill>
                  <a:srgbClr val="00754A"/>
                </a:solidFill>
                <a:latin typeface="Arial"/>
                <a:ea typeface="Arial"/>
                <a:cs typeface="Arial"/>
              </a:rPr>
              <a:t>e</a:t>
            </a:r>
          </a:p>
        </p:txBody>
      </p:sp>
      <p:sp>
        <p:nvSpPr>
          <p:cNvPr id="12" name="body-42">
            <a:extLst xmlns:a="http://schemas.openxmlformats.org/drawingml/2006/main">
              <a:ext uri="{FF2B5EF4-FFF2-40B4-BE49-F238E27FC236}">
                <a16:creationId xmlns:a16="http://schemas.microsoft.com/office/drawing/2014/main" id="{730807DB-9A84-40B6-9F39-022BBB112E5B}"/>
              </a:ext>
            </a:extLst>
          </p:cNvPr>
          <p:cNvSpPr>
            <a:spLocks xmlns:a="http://schemas.openxmlformats.org/drawingml/2006/main" noGrp="1"/>
          </p:cNvSpPr>
          <p:nvPr/>
        </p:nvSpPr>
        <p:spPr>
          <a:xfrm xmlns:a="http://schemas.openxmlformats.org/drawingml/2006/main">
            <a:off x="2762250" y="2619375"/>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Rază solară</a:t>
            </a:r>
          </a:p>
        </p:txBody>
      </p:sp>
      <p:sp>
        <p:nvSpPr>
          <p:cNvPr id="13" name="body-43">
            <a:extLst xmlns:a="http://schemas.openxmlformats.org/drawingml/2006/main">
              <a:ext uri="{FF2B5EF4-FFF2-40B4-BE49-F238E27FC236}">
                <a16:creationId xmlns:a16="http://schemas.microsoft.com/office/drawing/2014/main" id="{AB6921E5-864A-41F6-A62C-EF79A32C3C58}"/>
              </a:ext>
            </a:extLst>
          </p:cNvPr>
          <p:cNvSpPr>
            <a:spLocks xmlns:a="http://schemas.openxmlformats.org/drawingml/2006/main" noGrp="1"/>
          </p:cNvSpPr>
          <p:nvPr/>
        </p:nvSpPr>
        <p:spPr>
          <a:xfrm xmlns:a="http://schemas.openxmlformats.org/drawingml/2006/main">
            <a:off x="7762875" y="2809875"/>
            <a:ext cx="3667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172B25"/>
                </a:solidFill>
                <a:latin typeface="Arial"/>
                <a:ea typeface="Arial"/>
                <a:cs typeface="Arial"/>
              </a:defRPr>
            </a:defPPr>
            <a:lvl1pPr>
              <a:defRPr sz="2475" b="1">
                <a:solidFill>
                  <a:srgbClr val="172B25"/>
                </a:solidFill>
                <a:latin typeface="Arial"/>
                <a:ea typeface="Arial"/>
                <a:cs typeface="Arial"/>
              </a:defRPr>
            </a:lvl1pPr>
            <a:lvl2pPr>
              <a:defRPr sz="2475" b="1">
                <a:solidFill>
                  <a:srgbClr val="172B25"/>
                </a:solidFill>
                <a:latin typeface="Arial"/>
                <a:ea typeface="Arial"/>
                <a:cs typeface="Arial"/>
              </a:defRPr>
            </a:lvl2pPr>
            <a:lvl3pPr>
              <a:defRPr sz="2475" b="1">
                <a:solidFill>
                  <a:srgbClr val="172B25"/>
                </a:solidFill>
                <a:latin typeface="Arial"/>
                <a:ea typeface="Arial"/>
                <a:cs typeface="Arial"/>
              </a:defRPr>
            </a:lvl3pPr>
            <a:lvl4pPr>
              <a:defRPr sz="2475" b="1">
                <a:solidFill>
                  <a:srgbClr val="172B25"/>
                </a:solidFill>
                <a:latin typeface="Arial"/>
                <a:ea typeface="Arial"/>
                <a:cs typeface="Arial"/>
              </a:defRPr>
            </a:lvl4pPr>
            <a:lvl5pPr>
              <a:defRPr sz="2475" b="1">
                <a:solidFill>
                  <a:srgbClr val="172B25"/>
                </a:solidFill>
                <a:latin typeface="Arial"/>
                <a:ea typeface="Arial"/>
                <a:cs typeface="Arial"/>
              </a:defRPr>
            </a:lvl5pPr>
            <a:lvl6pPr>
              <a:defRPr sz="2475" b="1">
                <a:solidFill>
                  <a:srgbClr val="172B25"/>
                </a:solidFill>
                <a:latin typeface="Arial"/>
                <a:ea typeface="Arial"/>
                <a:cs typeface="Arial"/>
              </a:defRPr>
            </a:lvl6pPr>
            <a:lvl7pPr>
              <a:defRPr sz="2475" b="1">
                <a:solidFill>
                  <a:srgbClr val="172B25"/>
                </a:solidFill>
                <a:latin typeface="Arial"/>
                <a:ea typeface="Arial"/>
                <a:cs typeface="Arial"/>
              </a:defRPr>
            </a:lvl7pPr>
            <a:lvl8pPr>
              <a:defRPr sz="2475" b="1">
                <a:solidFill>
                  <a:srgbClr val="172B25"/>
                </a:solidFill>
                <a:latin typeface="Arial"/>
                <a:ea typeface="Arial"/>
                <a:cs typeface="Arial"/>
              </a:defRPr>
            </a:lvl8pPr>
            <a:lvl9pPr>
              <a:defRPr sz="2475" b="1">
                <a:solidFill>
                  <a:srgbClr val="172B25"/>
                </a:solidFill>
                <a:latin typeface="Arial"/>
                <a:ea typeface="Arial"/>
                <a:cs typeface="Arial"/>
              </a:defRPr>
            </a:lvl9pPr>
          </a:lstStyle>
          <a:p xmlns:a="http://schemas.openxmlformats.org/drawingml/2006/main">
            <a:pPr>
              <a:defRPr sz="2475" b="1">
                <a:solidFill>
                  <a:srgbClr val="172B25"/>
                </a:solidFill>
                <a:latin typeface="Arial"/>
                <a:ea typeface="Arial"/>
                <a:cs typeface="Arial"/>
              </a:defRPr>
            </a:pPr>
            <a:r>
              <a:rPr sz="2475" b="1">
                <a:solidFill>
                  <a:srgbClr val="172B25"/>
                </a:solidFill>
                <a:latin typeface="Arial"/>
                <a:ea typeface="Arial"/>
                <a:cs typeface="Arial"/>
              </a:rPr>
              <a:t>L se măsoară</a:t>
            </a:r>
          </a:p>
        </p:txBody>
      </p:sp>
      <p:sp>
        <p:nvSpPr>
          <p:cNvPr id="14" name="body-44">
            <a:extLst xmlns:a="http://schemas.openxmlformats.org/drawingml/2006/main">
              <a:ext uri="{FF2B5EF4-FFF2-40B4-BE49-F238E27FC236}">
                <a16:creationId xmlns:a16="http://schemas.microsoft.com/office/drawing/2014/main" id="{BFE952D8-0FCD-4D0D-9ED5-FE64C02E3896}"/>
              </a:ext>
            </a:extLst>
          </p:cNvPr>
          <p:cNvSpPr>
            <a:spLocks xmlns:a="http://schemas.openxmlformats.org/drawingml/2006/main" noGrp="1"/>
          </p:cNvSpPr>
          <p:nvPr/>
        </p:nvSpPr>
        <p:spPr>
          <a:xfrm xmlns:a="http://schemas.openxmlformats.org/drawingml/2006/main">
            <a:off x="7762875" y="3505200"/>
            <a:ext cx="36671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e se calculează din loc,</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dată și oră</a:t>
            </a:r>
          </a:p>
        </p:txBody>
      </p:sp>
      <p:sp>
        <p:nvSpPr>
          <p:cNvPr id="15" name="body-45">
            <a:extLst xmlns:a="http://schemas.openxmlformats.org/drawingml/2006/main">
              <a:ext uri="{FF2B5EF4-FFF2-40B4-BE49-F238E27FC236}">
                <a16:creationId xmlns:a16="http://schemas.microsoft.com/office/drawing/2014/main" id="{853EA51A-C8D4-40EA-8F7F-C2E11B744845}"/>
              </a:ext>
            </a:extLst>
          </p:cNvPr>
          <p:cNvSpPr>
            <a:spLocks xmlns:a="http://schemas.openxmlformats.org/drawingml/2006/main" noGrp="1"/>
          </p:cNvSpPr>
          <p:nvPr/>
        </p:nvSpPr>
        <p:spPr>
          <a:xfrm xmlns:a="http://schemas.openxmlformats.org/drawingml/2006/main">
            <a:off x="7762875" y="4581525"/>
            <a:ext cx="3667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172B25"/>
                </a:solidFill>
                <a:latin typeface="Arial"/>
                <a:ea typeface="Arial"/>
                <a:cs typeface="Arial"/>
              </a:defRPr>
            </a:defPPr>
            <a:lvl1pPr>
              <a:defRPr sz="2400" b="1">
                <a:solidFill>
                  <a:srgbClr val="172B25"/>
                </a:solidFill>
                <a:latin typeface="Arial"/>
                <a:ea typeface="Arial"/>
                <a:cs typeface="Arial"/>
              </a:defRPr>
            </a:lvl1pPr>
            <a:lvl2pPr>
              <a:defRPr sz="2400" b="1">
                <a:solidFill>
                  <a:srgbClr val="172B25"/>
                </a:solidFill>
                <a:latin typeface="Arial"/>
                <a:ea typeface="Arial"/>
                <a:cs typeface="Arial"/>
              </a:defRPr>
            </a:lvl2pPr>
            <a:lvl3pPr>
              <a:defRPr sz="2400" b="1">
                <a:solidFill>
                  <a:srgbClr val="172B25"/>
                </a:solidFill>
                <a:latin typeface="Arial"/>
                <a:ea typeface="Arial"/>
                <a:cs typeface="Arial"/>
              </a:defRPr>
            </a:lvl3pPr>
            <a:lvl4pPr>
              <a:defRPr sz="2400" b="1">
                <a:solidFill>
                  <a:srgbClr val="172B25"/>
                </a:solidFill>
                <a:latin typeface="Arial"/>
                <a:ea typeface="Arial"/>
                <a:cs typeface="Arial"/>
              </a:defRPr>
            </a:lvl4pPr>
            <a:lvl5pPr>
              <a:defRPr sz="2400" b="1">
                <a:solidFill>
                  <a:srgbClr val="172B25"/>
                </a:solidFill>
                <a:latin typeface="Arial"/>
                <a:ea typeface="Arial"/>
                <a:cs typeface="Arial"/>
              </a:defRPr>
            </a:lvl5pPr>
            <a:lvl6pPr>
              <a:defRPr sz="2400" b="1">
                <a:solidFill>
                  <a:srgbClr val="172B25"/>
                </a:solidFill>
                <a:latin typeface="Arial"/>
                <a:ea typeface="Arial"/>
                <a:cs typeface="Arial"/>
              </a:defRPr>
            </a:lvl6pPr>
            <a:lvl7pPr>
              <a:defRPr sz="2400" b="1">
                <a:solidFill>
                  <a:srgbClr val="172B25"/>
                </a:solidFill>
                <a:latin typeface="Arial"/>
                <a:ea typeface="Arial"/>
                <a:cs typeface="Arial"/>
              </a:defRPr>
            </a:lvl7pPr>
            <a:lvl8pPr>
              <a:defRPr sz="2400" b="1">
                <a:solidFill>
                  <a:srgbClr val="172B25"/>
                </a:solidFill>
                <a:latin typeface="Arial"/>
                <a:ea typeface="Arial"/>
                <a:cs typeface="Arial"/>
              </a:defRPr>
            </a:lvl8pPr>
            <a:lvl9pPr>
              <a:defRPr sz="2400" b="1">
                <a:solidFill>
                  <a:srgbClr val="172B25"/>
                </a:solidFill>
                <a:latin typeface="Arial"/>
                <a:ea typeface="Arial"/>
                <a:cs typeface="Arial"/>
              </a:defRPr>
            </a:lvl9pPr>
          </a:lstStyle>
          <a:p xmlns:a="http://schemas.openxmlformats.org/drawingml/2006/main">
            <a:pPr>
              <a:defRPr sz="2400" b="1">
                <a:solidFill>
                  <a:srgbClr val="172B25"/>
                </a:solidFill>
                <a:latin typeface="Arial"/>
                <a:ea typeface="Arial"/>
                <a:cs typeface="Arial"/>
              </a:defRPr>
            </a:pPr>
            <a:r>
              <a:rPr sz="2400" b="1">
                <a:solidFill>
                  <a:srgbClr val="172B25"/>
                </a:solidFill>
                <a:latin typeface="Arial"/>
                <a:ea typeface="Arial"/>
                <a:cs typeface="Arial"/>
              </a:rPr>
              <a:t>h rezultă din geometrie</a:t>
            </a:r>
          </a:p>
        </p:txBody>
      </p:sp>
      <p:sp>
        <p:nvSpPr>
          <p:cNvPr id="16" name="body-46">
            <a:extLst xmlns:a="http://schemas.openxmlformats.org/drawingml/2006/main">
              <a:ext uri="{FF2B5EF4-FFF2-40B4-BE49-F238E27FC236}">
                <a16:creationId xmlns:a16="http://schemas.microsoft.com/office/drawing/2014/main" id="{69ECA244-AF0A-46D4-93D3-B52061C42118}"/>
              </a:ext>
            </a:extLst>
          </p:cNvPr>
          <p:cNvSpPr>
            <a:spLocks xmlns:a="http://schemas.openxmlformats.org/drawingml/2006/main" noGrp="1"/>
          </p:cNvSpPr>
          <p:nvPr/>
        </p:nvSpPr>
        <p:spPr>
          <a:xfrm xmlns:a="http://schemas.openxmlformats.org/drawingml/2006/main">
            <a:off x="628650" y="571500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72B25"/>
                </a:solidFill>
                <a:latin typeface="Arial"/>
                <a:ea typeface="Arial"/>
                <a:cs typeface="Arial"/>
              </a:defRPr>
            </a:defPPr>
            <a:lvl1pPr>
              <a:defRPr sz="2175" b="1">
                <a:solidFill>
                  <a:srgbClr val="172B25"/>
                </a:solidFill>
                <a:latin typeface="Arial"/>
                <a:ea typeface="Arial"/>
                <a:cs typeface="Arial"/>
              </a:defRPr>
            </a:lvl1pPr>
            <a:lvl2pPr>
              <a:defRPr sz="2175" b="1">
                <a:solidFill>
                  <a:srgbClr val="172B25"/>
                </a:solidFill>
                <a:latin typeface="Arial"/>
                <a:ea typeface="Arial"/>
                <a:cs typeface="Arial"/>
              </a:defRPr>
            </a:lvl2pPr>
            <a:lvl3pPr>
              <a:defRPr sz="2175" b="1">
                <a:solidFill>
                  <a:srgbClr val="172B25"/>
                </a:solidFill>
                <a:latin typeface="Arial"/>
                <a:ea typeface="Arial"/>
                <a:cs typeface="Arial"/>
              </a:defRPr>
            </a:lvl3pPr>
            <a:lvl4pPr>
              <a:defRPr sz="2175" b="1">
                <a:solidFill>
                  <a:srgbClr val="172B25"/>
                </a:solidFill>
                <a:latin typeface="Arial"/>
                <a:ea typeface="Arial"/>
                <a:cs typeface="Arial"/>
              </a:defRPr>
            </a:lvl4pPr>
            <a:lvl5pPr>
              <a:defRPr sz="2175" b="1">
                <a:solidFill>
                  <a:srgbClr val="172B25"/>
                </a:solidFill>
                <a:latin typeface="Arial"/>
                <a:ea typeface="Arial"/>
                <a:cs typeface="Arial"/>
              </a:defRPr>
            </a:lvl5pPr>
            <a:lvl6pPr>
              <a:defRPr sz="2175" b="1">
                <a:solidFill>
                  <a:srgbClr val="172B25"/>
                </a:solidFill>
                <a:latin typeface="Arial"/>
                <a:ea typeface="Arial"/>
                <a:cs typeface="Arial"/>
              </a:defRPr>
            </a:lvl6pPr>
            <a:lvl7pPr>
              <a:defRPr sz="2175" b="1">
                <a:solidFill>
                  <a:srgbClr val="172B25"/>
                </a:solidFill>
                <a:latin typeface="Arial"/>
                <a:ea typeface="Arial"/>
                <a:cs typeface="Arial"/>
              </a:defRPr>
            </a:lvl7pPr>
            <a:lvl8pPr>
              <a:defRPr sz="2175" b="1">
                <a:solidFill>
                  <a:srgbClr val="172B25"/>
                </a:solidFill>
                <a:latin typeface="Arial"/>
                <a:ea typeface="Arial"/>
                <a:cs typeface="Arial"/>
              </a:defRPr>
            </a:lvl8pPr>
            <a:lvl9pPr>
              <a:defRPr sz="2175" b="1">
                <a:solidFill>
                  <a:srgbClr val="172B25"/>
                </a:solidFill>
                <a:latin typeface="Arial"/>
                <a:ea typeface="Arial"/>
                <a:cs typeface="Arial"/>
              </a:defRPr>
            </a:lvl9pPr>
          </a:lstStyle>
          <a:p xmlns:a="http://schemas.openxmlformats.org/drawingml/2006/main">
            <a:pPr>
              <a:defRPr sz="2175" b="1">
                <a:solidFill>
                  <a:srgbClr val="172B25"/>
                </a:solidFill>
                <a:latin typeface="Arial"/>
                <a:ea typeface="Arial"/>
                <a:cs typeface="Arial"/>
              </a:defRPr>
            </a:pPr>
            <a:r>
              <a:rPr sz="2175" b="1">
                <a:solidFill>
                  <a:srgbClr val="172B25"/>
                </a:solidFill>
                <a:latin typeface="Arial"/>
                <a:ea typeface="Arial"/>
                <a:cs typeface="Arial"/>
              </a:rPr>
              <a:t>Putem obține înălțimi suficient de precise pentru harta umbrelor?</a:t>
            </a:r>
          </a:p>
        </p:txBody>
      </p:sp>
      <p:sp>
        <p:nvSpPr>
          <p:cNvPr id="17" name="body-47">
            <a:extLst xmlns:a="http://schemas.openxmlformats.org/drawingml/2006/main">
              <a:ext uri="{FF2B5EF4-FFF2-40B4-BE49-F238E27FC236}">
                <a16:creationId xmlns:a16="http://schemas.microsoft.com/office/drawing/2014/main" id="{B269E44D-05D2-4D26-8318-095155DD84B6}"/>
              </a:ext>
            </a:extLst>
          </p:cNvPr>
          <p:cNvSpPr>
            <a:spLocks xmlns:a="http://schemas.openxmlformats.org/drawingml/2006/main" noGrp="1"/>
          </p:cNvSpPr>
          <p:nvPr/>
        </p:nvSpPr>
        <p:spPr>
          <a:xfrm xmlns:a="http://schemas.openxmlformats.org/drawingml/2006/main">
            <a:off x="628650" y="63341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45D"/>
                </a:solidFill>
                <a:latin typeface="Arial"/>
                <a:ea typeface="Arial"/>
                <a:cs typeface="Arial"/>
              </a:defRPr>
            </a:defPPr>
            <a:lvl1pPr>
              <a:defRPr sz="1350" b="0">
                <a:solidFill>
                  <a:srgbClr val="52645D"/>
                </a:solidFill>
                <a:latin typeface="Arial"/>
                <a:ea typeface="Arial"/>
                <a:cs typeface="Arial"/>
              </a:defRPr>
            </a:lvl1pPr>
            <a:lvl2pPr>
              <a:defRPr sz="1350" b="0">
                <a:solidFill>
                  <a:srgbClr val="52645D"/>
                </a:solidFill>
                <a:latin typeface="Arial"/>
                <a:ea typeface="Arial"/>
                <a:cs typeface="Arial"/>
              </a:defRPr>
            </a:lvl2pPr>
            <a:lvl3pPr>
              <a:defRPr sz="1350" b="0">
                <a:solidFill>
                  <a:srgbClr val="52645D"/>
                </a:solidFill>
                <a:latin typeface="Arial"/>
                <a:ea typeface="Arial"/>
                <a:cs typeface="Arial"/>
              </a:defRPr>
            </a:lvl3pPr>
            <a:lvl4pPr>
              <a:defRPr sz="1350" b="0">
                <a:solidFill>
                  <a:srgbClr val="52645D"/>
                </a:solidFill>
                <a:latin typeface="Arial"/>
                <a:ea typeface="Arial"/>
                <a:cs typeface="Arial"/>
              </a:defRPr>
            </a:lvl4pPr>
            <a:lvl5pPr>
              <a:defRPr sz="1350" b="0">
                <a:solidFill>
                  <a:srgbClr val="52645D"/>
                </a:solidFill>
                <a:latin typeface="Arial"/>
                <a:ea typeface="Arial"/>
                <a:cs typeface="Arial"/>
              </a:defRPr>
            </a:lvl5pPr>
            <a:lvl6pPr>
              <a:defRPr sz="1350" b="0">
                <a:solidFill>
                  <a:srgbClr val="52645D"/>
                </a:solidFill>
                <a:latin typeface="Arial"/>
                <a:ea typeface="Arial"/>
                <a:cs typeface="Arial"/>
              </a:defRPr>
            </a:lvl6pPr>
            <a:lvl7pPr>
              <a:defRPr sz="1350" b="0">
                <a:solidFill>
                  <a:srgbClr val="52645D"/>
                </a:solidFill>
                <a:latin typeface="Arial"/>
                <a:ea typeface="Arial"/>
                <a:cs typeface="Arial"/>
              </a:defRPr>
            </a:lvl7pPr>
            <a:lvl8pPr>
              <a:defRPr sz="1350" b="0">
                <a:solidFill>
                  <a:srgbClr val="52645D"/>
                </a:solidFill>
                <a:latin typeface="Arial"/>
                <a:ea typeface="Arial"/>
                <a:cs typeface="Arial"/>
              </a:defRPr>
            </a:lvl8pPr>
            <a:lvl9pPr>
              <a:defRPr sz="1350" b="0">
                <a:solidFill>
                  <a:srgbClr val="52645D"/>
                </a:solidFill>
                <a:latin typeface="Arial"/>
                <a:ea typeface="Arial"/>
                <a:cs typeface="Arial"/>
              </a:defRPr>
            </a:lvl9pPr>
          </a:lstStyle>
          <a:p xmlns:a="http://schemas.openxmlformats.org/drawingml/2006/main">
            <a:pPr>
              <a:defRPr sz="1350" b="0">
                <a:solidFill>
                  <a:srgbClr val="52645D"/>
                </a:solidFill>
                <a:latin typeface="Arial"/>
                <a:ea typeface="Arial"/>
                <a:cs typeface="Arial"/>
              </a:defRPr>
            </a:pPr>
            <a:r>
              <a:rPr sz="1350" b="0">
                <a:solidFill>
                  <a:srgbClr val="52645D"/>
                </a:solidFill>
                <a:latin typeface="Arial"/>
                <a:ea typeface="Arial"/>
                <a:cs typeface="Arial"/>
              </a:rPr>
              <a:t>Schemă pe teren plan. Metodă propusă, fără măsurători de teren încă.</a:t>
            </a:r>
          </a:p>
        </p:txBody>
      </p:sp>
    </p:spTree>
    <p:extLst>
      <p:ext uri="{BB962C8B-B14F-4D97-AF65-F5344CB8AC3E}">
        <p14:creationId xmlns:p14="http://schemas.microsoft.com/office/powerpoint/2010/main" val="2087650336"/>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4" name="title-48">
            <a:extLst xmlns:a="http://schemas.openxmlformats.org/drawingml/2006/main">
              <a:ext uri="{FF2B5EF4-FFF2-40B4-BE49-F238E27FC236}">
                <a16:creationId xmlns:a16="http://schemas.microsoft.com/office/drawing/2014/main" id="{C22ED7FE-B0E9-4DC6-B49D-4A3820F926FB}"/>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Cum verificăm în realitate</a:t>
            </a:r>
          </a:p>
        </p:txBody>
      </p:sp>
      <p:sp>
        <p:nvSpPr>
          <p:cNvPr id="2" name="page-49">
            <a:extLst xmlns:a="http://schemas.openxmlformats.org/drawingml/2006/main">
              <a:ext uri="{FF2B5EF4-FFF2-40B4-BE49-F238E27FC236}">
                <a16:creationId xmlns:a16="http://schemas.microsoft.com/office/drawing/2014/main" id="{F9B8BA6A-4AA9-490E-A4EA-031B84649AFF}"/>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5 / 6</a:t>
            </a:r>
          </a:p>
        </p:txBody>
      </p:sp>
      <p:sp>
        <p:nvSpPr>
          <p:cNvPr id="3" name="body-50">
            <a:extLst xmlns:a="http://schemas.openxmlformats.org/drawingml/2006/main">
              <a:ext uri="{FF2B5EF4-FFF2-40B4-BE49-F238E27FC236}">
                <a16:creationId xmlns:a16="http://schemas.microsoft.com/office/drawing/2014/main" id="{8CA53023-15CB-4B09-B434-EE07A19925A2}"/>
              </a:ext>
            </a:extLst>
          </p:cNvPr>
          <p:cNvSpPr>
            <a:spLocks xmlns:a="http://schemas.openxmlformats.org/drawingml/2006/main" noGrp="1"/>
          </p:cNvSpPr>
          <p:nvPr/>
        </p:nvSpPr>
        <p:spPr>
          <a:xfrm xmlns:a="http://schemas.openxmlformats.org/drawingml/2006/main">
            <a:off x="628650" y="1714500"/>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00754A"/>
                </a:solidFill>
                <a:latin typeface="Arial"/>
                <a:ea typeface="Arial"/>
                <a:cs typeface="Arial"/>
              </a:defRPr>
            </a:defPPr>
            <a:lvl1pPr>
              <a:defRPr sz="1875" b="1">
                <a:solidFill>
                  <a:srgbClr val="00754A"/>
                </a:solidFill>
                <a:latin typeface="Arial"/>
                <a:ea typeface="Arial"/>
                <a:cs typeface="Arial"/>
              </a:defRPr>
            </a:lvl1pPr>
            <a:lvl2pPr>
              <a:defRPr sz="1875" b="1">
                <a:solidFill>
                  <a:srgbClr val="00754A"/>
                </a:solidFill>
                <a:latin typeface="Arial"/>
                <a:ea typeface="Arial"/>
                <a:cs typeface="Arial"/>
              </a:defRPr>
            </a:lvl2pPr>
            <a:lvl3pPr>
              <a:defRPr sz="1875" b="1">
                <a:solidFill>
                  <a:srgbClr val="00754A"/>
                </a:solidFill>
                <a:latin typeface="Arial"/>
                <a:ea typeface="Arial"/>
                <a:cs typeface="Arial"/>
              </a:defRPr>
            </a:lvl3pPr>
            <a:lvl4pPr>
              <a:defRPr sz="1875" b="1">
                <a:solidFill>
                  <a:srgbClr val="00754A"/>
                </a:solidFill>
                <a:latin typeface="Arial"/>
                <a:ea typeface="Arial"/>
                <a:cs typeface="Arial"/>
              </a:defRPr>
            </a:lvl4pPr>
            <a:lvl5pPr>
              <a:defRPr sz="1875" b="1">
                <a:solidFill>
                  <a:srgbClr val="00754A"/>
                </a:solidFill>
                <a:latin typeface="Arial"/>
                <a:ea typeface="Arial"/>
                <a:cs typeface="Arial"/>
              </a:defRPr>
            </a:lvl5pPr>
            <a:lvl6pPr>
              <a:defRPr sz="1875" b="1">
                <a:solidFill>
                  <a:srgbClr val="00754A"/>
                </a:solidFill>
                <a:latin typeface="Arial"/>
                <a:ea typeface="Arial"/>
                <a:cs typeface="Arial"/>
              </a:defRPr>
            </a:lvl6pPr>
            <a:lvl7pPr>
              <a:defRPr sz="1875" b="1">
                <a:solidFill>
                  <a:srgbClr val="00754A"/>
                </a:solidFill>
                <a:latin typeface="Arial"/>
                <a:ea typeface="Arial"/>
                <a:cs typeface="Arial"/>
              </a:defRPr>
            </a:lvl7pPr>
            <a:lvl8pPr>
              <a:defRPr sz="1875" b="1">
                <a:solidFill>
                  <a:srgbClr val="00754A"/>
                </a:solidFill>
                <a:latin typeface="Arial"/>
                <a:ea typeface="Arial"/>
                <a:cs typeface="Arial"/>
              </a:defRPr>
            </a:lvl8pPr>
            <a:lvl9pPr>
              <a:defRPr sz="1875" b="1">
                <a:solidFill>
                  <a:srgbClr val="00754A"/>
                </a:solidFill>
                <a:latin typeface="Arial"/>
                <a:ea typeface="Arial"/>
                <a:cs typeface="Arial"/>
              </a:defRPr>
            </a:lvl9pPr>
          </a:lstStyle>
          <a:p xmlns:a="http://schemas.openxmlformats.org/drawingml/2006/main">
            <a:pPr>
              <a:defRPr sz="1875" b="1">
                <a:solidFill>
                  <a:srgbClr val="00754A"/>
                </a:solidFill>
                <a:latin typeface="Arial"/>
                <a:ea typeface="Arial"/>
                <a:cs typeface="Arial"/>
              </a:defRPr>
            </a:pPr>
            <a:r>
              <a:rPr sz="1875" b="1">
                <a:solidFill>
                  <a:srgbClr val="00754A"/>
                </a:solidFill>
                <a:latin typeface="Arial"/>
                <a:ea typeface="Arial"/>
                <a:cs typeface="Arial"/>
              </a:rPr>
              <a:t>IPOTEZĂ</a:t>
            </a:r>
          </a:p>
        </p:txBody>
      </p:sp>
      <p:sp>
        <p:nvSpPr>
          <p:cNvPr id="4" name="body-51">
            <a:extLst xmlns:a="http://schemas.openxmlformats.org/drawingml/2006/main">
              <a:ext uri="{FF2B5EF4-FFF2-40B4-BE49-F238E27FC236}">
                <a16:creationId xmlns:a16="http://schemas.microsoft.com/office/drawing/2014/main" id="{DA96B541-D8A5-4AC9-AA30-F7E72AE6F5F2}"/>
              </a:ext>
            </a:extLst>
          </p:cNvPr>
          <p:cNvSpPr>
            <a:spLocks xmlns:a="http://schemas.openxmlformats.org/drawingml/2006/main" noGrp="1"/>
          </p:cNvSpPr>
          <p:nvPr/>
        </p:nvSpPr>
        <p:spPr>
          <a:xfrm xmlns:a="http://schemas.openxmlformats.org/drawingml/2006/main">
            <a:off x="590550" y="224790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050" b="1">
                <a:solidFill>
                  <a:srgbClr val="183D36"/>
                </a:solidFill>
                <a:latin typeface="Arial"/>
                <a:ea typeface="Arial"/>
                <a:cs typeface="Arial"/>
              </a:defRPr>
            </a:defPPr>
            <a:lvl1pPr>
              <a:defRPr sz="7050" b="1">
                <a:solidFill>
                  <a:srgbClr val="183D36"/>
                </a:solidFill>
                <a:latin typeface="Arial"/>
                <a:ea typeface="Arial"/>
                <a:cs typeface="Arial"/>
              </a:defRPr>
            </a:lvl1pPr>
            <a:lvl2pPr>
              <a:defRPr sz="7050" b="1">
                <a:solidFill>
                  <a:srgbClr val="183D36"/>
                </a:solidFill>
                <a:latin typeface="Arial"/>
                <a:ea typeface="Arial"/>
                <a:cs typeface="Arial"/>
              </a:defRPr>
            </a:lvl2pPr>
            <a:lvl3pPr>
              <a:defRPr sz="7050" b="1">
                <a:solidFill>
                  <a:srgbClr val="183D36"/>
                </a:solidFill>
                <a:latin typeface="Arial"/>
                <a:ea typeface="Arial"/>
                <a:cs typeface="Arial"/>
              </a:defRPr>
            </a:lvl3pPr>
            <a:lvl4pPr>
              <a:defRPr sz="7050" b="1">
                <a:solidFill>
                  <a:srgbClr val="183D36"/>
                </a:solidFill>
                <a:latin typeface="Arial"/>
                <a:ea typeface="Arial"/>
                <a:cs typeface="Arial"/>
              </a:defRPr>
            </a:lvl4pPr>
            <a:lvl5pPr>
              <a:defRPr sz="7050" b="1">
                <a:solidFill>
                  <a:srgbClr val="183D36"/>
                </a:solidFill>
                <a:latin typeface="Arial"/>
                <a:ea typeface="Arial"/>
                <a:cs typeface="Arial"/>
              </a:defRPr>
            </a:lvl5pPr>
            <a:lvl6pPr>
              <a:defRPr sz="7050" b="1">
                <a:solidFill>
                  <a:srgbClr val="183D36"/>
                </a:solidFill>
                <a:latin typeface="Arial"/>
                <a:ea typeface="Arial"/>
                <a:cs typeface="Arial"/>
              </a:defRPr>
            </a:lvl6pPr>
            <a:lvl7pPr>
              <a:defRPr sz="7050" b="1">
                <a:solidFill>
                  <a:srgbClr val="183D36"/>
                </a:solidFill>
                <a:latin typeface="Arial"/>
                <a:ea typeface="Arial"/>
                <a:cs typeface="Arial"/>
              </a:defRPr>
            </a:lvl7pPr>
            <a:lvl8pPr>
              <a:defRPr sz="7050" b="1">
                <a:solidFill>
                  <a:srgbClr val="183D36"/>
                </a:solidFill>
                <a:latin typeface="Arial"/>
                <a:ea typeface="Arial"/>
                <a:cs typeface="Arial"/>
              </a:defRPr>
            </a:lvl8pPr>
            <a:lvl9pPr>
              <a:defRPr sz="7050" b="1">
                <a:solidFill>
                  <a:srgbClr val="183D36"/>
                </a:solidFill>
                <a:latin typeface="Arial"/>
                <a:ea typeface="Arial"/>
                <a:cs typeface="Arial"/>
              </a:defRPr>
            </a:lvl9pPr>
          </a:lstStyle>
          <a:p xmlns:a="http://schemas.openxmlformats.org/drawingml/2006/main">
            <a:pPr>
              <a:defRPr sz="7050" b="1">
                <a:solidFill>
                  <a:srgbClr val="183D36"/>
                </a:solidFill>
                <a:latin typeface="Arial"/>
                <a:ea typeface="Arial"/>
                <a:cs typeface="Arial"/>
              </a:defRPr>
            </a:pPr>
            <a:r>
              <a:rPr sz="7050" b="1">
                <a:solidFill>
                  <a:srgbClr val="183D36"/>
                </a:solidFill>
                <a:latin typeface="Arial"/>
                <a:ea typeface="Arial"/>
                <a:cs typeface="Arial"/>
              </a:rPr>
              <a:t>±3 m</a:t>
            </a:r>
          </a:p>
        </p:txBody>
      </p:sp>
      <p:sp>
        <p:nvSpPr>
          <p:cNvPr id="5" name="body-52">
            <a:extLst xmlns:a="http://schemas.openxmlformats.org/drawingml/2006/main">
              <a:ext uri="{FF2B5EF4-FFF2-40B4-BE49-F238E27FC236}">
                <a16:creationId xmlns:a16="http://schemas.microsoft.com/office/drawing/2014/main" id="{C5BD420B-AAEC-4B09-975C-961C7BF551C1}"/>
              </a:ext>
            </a:extLst>
          </p:cNvPr>
          <p:cNvSpPr>
            <a:spLocks xmlns:a="http://schemas.openxmlformats.org/drawingml/2006/main" noGrp="1"/>
          </p:cNvSpPr>
          <p:nvPr/>
        </p:nvSpPr>
        <p:spPr>
          <a:xfrm xmlns:a="http://schemas.openxmlformats.org/drawingml/2006/main">
            <a:off x="638175" y="3400425"/>
            <a:ext cx="3857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172B25"/>
                </a:solidFill>
                <a:latin typeface="Arial"/>
                <a:ea typeface="Arial"/>
                <a:cs typeface="Arial"/>
              </a:defRPr>
            </a:defPPr>
            <a:lvl1pPr>
              <a:defRPr sz="2625" b="1">
                <a:solidFill>
                  <a:srgbClr val="172B25"/>
                </a:solidFill>
                <a:latin typeface="Arial"/>
                <a:ea typeface="Arial"/>
                <a:cs typeface="Arial"/>
              </a:defRPr>
            </a:lvl1pPr>
            <a:lvl2pPr>
              <a:defRPr sz="2625" b="1">
                <a:solidFill>
                  <a:srgbClr val="172B25"/>
                </a:solidFill>
                <a:latin typeface="Arial"/>
                <a:ea typeface="Arial"/>
                <a:cs typeface="Arial"/>
              </a:defRPr>
            </a:lvl2pPr>
            <a:lvl3pPr>
              <a:defRPr sz="2625" b="1">
                <a:solidFill>
                  <a:srgbClr val="172B25"/>
                </a:solidFill>
                <a:latin typeface="Arial"/>
                <a:ea typeface="Arial"/>
                <a:cs typeface="Arial"/>
              </a:defRPr>
            </a:lvl3pPr>
            <a:lvl4pPr>
              <a:defRPr sz="2625" b="1">
                <a:solidFill>
                  <a:srgbClr val="172B25"/>
                </a:solidFill>
                <a:latin typeface="Arial"/>
                <a:ea typeface="Arial"/>
                <a:cs typeface="Arial"/>
              </a:defRPr>
            </a:lvl4pPr>
            <a:lvl5pPr>
              <a:defRPr sz="2625" b="1">
                <a:solidFill>
                  <a:srgbClr val="172B25"/>
                </a:solidFill>
                <a:latin typeface="Arial"/>
                <a:ea typeface="Arial"/>
                <a:cs typeface="Arial"/>
              </a:defRPr>
            </a:lvl5pPr>
            <a:lvl6pPr>
              <a:defRPr sz="2625" b="1">
                <a:solidFill>
                  <a:srgbClr val="172B25"/>
                </a:solidFill>
                <a:latin typeface="Arial"/>
                <a:ea typeface="Arial"/>
                <a:cs typeface="Arial"/>
              </a:defRPr>
            </a:lvl6pPr>
            <a:lvl7pPr>
              <a:defRPr sz="2625" b="1">
                <a:solidFill>
                  <a:srgbClr val="172B25"/>
                </a:solidFill>
                <a:latin typeface="Arial"/>
                <a:ea typeface="Arial"/>
                <a:cs typeface="Arial"/>
              </a:defRPr>
            </a:lvl7pPr>
            <a:lvl8pPr>
              <a:defRPr sz="2625" b="1">
                <a:solidFill>
                  <a:srgbClr val="172B25"/>
                </a:solidFill>
                <a:latin typeface="Arial"/>
                <a:ea typeface="Arial"/>
                <a:cs typeface="Arial"/>
              </a:defRPr>
            </a:lvl8pPr>
            <a:lvl9pPr>
              <a:defRPr sz="2625" b="1">
                <a:solidFill>
                  <a:srgbClr val="172B25"/>
                </a:solidFill>
                <a:latin typeface="Arial"/>
                <a:ea typeface="Arial"/>
                <a:cs typeface="Arial"/>
              </a:defRPr>
            </a:lvl9pPr>
          </a:lstStyle>
          <a:p xmlns:a="http://schemas.openxmlformats.org/drawingml/2006/main">
            <a:pPr>
              <a:defRPr sz="2625" b="1">
                <a:solidFill>
                  <a:srgbClr val="172B25"/>
                </a:solidFill>
                <a:latin typeface="Arial"/>
                <a:ea typeface="Arial"/>
                <a:cs typeface="Arial"/>
              </a:defRPr>
            </a:pPr>
            <a:r>
              <a:rPr sz="2625" b="1">
                <a:solidFill>
                  <a:srgbClr val="172B25"/>
                </a:solidFill>
                <a:latin typeface="Arial"/>
                <a:ea typeface="Arial"/>
                <a:cs typeface="Arial"/>
              </a:rPr>
              <a:t>pentru cel puțin 80%</a:t>
            </a:r>
          </a:p>
        </p:txBody>
      </p:sp>
      <p:sp>
        <p:nvSpPr>
          <p:cNvPr id="6" name="body-53">
            <a:extLst xmlns:a="http://schemas.openxmlformats.org/drawingml/2006/main">
              <a:ext uri="{FF2B5EF4-FFF2-40B4-BE49-F238E27FC236}">
                <a16:creationId xmlns:a16="http://schemas.microsoft.com/office/drawing/2014/main" id="{588D9794-DF01-475B-B320-4A35F3333E91}"/>
              </a:ext>
            </a:extLst>
          </p:cNvPr>
          <p:cNvSpPr>
            <a:spLocks xmlns:a="http://schemas.openxmlformats.org/drawingml/2006/main" noGrp="1"/>
          </p:cNvSpPr>
          <p:nvPr/>
        </p:nvSpPr>
        <p:spPr>
          <a:xfrm xmlns:a="http://schemas.openxmlformats.org/drawingml/2006/main">
            <a:off x="638175" y="4133850"/>
            <a:ext cx="3667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Clădiri cu umbră clară</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pe teren plat</a:t>
            </a:r>
          </a:p>
        </p:txBody>
      </p:sp>
      <p:sp>
        <p:nvSpPr>
          <p:cNvPr id="7" name="body-54">
            <a:extLst xmlns:a="http://schemas.openxmlformats.org/drawingml/2006/main">
              <a:ext uri="{FF2B5EF4-FFF2-40B4-BE49-F238E27FC236}">
                <a16:creationId xmlns:a16="http://schemas.microsoft.com/office/drawing/2014/main" id="{BEFE089B-D631-4D15-98AE-905E28E1B34B}"/>
              </a:ext>
            </a:extLst>
          </p:cNvPr>
          <p:cNvSpPr>
            <a:spLocks xmlns:a="http://schemas.openxmlformats.org/drawingml/2006/main" noGrp="1"/>
          </p:cNvSpPr>
          <p:nvPr/>
        </p:nvSpPr>
        <p:spPr>
          <a:xfrm xmlns:a="http://schemas.openxmlformats.org/drawingml/2006/main">
            <a:off x="638175" y="5267325"/>
            <a:ext cx="3667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0754A"/>
                </a:solidFill>
                <a:latin typeface="Arial"/>
                <a:ea typeface="Arial"/>
                <a:cs typeface="Arial"/>
              </a:defRPr>
            </a:defPPr>
            <a:lvl1pPr>
              <a:defRPr sz="2100" b="1">
                <a:solidFill>
                  <a:srgbClr val="00754A"/>
                </a:solidFill>
                <a:latin typeface="Arial"/>
                <a:ea typeface="Arial"/>
                <a:cs typeface="Arial"/>
              </a:defRPr>
            </a:lvl1pPr>
            <a:lvl2pPr>
              <a:defRPr sz="2100" b="1">
                <a:solidFill>
                  <a:srgbClr val="00754A"/>
                </a:solidFill>
                <a:latin typeface="Arial"/>
                <a:ea typeface="Arial"/>
                <a:cs typeface="Arial"/>
              </a:defRPr>
            </a:lvl2pPr>
            <a:lvl3pPr>
              <a:defRPr sz="2100" b="1">
                <a:solidFill>
                  <a:srgbClr val="00754A"/>
                </a:solidFill>
                <a:latin typeface="Arial"/>
                <a:ea typeface="Arial"/>
                <a:cs typeface="Arial"/>
              </a:defRPr>
            </a:lvl3pPr>
            <a:lvl4pPr>
              <a:defRPr sz="2100" b="1">
                <a:solidFill>
                  <a:srgbClr val="00754A"/>
                </a:solidFill>
                <a:latin typeface="Arial"/>
                <a:ea typeface="Arial"/>
                <a:cs typeface="Arial"/>
              </a:defRPr>
            </a:lvl4pPr>
            <a:lvl5pPr>
              <a:defRPr sz="2100" b="1">
                <a:solidFill>
                  <a:srgbClr val="00754A"/>
                </a:solidFill>
                <a:latin typeface="Arial"/>
                <a:ea typeface="Arial"/>
                <a:cs typeface="Arial"/>
              </a:defRPr>
            </a:lvl5pPr>
            <a:lvl6pPr>
              <a:defRPr sz="2100" b="1">
                <a:solidFill>
                  <a:srgbClr val="00754A"/>
                </a:solidFill>
                <a:latin typeface="Arial"/>
                <a:ea typeface="Arial"/>
                <a:cs typeface="Arial"/>
              </a:defRPr>
            </a:lvl6pPr>
            <a:lvl7pPr>
              <a:defRPr sz="2100" b="1">
                <a:solidFill>
                  <a:srgbClr val="00754A"/>
                </a:solidFill>
                <a:latin typeface="Arial"/>
                <a:ea typeface="Arial"/>
                <a:cs typeface="Arial"/>
              </a:defRPr>
            </a:lvl7pPr>
            <a:lvl8pPr>
              <a:defRPr sz="2100" b="1">
                <a:solidFill>
                  <a:srgbClr val="00754A"/>
                </a:solidFill>
                <a:latin typeface="Arial"/>
                <a:ea typeface="Arial"/>
                <a:cs typeface="Arial"/>
              </a:defRPr>
            </a:lvl8pPr>
            <a:lvl9pPr>
              <a:defRPr sz="2100" b="1">
                <a:solidFill>
                  <a:srgbClr val="00754A"/>
                </a:solidFill>
                <a:latin typeface="Arial"/>
                <a:ea typeface="Arial"/>
                <a:cs typeface="Arial"/>
              </a:defRPr>
            </a:lvl9pPr>
          </a:lstStyle>
          <a:p xmlns:a="http://schemas.openxmlformats.org/drawingml/2006/main">
            <a:pPr>
              <a:defRPr sz="2100" b="1">
                <a:solidFill>
                  <a:srgbClr val="00754A"/>
                </a:solidFill>
                <a:latin typeface="Arial"/>
                <a:ea typeface="Arial"/>
                <a:cs typeface="Arial"/>
              </a:defRPr>
            </a:pPr>
            <a:r>
              <a:rPr sz="2100" b="1">
                <a:solidFill>
                  <a:srgbClr val="00754A"/>
                </a:solidFill>
                <a:latin typeface="Arial"/>
                <a:ea typeface="Arial"/>
                <a:cs typeface="Arial"/>
              </a:rPr>
              <a:t>Nu este un rezultat obținut</a:t>
            </a:r>
          </a:p>
        </p:txBody>
      </p:sp>
      <p:sp>
        <p:nvSpPr>
          <p:cNvPr id="8" name="body-55">
            <a:extLst xmlns:a="http://schemas.openxmlformats.org/drawingml/2006/main">
              <a:ext uri="{FF2B5EF4-FFF2-40B4-BE49-F238E27FC236}">
                <a16:creationId xmlns:a16="http://schemas.microsoft.com/office/drawing/2014/main" id="{1D6CFC0F-442D-4C87-A40A-5457C8B9CBC6}"/>
              </a:ext>
            </a:extLst>
          </p:cNvPr>
          <p:cNvSpPr>
            <a:spLocks xmlns:a="http://schemas.openxmlformats.org/drawingml/2006/main" noGrp="1"/>
          </p:cNvSpPr>
          <p:nvPr/>
        </p:nvSpPr>
        <p:spPr>
          <a:xfrm xmlns:a="http://schemas.openxmlformats.org/drawingml/2006/main">
            <a:off x="4886325" y="16954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01</a:t>
            </a:r>
          </a:p>
        </p:txBody>
      </p:sp>
      <p:sp>
        <p:nvSpPr>
          <p:cNvPr id="9" name="body-56">
            <a:extLst xmlns:a="http://schemas.openxmlformats.org/drawingml/2006/main">
              <a:ext uri="{FF2B5EF4-FFF2-40B4-BE49-F238E27FC236}">
                <a16:creationId xmlns:a16="http://schemas.microsoft.com/office/drawing/2014/main" id="{96D68720-E1D1-47E4-855E-F170EA637831}"/>
              </a:ext>
            </a:extLst>
          </p:cNvPr>
          <p:cNvSpPr>
            <a:spLocks xmlns:a="http://schemas.openxmlformats.org/drawingml/2006/main" noGrp="1"/>
          </p:cNvSpPr>
          <p:nvPr/>
        </p:nvSpPr>
        <p:spPr>
          <a:xfrm xmlns:a="http://schemas.openxmlformats.org/drawingml/2006/main">
            <a:off x="5591175" y="1676400"/>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Cel puțin 30 de clădiri</a:t>
            </a:r>
          </a:p>
        </p:txBody>
      </p:sp>
      <p:sp>
        <p:nvSpPr>
          <p:cNvPr id="10" name="body-57">
            <a:extLst xmlns:a="http://schemas.openxmlformats.org/drawingml/2006/main">
              <a:ext uri="{FF2B5EF4-FFF2-40B4-BE49-F238E27FC236}">
                <a16:creationId xmlns:a16="http://schemas.microsoft.com/office/drawing/2014/main" id="{9426358B-8C1C-4039-949C-C821055F5642}"/>
              </a:ext>
            </a:extLst>
          </p:cNvPr>
          <p:cNvSpPr>
            <a:spLocks xmlns:a="http://schemas.openxmlformats.org/drawingml/2006/main" noGrp="1"/>
          </p:cNvSpPr>
          <p:nvPr/>
        </p:nvSpPr>
        <p:spPr>
          <a:xfrm xmlns:a="http://schemas.openxmlformats.org/drawingml/2006/main">
            <a:off x="5600700" y="2162175"/>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Selectate înainte de măsurare</a:t>
            </a:r>
          </a:p>
        </p:txBody>
      </p:sp>
      <p:sp>
        <p:nvSpPr>
          <p:cNvPr id="11" name="rule-58">
            <a:extLst xmlns:a="http://schemas.openxmlformats.org/drawingml/2006/main">
              <a:ext uri="{FF2B5EF4-FFF2-40B4-BE49-F238E27FC236}">
                <a16:creationId xmlns:a16="http://schemas.microsoft.com/office/drawing/2014/main" id="{6625ABCE-4804-408D-8C41-2E2495CBBCB6}"/>
              </a:ext>
            </a:extLst>
          </p:cNvPr>
          <p:cNvSpPr>
            <a:spLocks xmlns:a="http://schemas.openxmlformats.org/drawingml/2006/main" noGrp="1"/>
          </p:cNvSpPr>
          <p:nvPr/>
        </p:nvSpPr>
        <p:spPr>
          <a:xfrm xmlns:a="http://schemas.openxmlformats.org/drawingml/2006/main">
            <a:off x="5600700" y="2628900"/>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12" name="body-59">
            <a:extLst xmlns:a="http://schemas.openxmlformats.org/drawingml/2006/main">
              <a:ext uri="{FF2B5EF4-FFF2-40B4-BE49-F238E27FC236}">
                <a16:creationId xmlns:a16="http://schemas.microsoft.com/office/drawing/2014/main" id="{E9A409D7-6BEE-4451-8830-8F188B7B1D63}"/>
              </a:ext>
            </a:extLst>
          </p:cNvPr>
          <p:cNvSpPr>
            <a:spLocks xmlns:a="http://schemas.openxmlformats.org/drawingml/2006/main" noGrp="1"/>
          </p:cNvSpPr>
          <p:nvPr/>
        </p:nvSpPr>
        <p:spPr>
          <a:xfrm xmlns:a="http://schemas.openxmlformats.org/drawingml/2006/main">
            <a:off x="4886325" y="277177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02</a:t>
            </a:r>
          </a:p>
        </p:txBody>
      </p:sp>
      <p:sp>
        <p:nvSpPr>
          <p:cNvPr id="13" name="body-60">
            <a:extLst xmlns:a="http://schemas.openxmlformats.org/drawingml/2006/main">
              <a:ext uri="{FF2B5EF4-FFF2-40B4-BE49-F238E27FC236}">
                <a16:creationId xmlns:a16="http://schemas.microsoft.com/office/drawing/2014/main" id="{E4DFDE1D-2B9D-4A7B-9014-E70C1CD5B146}"/>
              </a:ext>
            </a:extLst>
          </p:cNvPr>
          <p:cNvSpPr>
            <a:spLocks xmlns:a="http://schemas.openxmlformats.org/drawingml/2006/main" noGrp="1"/>
          </p:cNvSpPr>
          <p:nvPr/>
        </p:nvSpPr>
        <p:spPr>
          <a:xfrm xmlns:a="http://schemas.openxmlformats.org/drawingml/2006/main">
            <a:off x="5591175" y="2752725"/>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Referință independentă</a:t>
            </a:r>
          </a:p>
        </p:txBody>
      </p:sp>
      <p:sp>
        <p:nvSpPr>
          <p:cNvPr id="14" name="body-61">
            <a:extLst xmlns:a="http://schemas.openxmlformats.org/drawingml/2006/main">
              <a:ext uri="{FF2B5EF4-FFF2-40B4-BE49-F238E27FC236}">
                <a16:creationId xmlns:a16="http://schemas.microsoft.com/office/drawing/2014/main" id="{9FD19D2F-7896-4F5C-B85D-7DDB18FF34B9}"/>
              </a:ext>
            </a:extLst>
          </p:cNvPr>
          <p:cNvSpPr>
            <a:spLocks xmlns:a="http://schemas.openxmlformats.org/drawingml/2006/main" noGrp="1"/>
          </p:cNvSpPr>
          <p:nvPr/>
        </p:nvSpPr>
        <p:spPr>
          <a:xfrm xmlns:a="http://schemas.openxmlformats.org/drawingml/2006/main">
            <a:off x="5600700" y="3238500"/>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Separată de estimarea din umbră</a:t>
            </a:r>
          </a:p>
        </p:txBody>
      </p:sp>
      <p:sp>
        <p:nvSpPr>
          <p:cNvPr id="15" name="rule-62">
            <a:extLst xmlns:a="http://schemas.openxmlformats.org/drawingml/2006/main">
              <a:ext uri="{FF2B5EF4-FFF2-40B4-BE49-F238E27FC236}">
                <a16:creationId xmlns:a16="http://schemas.microsoft.com/office/drawing/2014/main" id="{9316BC22-CBCC-4656-AD17-32BEAB23AEDD}"/>
              </a:ext>
            </a:extLst>
          </p:cNvPr>
          <p:cNvSpPr>
            <a:spLocks xmlns:a="http://schemas.openxmlformats.org/drawingml/2006/main" noGrp="1"/>
          </p:cNvSpPr>
          <p:nvPr/>
        </p:nvSpPr>
        <p:spPr>
          <a:xfrm xmlns:a="http://schemas.openxmlformats.org/drawingml/2006/main">
            <a:off x="5600700" y="3705225"/>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16" name="body-63">
            <a:extLst xmlns:a="http://schemas.openxmlformats.org/drawingml/2006/main">
              <a:ext uri="{FF2B5EF4-FFF2-40B4-BE49-F238E27FC236}">
                <a16:creationId xmlns:a16="http://schemas.microsoft.com/office/drawing/2014/main" id="{EDD66EF7-504F-4963-80F8-1DFFFE645179}"/>
              </a:ext>
            </a:extLst>
          </p:cNvPr>
          <p:cNvSpPr>
            <a:spLocks xmlns:a="http://schemas.openxmlformats.org/drawingml/2006/main" noGrp="1"/>
          </p:cNvSpPr>
          <p:nvPr/>
        </p:nvSpPr>
        <p:spPr>
          <a:xfrm xmlns:a="http://schemas.openxmlformats.org/drawingml/2006/main">
            <a:off x="4886325" y="384810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03</a:t>
            </a:r>
          </a:p>
        </p:txBody>
      </p:sp>
      <p:sp>
        <p:nvSpPr>
          <p:cNvPr id="17" name="body-64">
            <a:extLst xmlns:a="http://schemas.openxmlformats.org/drawingml/2006/main">
              <a:ext uri="{FF2B5EF4-FFF2-40B4-BE49-F238E27FC236}">
                <a16:creationId xmlns:a16="http://schemas.microsoft.com/office/drawing/2014/main" id="{07B4A7B8-31E2-490D-A317-8317C06431B5}"/>
              </a:ext>
            </a:extLst>
          </p:cNvPr>
          <p:cNvSpPr>
            <a:spLocks xmlns:a="http://schemas.openxmlformats.org/drawingml/2006/main" noGrp="1"/>
          </p:cNvSpPr>
          <p:nvPr/>
        </p:nvSpPr>
        <p:spPr>
          <a:xfrm xmlns:a="http://schemas.openxmlformats.org/drawingml/2006/main">
            <a:off x="5591175" y="3829050"/>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Umbră măsurată repetat</a:t>
            </a:r>
          </a:p>
        </p:txBody>
      </p:sp>
      <p:sp>
        <p:nvSpPr>
          <p:cNvPr id="18" name="body-65">
            <a:extLst xmlns:a="http://schemas.openxmlformats.org/drawingml/2006/main">
              <a:ext uri="{FF2B5EF4-FFF2-40B4-BE49-F238E27FC236}">
                <a16:creationId xmlns:a16="http://schemas.microsoft.com/office/drawing/2014/main" id="{47268836-8935-412E-B942-132A51A80DA8}"/>
              </a:ext>
            </a:extLst>
          </p:cNvPr>
          <p:cNvSpPr>
            <a:spLocks xmlns:a="http://schemas.openxmlformats.org/drawingml/2006/main" noGrp="1"/>
          </p:cNvSpPr>
          <p:nvPr/>
        </p:nvSpPr>
        <p:spPr>
          <a:xfrm xmlns:a="http://schemas.openxmlformats.org/drawingml/2006/main">
            <a:off x="5600700" y="4314825"/>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Ore diferite și doi observatori</a:t>
            </a:r>
          </a:p>
        </p:txBody>
      </p:sp>
      <p:sp>
        <p:nvSpPr>
          <p:cNvPr id="19" name="rule-66">
            <a:extLst xmlns:a="http://schemas.openxmlformats.org/drawingml/2006/main">
              <a:ext uri="{FF2B5EF4-FFF2-40B4-BE49-F238E27FC236}">
                <a16:creationId xmlns:a16="http://schemas.microsoft.com/office/drawing/2014/main" id="{7ACEFF2A-6913-49ED-B2C5-51F179CFF281}"/>
              </a:ext>
            </a:extLst>
          </p:cNvPr>
          <p:cNvSpPr>
            <a:spLocks xmlns:a="http://schemas.openxmlformats.org/drawingml/2006/main" noGrp="1"/>
          </p:cNvSpPr>
          <p:nvPr/>
        </p:nvSpPr>
        <p:spPr>
          <a:xfrm xmlns:a="http://schemas.openxmlformats.org/drawingml/2006/main">
            <a:off x="5600700" y="4781550"/>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20" name="body-67">
            <a:extLst xmlns:a="http://schemas.openxmlformats.org/drawingml/2006/main">
              <a:ext uri="{FF2B5EF4-FFF2-40B4-BE49-F238E27FC236}">
                <a16:creationId xmlns:a16="http://schemas.microsoft.com/office/drawing/2014/main" id="{27CF0A04-7E04-40BE-ABC7-606BA8850015}"/>
              </a:ext>
            </a:extLst>
          </p:cNvPr>
          <p:cNvSpPr>
            <a:spLocks xmlns:a="http://schemas.openxmlformats.org/drawingml/2006/main" noGrp="1"/>
          </p:cNvSpPr>
          <p:nvPr/>
        </p:nvSpPr>
        <p:spPr>
          <a:xfrm xmlns:a="http://schemas.openxmlformats.org/drawingml/2006/main">
            <a:off x="4886325" y="492442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04</a:t>
            </a:r>
          </a:p>
        </p:txBody>
      </p:sp>
      <p:sp>
        <p:nvSpPr>
          <p:cNvPr id="21" name="body-68">
            <a:extLst xmlns:a="http://schemas.openxmlformats.org/drawingml/2006/main">
              <a:ext uri="{FF2B5EF4-FFF2-40B4-BE49-F238E27FC236}">
                <a16:creationId xmlns:a16="http://schemas.microsoft.com/office/drawing/2014/main" id="{0455ADF8-D638-49F4-AB65-71471E29DC5F}"/>
              </a:ext>
            </a:extLst>
          </p:cNvPr>
          <p:cNvSpPr>
            <a:spLocks xmlns:a="http://schemas.openxmlformats.org/drawingml/2006/main" noGrp="1"/>
          </p:cNvSpPr>
          <p:nvPr/>
        </p:nvSpPr>
        <p:spPr>
          <a:xfrm xmlns:a="http://schemas.openxmlformats.org/drawingml/2006/main">
            <a:off x="5591175" y="4905375"/>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Erori și efect asupra rutelor</a:t>
            </a:r>
          </a:p>
        </p:txBody>
      </p:sp>
      <p:sp>
        <p:nvSpPr>
          <p:cNvPr id="22" name="body-69">
            <a:extLst xmlns:a="http://schemas.openxmlformats.org/drawingml/2006/main">
              <a:ext uri="{FF2B5EF4-FFF2-40B4-BE49-F238E27FC236}">
                <a16:creationId xmlns:a16="http://schemas.microsoft.com/office/drawing/2014/main" id="{2C500A48-EEE3-46C6-889C-36468C344484}"/>
              </a:ext>
            </a:extLst>
          </p:cNvPr>
          <p:cNvSpPr>
            <a:spLocks xmlns:a="http://schemas.openxmlformats.org/drawingml/2006/main" noGrp="1"/>
          </p:cNvSpPr>
          <p:nvPr/>
        </p:nvSpPr>
        <p:spPr>
          <a:xfrm xmlns:a="http://schemas.openxmlformats.org/drawingml/2006/main">
            <a:off x="5600700" y="5391150"/>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Aceleași clădiri pentru toate metodele</a:t>
            </a:r>
          </a:p>
        </p:txBody>
      </p:sp>
      <p:sp>
        <p:nvSpPr>
          <p:cNvPr id="23" name="body-70">
            <a:extLst xmlns:a="http://schemas.openxmlformats.org/drawingml/2006/main">
              <a:ext uri="{FF2B5EF4-FFF2-40B4-BE49-F238E27FC236}">
                <a16:creationId xmlns:a16="http://schemas.microsoft.com/office/drawing/2014/main" id="{DF268F03-885A-4C61-9BC2-C932FB762335}"/>
              </a:ext>
            </a:extLst>
          </p:cNvPr>
          <p:cNvSpPr>
            <a:spLocks xmlns:a="http://schemas.openxmlformats.org/drawingml/2006/main" noGrp="1"/>
          </p:cNvSpPr>
          <p:nvPr/>
        </p:nvSpPr>
        <p:spPr>
          <a:xfrm xmlns:a="http://schemas.openxmlformats.org/drawingml/2006/main">
            <a:off x="628650" y="633412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45D"/>
                </a:solidFill>
                <a:latin typeface="Arial"/>
                <a:ea typeface="Arial"/>
                <a:cs typeface="Arial"/>
              </a:defRPr>
            </a:defPPr>
            <a:lvl1pPr>
              <a:defRPr sz="1350" b="0">
                <a:solidFill>
                  <a:srgbClr val="52645D"/>
                </a:solidFill>
                <a:latin typeface="Arial"/>
                <a:ea typeface="Arial"/>
                <a:cs typeface="Arial"/>
              </a:defRPr>
            </a:lvl1pPr>
            <a:lvl2pPr>
              <a:defRPr sz="1350" b="0">
                <a:solidFill>
                  <a:srgbClr val="52645D"/>
                </a:solidFill>
                <a:latin typeface="Arial"/>
                <a:ea typeface="Arial"/>
                <a:cs typeface="Arial"/>
              </a:defRPr>
            </a:lvl2pPr>
            <a:lvl3pPr>
              <a:defRPr sz="1350" b="0">
                <a:solidFill>
                  <a:srgbClr val="52645D"/>
                </a:solidFill>
                <a:latin typeface="Arial"/>
                <a:ea typeface="Arial"/>
                <a:cs typeface="Arial"/>
              </a:defRPr>
            </a:lvl3pPr>
            <a:lvl4pPr>
              <a:defRPr sz="1350" b="0">
                <a:solidFill>
                  <a:srgbClr val="52645D"/>
                </a:solidFill>
                <a:latin typeface="Arial"/>
                <a:ea typeface="Arial"/>
                <a:cs typeface="Arial"/>
              </a:defRPr>
            </a:lvl4pPr>
            <a:lvl5pPr>
              <a:defRPr sz="1350" b="0">
                <a:solidFill>
                  <a:srgbClr val="52645D"/>
                </a:solidFill>
                <a:latin typeface="Arial"/>
                <a:ea typeface="Arial"/>
                <a:cs typeface="Arial"/>
              </a:defRPr>
            </a:lvl5pPr>
            <a:lvl6pPr>
              <a:defRPr sz="1350" b="0">
                <a:solidFill>
                  <a:srgbClr val="52645D"/>
                </a:solidFill>
                <a:latin typeface="Arial"/>
                <a:ea typeface="Arial"/>
                <a:cs typeface="Arial"/>
              </a:defRPr>
            </a:lvl6pPr>
            <a:lvl7pPr>
              <a:defRPr sz="1350" b="0">
                <a:solidFill>
                  <a:srgbClr val="52645D"/>
                </a:solidFill>
                <a:latin typeface="Arial"/>
                <a:ea typeface="Arial"/>
                <a:cs typeface="Arial"/>
              </a:defRPr>
            </a:lvl7pPr>
            <a:lvl8pPr>
              <a:defRPr sz="1350" b="0">
                <a:solidFill>
                  <a:srgbClr val="52645D"/>
                </a:solidFill>
                <a:latin typeface="Arial"/>
                <a:ea typeface="Arial"/>
                <a:cs typeface="Arial"/>
              </a:defRPr>
            </a:lvl8pPr>
            <a:lvl9pPr>
              <a:defRPr sz="1350" b="0">
                <a:solidFill>
                  <a:srgbClr val="52645D"/>
                </a:solidFill>
                <a:latin typeface="Arial"/>
                <a:ea typeface="Arial"/>
                <a:cs typeface="Arial"/>
              </a:defRPr>
            </a:lvl9pPr>
          </a:lstStyle>
          <a:p xmlns:a="http://schemas.openxmlformats.org/drawingml/2006/main">
            <a:pPr>
              <a:defRPr sz="1350" b="0">
                <a:solidFill>
                  <a:srgbClr val="52645D"/>
                </a:solidFill>
                <a:latin typeface="Arial"/>
                <a:ea typeface="Arial"/>
                <a:cs typeface="Arial"/>
              </a:defRPr>
            </a:pPr>
            <a:r>
              <a:rPr sz="1350" b="0">
                <a:solidFill>
                  <a:srgbClr val="52645D"/>
                </a:solidFill>
                <a:latin typeface="Arial"/>
                <a:ea typeface="Arial"/>
                <a:cs typeface="Arial"/>
              </a:rPr>
              <a:t>Calibrare separată de test. Raportăm și încercările eșuate.</a:t>
            </a:r>
          </a:p>
        </p:txBody>
      </p:sp>
    </p:spTree>
    <p:extLst>
      <p:ext uri="{BB962C8B-B14F-4D97-AF65-F5344CB8AC3E}">
        <p14:creationId xmlns:p14="http://schemas.microsoft.com/office/powerpoint/2010/main" val="1401652487"/>
      </p:ext>
    </p:extLst>
  </p:cSld>
</p:sld>
</file>

<file path=ppt/slides/slide6.xml><?xml version="1.0" encoding="utf-8"?>
<p:sld xmlns:p="http://schemas.openxmlformats.org/presentationml/2006/main">
  <p:cSld>
    <p:bg>
      <p:bgPr>
        <a:solidFill xmlns:a="http://schemas.openxmlformats.org/drawingml/2006/main">
          <a:srgbClr val="183D36"/>
        </a:solidFill>
      </p:bgPr>
    </p:bg>
    <p:spTree>
      <p:nvGrpSpPr>
        <p:cNvPr id="1" name=""/>
        <p:cNvGrpSpPr/>
        <p:nvPr/>
      </p:nvGrpSpPr>
      <p:grpSpPr>
        <a:xfrm xmlns:a="http://schemas.openxmlformats.org/drawingml/2006/main"/>
      </p:grpSpPr>
      <p:sp>
        <p:nvSpPr>
          <p:cNvPr id="11" name="title-71">
            <a:extLst xmlns:a="http://schemas.openxmlformats.org/drawingml/2006/main">
              <a:ext uri="{FF2B5EF4-FFF2-40B4-BE49-F238E27FC236}">
                <a16:creationId xmlns:a16="http://schemas.microsoft.com/office/drawing/2014/main" id="{483D6B7A-1960-4768-94F0-4F5D4B461E9F}"/>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FFFFFF"/>
                </a:solidFill>
                <a:latin typeface="Arial"/>
                <a:ea typeface="Arial"/>
                <a:cs typeface="Arial"/>
              </a:defRPr>
            </a:defPPr>
            <a:lvl1pPr>
              <a:defRPr sz="4200" b="1">
                <a:solidFill>
                  <a:srgbClr val="FFFFFF"/>
                </a:solidFill>
                <a:latin typeface="Arial"/>
                <a:ea typeface="Arial"/>
                <a:cs typeface="Arial"/>
              </a:defRPr>
            </a:lvl1pPr>
            <a:lvl2pPr>
              <a:defRPr sz="4200" b="1">
                <a:solidFill>
                  <a:srgbClr val="FFFFFF"/>
                </a:solidFill>
                <a:latin typeface="Arial"/>
                <a:ea typeface="Arial"/>
                <a:cs typeface="Arial"/>
              </a:defRPr>
            </a:lvl2pPr>
            <a:lvl3pPr>
              <a:defRPr sz="4200" b="1">
                <a:solidFill>
                  <a:srgbClr val="FFFFFF"/>
                </a:solidFill>
                <a:latin typeface="Arial"/>
                <a:ea typeface="Arial"/>
                <a:cs typeface="Arial"/>
              </a:defRPr>
            </a:lvl3pPr>
            <a:lvl4pPr>
              <a:defRPr sz="4200" b="1">
                <a:solidFill>
                  <a:srgbClr val="FFFFFF"/>
                </a:solidFill>
                <a:latin typeface="Arial"/>
                <a:ea typeface="Arial"/>
                <a:cs typeface="Arial"/>
              </a:defRPr>
            </a:lvl4pPr>
            <a:lvl5pPr>
              <a:defRPr sz="4200" b="1">
                <a:solidFill>
                  <a:srgbClr val="FFFFFF"/>
                </a:solidFill>
                <a:latin typeface="Arial"/>
                <a:ea typeface="Arial"/>
                <a:cs typeface="Arial"/>
              </a:defRPr>
            </a:lvl5pPr>
            <a:lvl6pPr>
              <a:defRPr sz="4200" b="1">
                <a:solidFill>
                  <a:srgbClr val="FFFFFF"/>
                </a:solidFill>
                <a:latin typeface="Arial"/>
                <a:ea typeface="Arial"/>
                <a:cs typeface="Arial"/>
              </a:defRPr>
            </a:lvl6pPr>
            <a:lvl7pPr>
              <a:defRPr sz="4200" b="1">
                <a:solidFill>
                  <a:srgbClr val="FFFFFF"/>
                </a:solidFill>
                <a:latin typeface="Arial"/>
                <a:ea typeface="Arial"/>
                <a:cs typeface="Arial"/>
              </a:defRPr>
            </a:lvl7pPr>
            <a:lvl8pPr>
              <a:defRPr sz="4200" b="1">
                <a:solidFill>
                  <a:srgbClr val="FFFFFF"/>
                </a:solidFill>
                <a:latin typeface="Arial"/>
                <a:ea typeface="Arial"/>
                <a:cs typeface="Arial"/>
              </a:defRPr>
            </a:lvl8pPr>
            <a:lvl9pPr>
              <a:defRPr sz="4200" b="1">
                <a:solidFill>
                  <a:srgbClr val="FFFFFF"/>
                </a:solidFill>
                <a:latin typeface="Arial"/>
                <a:ea typeface="Arial"/>
                <a:cs typeface="Arial"/>
              </a:defRPr>
            </a:lvl9pPr>
          </a:lstStyle>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Ce avem și ce urmează</a:t>
            </a:r>
          </a:p>
        </p:txBody>
      </p:sp>
      <p:sp>
        <p:nvSpPr>
          <p:cNvPr id="2" name="page-72">
            <a:extLst xmlns:a="http://schemas.openxmlformats.org/drawingml/2006/main">
              <a:ext uri="{FF2B5EF4-FFF2-40B4-BE49-F238E27FC236}">
                <a16:creationId xmlns:a16="http://schemas.microsoft.com/office/drawing/2014/main" id="{AB089FAD-E73E-4617-B8B6-DBAE364423C5}"/>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4D7CC"/>
                </a:solidFill>
                <a:latin typeface="Arial"/>
                <a:ea typeface="Arial"/>
                <a:cs typeface="Arial"/>
              </a:defRPr>
            </a:defPPr>
            <a:lvl1pPr>
              <a:defRPr sz="1200" b="0">
                <a:solidFill>
                  <a:srgbClr val="C4D7CC"/>
                </a:solidFill>
                <a:latin typeface="Arial"/>
                <a:ea typeface="Arial"/>
                <a:cs typeface="Arial"/>
              </a:defRPr>
            </a:lvl1pPr>
            <a:lvl2pPr>
              <a:defRPr sz="1200" b="0">
                <a:solidFill>
                  <a:srgbClr val="C4D7CC"/>
                </a:solidFill>
                <a:latin typeface="Arial"/>
                <a:ea typeface="Arial"/>
                <a:cs typeface="Arial"/>
              </a:defRPr>
            </a:lvl2pPr>
            <a:lvl3pPr>
              <a:defRPr sz="1200" b="0">
                <a:solidFill>
                  <a:srgbClr val="C4D7CC"/>
                </a:solidFill>
                <a:latin typeface="Arial"/>
                <a:ea typeface="Arial"/>
                <a:cs typeface="Arial"/>
              </a:defRPr>
            </a:lvl3pPr>
            <a:lvl4pPr>
              <a:defRPr sz="1200" b="0">
                <a:solidFill>
                  <a:srgbClr val="C4D7CC"/>
                </a:solidFill>
                <a:latin typeface="Arial"/>
                <a:ea typeface="Arial"/>
                <a:cs typeface="Arial"/>
              </a:defRPr>
            </a:lvl4pPr>
            <a:lvl5pPr>
              <a:defRPr sz="1200" b="0">
                <a:solidFill>
                  <a:srgbClr val="C4D7CC"/>
                </a:solidFill>
                <a:latin typeface="Arial"/>
                <a:ea typeface="Arial"/>
                <a:cs typeface="Arial"/>
              </a:defRPr>
            </a:lvl5pPr>
            <a:lvl6pPr>
              <a:defRPr sz="1200" b="0">
                <a:solidFill>
                  <a:srgbClr val="C4D7CC"/>
                </a:solidFill>
                <a:latin typeface="Arial"/>
                <a:ea typeface="Arial"/>
                <a:cs typeface="Arial"/>
              </a:defRPr>
            </a:lvl6pPr>
            <a:lvl7pPr>
              <a:defRPr sz="1200" b="0">
                <a:solidFill>
                  <a:srgbClr val="C4D7CC"/>
                </a:solidFill>
                <a:latin typeface="Arial"/>
                <a:ea typeface="Arial"/>
                <a:cs typeface="Arial"/>
              </a:defRPr>
            </a:lvl7pPr>
            <a:lvl8pPr>
              <a:defRPr sz="1200" b="0">
                <a:solidFill>
                  <a:srgbClr val="C4D7CC"/>
                </a:solidFill>
                <a:latin typeface="Arial"/>
                <a:ea typeface="Arial"/>
                <a:cs typeface="Arial"/>
              </a:defRPr>
            </a:lvl8pPr>
            <a:lvl9pPr>
              <a:defRPr sz="1200" b="0">
                <a:solidFill>
                  <a:srgbClr val="C4D7CC"/>
                </a:solidFill>
                <a:latin typeface="Arial"/>
                <a:ea typeface="Arial"/>
                <a:cs typeface="Arial"/>
              </a:defRPr>
            </a:lvl9pPr>
          </a:lstStyle>
          <a:p xmlns:a="http://schemas.openxmlformats.org/drawingml/2006/main">
            <a:pPr>
              <a:defRPr sz="1200" b="0">
                <a:solidFill>
                  <a:srgbClr val="C4D7CC"/>
                </a:solidFill>
                <a:latin typeface="Arial"/>
                <a:ea typeface="Arial"/>
                <a:cs typeface="Arial"/>
              </a:defRPr>
            </a:pPr>
            <a:r>
              <a:rPr sz="1200" b="0">
                <a:solidFill>
                  <a:srgbClr val="C4D7CC"/>
                </a:solidFill>
                <a:latin typeface="Arial"/>
                <a:ea typeface="Arial"/>
                <a:cs typeface="Arial"/>
              </a:rPr>
              <a:t>6 / 6</a:t>
            </a:r>
          </a:p>
        </p:txBody>
      </p:sp>
      <p:sp>
        <p:nvSpPr>
          <p:cNvPr id="3" name="body-73">
            <a:extLst xmlns:a="http://schemas.openxmlformats.org/drawingml/2006/main">
              <a:ext uri="{FF2B5EF4-FFF2-40B4-BE49-F238E27FC236}">
                <a16:creationId xmlns:a16="http://schemas.microsoft.com/office/drawing/2014/main" id="{1C9CD4FD-4330-43B8-940D-DC537BF8F9AB}"/>
              </a:ext>
            </a:extLst>
          </p:cNvPr>
          <p:cNvSpPr>
            <a:spLocks xmlns:a="http://schemas.openxmlformats.org/drawingml/2006/main" noGrp="1"/>
          </p:cNvSpPr>
          <p:nvPr/>
        </p:nvSpPr>
        <p:spPr>
          <a:xfrm xmlns:a="http://schemas.openxmlformats.org/drawingml/2006/main">
            <a:off x="647700" y="1809750"/>
            <a:ext cx="4857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7D1B6"/>
                </a:solidFill>
                <a:latin typeface="Arial"/>
                <a:ea typeface="Arial"/>
                <a:cs typeface="Arial"/>
              </a:defRPr>
            </a:defPPr>
            <a:lvl1pPr>
              <a:defRPr sz="1875" b="1">
                <a:solidFill>
                  <a:srgbClr val="A7D1B6"/>
                </a:solidFill>
                <a:latin typeface="Arial"/>
                <a:ea typeface="Arial"/>
                <a:cs typeface="Arial"/>
              </a:defRPr>
            </a:lvl1pPr>
            <a:lvl2pPr>
              <a:defRPr sz="1875" b="1">
                <a:solidFill>
                  <a:srgbClr val="A7D1B6"/>
                </a:solidFill>
                <a:latin typeface="Arial"/>
                <a:ea typeface="Arial"/>
                <a:cs typeface="Arial"/>
              </a:defRPr>
            </a:lvl2pPr>
            <a:lvl3pPr>
              <a:defRPr sz="1875" b="1">
                <a:solidFill>
                  <a:srgbClr val="A7D1B6"/>
                </a:solidFill>
                <a:latin typeface="Arial"/>
                <a:ea typeface="Arial"/>
                <a:cs typeface="Arial"/>
              </a:defRPr>
            </a:lvl3pPr>
            <a:lvl4pPr>
              <a:defRPr sz="1875" b="1">
                <a:solidFill>
                  <a:srgbClr val="A7D1B6"/>
                </a:solidFill>
                <a:latin typeface="Arial"/>
                <a:ea typeface="Arial"/>
                <a:cs typeface="Arial"/>
              </a:defRPr>
            </a:lvl4pPr>
            <a:lvl5pPr>
              <a:defRPr sz="1875" b="1">
                <a:solidFill>
                  <a:srgbClr val="A7D1B6"/>
                </a:solidFill>
                <a:latin typeface="Arial"/>
                <a:ea typeface="Arial"/>
                <a:cs typeface="Arial"/>
              </a:defRPr>
            </a:lvl5pPr>
            <a:lvl6pPr>
              <a:defRPr sz="1875" b="1">
                <a:solidFill>
                  <a:srgbClr val="A7D1B6"/>
                </a:solidFill>
                <a:latin typeface="Arial"/>
                <a:ea typeface="Arial"/>
                <a:cs typeface="Arial"/>
              </a:defRPr>
            </a:lvl6pPr>
            <a:lvl7pPr>
              <a:defRPr sz="1875" b="1">
                <a:solidFill>
                  <a:srgbClr val="A7D1B6"/>
                </a:solidFill>
                <a:latin typeface="Arial"/>
                <a:ea typeface="Arial"/>
                <a:cs typeface="Arial"/>
              </a:defRPr>
            </a:lvl7pPr>
            <a:lvl8pPr>
              <a:defRPr sz="1875" b="1">
                <a:solidFill>
                  <a:srgbClr val="A7D1B6"/>
                </a:solidFill>
                <a:latin typeface="Arial"/>
                <a:ea typeface="Arial"/>
                <a:cs typeface="Arial"/>
              </a:defRPr>
            </a:lvl8pPr>
            <a:lvl9pPr>
              <a:defRPr sz="1875" b="1">
                <a:solidFill>
                  <a:srgbClr val="A7D1B6"/>
                </a:solidFill>
                <a:latin typeface="Arial"/>
                <a:ea typeface="Arial"/>
                <a:cs typeface="Arial"/>
              </a:defRPr>
            </a:lvl9pPr>
          </a:lstStyle>
          <a:p xmlns:a="http://schemas.openxmlformats.org/drawingml/2006/main">
            <a:pPr>
              <a:defRPr sz="1875" b="1">
                <a:solidFill>
                  <a:srgbClr val="A7D1B6"/>
                </a:solidFill>
                <a:latin typeface="Arial"/>
                <a:ea typeface="Arial"/>
                <a:cs typeface="Arial"/>
              </a:defRPr>
            </a:pPr>
            <a:r>
              <a:rPr sz="1875" b="1">
                <a:solidFill>
                  <a:srgbClr val="A7D1B6"/>
                </a:solidFill>
                <a:latin typeface="Arial"/>
                <a:ea typeface="Arial"/>
                <a:cs typeface="Arial"/>
              </a:rPr>
              <a:t>REALIZAT</a:t>
            </a:r>
          </a:p>
        </p:txBody>
      </p:sp>
      <p:sp>
        <p:nvSpPr>
          <p:cNvPr id="4" name="body-74">
            <a:extLst xmlns:a="http://schemas.openxmlformats.org/drawingml/2006/main">
              <a:ext uri="{FF2B5EF4-FFF2-40B4-BE49-F238E27FC236}">
                <a16:creationId xmlns:a16="http://schemas.microsoft.com/office/drawing/2014/main" id="{6D04960D-C60B-46A3-8FD4-1308D9E339DA}"/>
              </a:ext>
            </a:extLst>
          </p:cNvPr>
          <p:cNvSpPr>
            <a:spLocks xmlns:a="http://schemas.openxmlformats.org/drawingml/2006/main" noGrp="1"/>
          </p:cNvSpPr>
          <p:nvPr/>
        </p:nvSpPr>
        <p:spPr>
          <a:xfrm xmlns:a="http://schemas.openxmlformats.org/drawingml/2006/main">
            <a:off x="647700" y="2447925"/>
            <a:ext cx="50006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Prototip de hartă și rutare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Comparație locală GBA–OSM</a:t>
            </a:r>
          </a:p>
        </p:txBody>
      </p:sp>
      <p:sp>
        <p:nvSpPr>
          <p:cNvPr id="5" name="body-75">
            <a:extLst xmlns:a="http://schemas.openxmlformats.org/drawingml/2006/main">
              <a:ext uri="{FF2B5EF4-FFF2-40B4-BE49-F238E27FC236}">
                <a16:creationId xmlns:a16="http://schemas.microsoft.com/office/drawing/2014/main" id="{D21DB346-3E64-463F-B11A-93E78413D5C5}"/>
              </a:ext>
            </a:extLst>
          </p:cNvPr>
          <p:cNvSpPr>
            <a:spLocks xmlns:a="http://schemas.openxmlformats.org/drawingml/2006/main" noGrp="1"/>
          </p:cNvSpPr>
          <p:nvPr/>
        </p:nvSpPr>
        <p:spPr>
          <a:xfrm xmlns:a="http://schemas.openxmlformats.org/drawingml/2006/main">
            <a:off x="6419850" y="180975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7D1B6"/>
                </a:solidFill>
                <a:latin typeface="Arial"/>
                <a:ea typeface="Arial"/>
                <a:cs typeface="Arial"/>
              </a:defRPr>
            </a:defPPr>
            <a:lvl1pPr>
              <a:defRPr sz="1875" b="1">
                <a:solidFill>
                  <a:srgbClr val="A7D1B6"/>
                </a:solidFill>
                <a:latin typeface="Arial"/>
                <a:ea typeface="Arial"/>
                <a:cs typeface="Arial"/>
              </a:defRPr>
            </a:lvl1pPr>
            <a:lvl2pPr>
              <a:defRPr sz="1875" b="1">
                <a:solidFill>
                  <a:srgbClr val="A7D1B6"/>
                </a:solidFill>
                <a:latin typeface="Arial"/>
                <a:ea typeface="Arial"/>
                <a:cs typeface="Arial"/>
              </a:defRPr>
            </a:lvl2pPr>
            <a:lvl3pPr>
              <a:defRPr sz="1875" b="1">
                <a:solidFill>
                  <a:srgbClr val="A7D1B6"/>
                </a:solidFill>
                <a:latin typeface="Arial"/>
                <a:ea typeface="Arial"/>
                <a:cs typeface="Arial"/>
              </a:defRPr>
            </a:lvl3pPr>
            <a:lvl4pPr>
              <a:defRPr sz="1875" b="1">
                <a:solidFill>
                  <a:srgbClr val="A7D1B6"/>
                </a:solidFill>
                <a:latin typeface="Arial"/>
                <a:ea typeface="Arial"/>
                <a:cs typeface="Arial"/>
              </a:defRPr>
            </a:lvl4pPr>
            <a:lvl5pPr>
              <a:defRPr sz="1875" b="1">
                <a:solidFill>
                  <a:srgbClr val="A7D1B6"/>
                </a:solidFill>
                <a:latin typeface="Arial"/>
                <a:ea typeface="Arial"/>
                <a:cs typeface="Arial"/>
              </a:defRPr>
            </a:lvl5pPr>
            <a:lvl6pPr>
              <a:defRPr sz="1875" b="1">
                <a:solidFill>
                  <a:srgbClr val="A7D1B6"/>
                </a:solidFill>
                <a:latin typeface="Arial"/>
                <a:ea typeface="Arial"/>
                <a:cs typeface="Arial"/>
              </a:defRPr>
            </a:lvl6pPr>
            <a:lvl7pPr>
              <a:defRPr sz="1875" b="1">
                <a:solidFill>
                  <a:srgbClr val="A7D1B6"/>
                </a:solidFill>
                <a:latin typeface="Arial"/>
                <a:ea typeface="Arial"/>
                <a:cs typeface="Arial"/>
              </a:defRPr>
            </a:lvl7pPr>
            <a:lvl8pPr>
              <a:defRPr sz="1875" b="1">
                <a:solidFill>
                  <a:srgbClr val="A7D1B6"/>
                </a:solidFill>
                <a:latin typeface="Arial"/>
                <a:ea typeface="Arial"/>
                <a:cs typeface="Arial"/>
              </a:defRPr>
            </a:lvl8pPr>
            <a:lvl9pPr>
              <a:defRPr sz="1875" b="1">
                <a:solidFill>
                  <a:srgbClr val="A7D1B6"/>
                </a:solidFill>
                <a:latin typeface="Arial"/>
                <a:ea typeface="Arial"/>
                <a:cs typeface="Arial"/>
              </a:defRPr>
            </a:lvl9pPr>
          </a:lstStyle>
          <a:p xmlns:a="http://schemas.openxmlformats.org/drawingml/2006/main">
            <a:pPr>
              <a:defRPr sz="1875" b="1">
                <a:solidFill>
                  <a:srgbClr val="A7D1B6"/>
                </a:solidFill>
                <a:latin typeface="Arial"/>
                <a:ea typeface="Arial"/>
                <a:cs typeface="Arial"/>
              </a:defRPr>
            </a:pPr>
            <a:r>
              <a:rPr sz="1875" b="1">
                <a:solidFill>
                  <a:srgbClr val="A7D1B6"/>
                </a:solidFill>
                <a:latin typeface="Arial"/>
                <a:ea typeface="Arial"/>
                <a:cs typeface="Arial"/>
              </a:rPr>
              <a:t>DE VALIDAT</a:t>
            </a:r>
          </a:p>
        </p:txBody>
      </p:sp>
      <p:sp>
        <p:nvSpPr>
          <p:cNvPr id="6" name="body-76">
            <a:extLst xmlns:a="http://schemas.openxmlformats.org/drawingml/2006/main">
              <a:ext uri="{FF2B5EF4-FFF2-40B4-BE49-F238E27FC236}">
                <a16:creationId xmlns:a16="http://schemas.microsoft.com/office/drawing/2014/main" id="{EC5AFCC8-7513-4357-A8E8-4DCA34F147F3}"/>
              </a:ext>
            </a:extLst>
          </p:cNvPr>
          <p:cNvSpPr>
            <a:spLocks xmlns:a="http://schemas.openxmlformats.org/drawingml/2006/main" noGrp="1"/>
          </p:cNvSpPr>
          <p:nvPr/>
        </p:nvSpPr>
        <p:spPr>
          <a:xfrm xmlns:a="http://schemas.openxmlformats.org/drawingml/2006/main">
            <a:off x="6419850" y="2447925"/>
            <a:ext cx="509587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Măsurarea din umbre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Efectul asupra traseelor</a:t>
            </a:r>
          </a:p>
        </p:txBody>
      </p:sp>
      <p:sp>
        <p:nvSpPr>
          <p:cNvPr id="7" name="rule-77">
            <a:extLst xmlns:a="http://schemas.openxmlformats.org/drawingml/2006/main">
              <a:ext uri="{FF2B5EF4-FFF2-40B4-BE49-F238E27FC236}">
                <a16:creationId xmlns:a16="http://schemas.microsoft.com/office/drawing/2014/main" id="{79BCFD8F-A05F-4D88-AFCA-2E8F2D16B5FC}"/>
              </a:ext>
            </a:extLst>
          </p:cNvPr>
          <p:cNvSpPr>
            <a:spLocks xmlns:a="http://schemas.openxmlformats.org/drawingml/2006/main" noGrp="1"/>
          </p:cNvSpPr>
          <p:nvPr/>
        </p:nvSpPr>
        <p:spPr>
          <a:xfrm xmlns:a="http://schemas.openxmlformats.org/drawingml/2006/main">
            <a:off x="647700" y="4086225"/>
            <a:ext cx="10858500" cy="19050"/>
          </a:xfrm>
          <a:prstGeom xmlns:a="http://schemas.openxmlformats.org/drawingml/2006/main" prst="rect">
            <a:avLst/>
          </a:prstGeom>
          <a:solidFill xmlns:a="http://schemas.openxmlformats.org/drawingml/2006/main">
            <a:srgbClr val="497061"/>
          </a:solidFill>
          <a:ln xmlns:a="http://schemas.openxmlformats.org/drawingml/2006/main" w="0">
            <a:noFill/>
            <a:prstDash val="solid"/>
          </a:ln>
        </p:spPr>
      </p:sp>
      <p:sp>
        <p:nvSpPr>
          <p:cNvPr id="8" name="body-78">
            <a:extLst xmlns:a="http://schemas.openxmlformats.org/drawingml/2006/main">
              <a:ext uri="{FF2B5EF4-FFF2-40B4-BE49-F238E27FC236}">
                <a16:creationId xmlns:a16="http://schemas.microsoft.com/office/drawing/2014/main" id="{E8F03DEF-7785-49FF-8849-ED5C712F962A}"/>
              </a:ext>
            </a:extLst>
          </p:cNvPr>
          <p:cNvSpPr>
            <a:spLocks xmlns:a="http://schemas.openxmlformats.org/drawingml/2006/main" noGrp="1"/>
          </p:cNvSpPr>
          <p:nvPr/>
        </p:nvSpPr>
        <p:spPr>
          <a:xfrm xmlns:a="http://schemas.openxmlformats.org/drawingml/2006/main">
            <a:off x="638175" y="4400550"/>
            <a:ext cx="1085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Înălțimi verificate pentru rute</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umbrite mai bine fundamentate</a:t>
            </a:r>
          </a:p>
        </p:txBody>
      </p:sp>
      <p:sp>
        <p:nvSpPr>
          <p:cNvPr id="9" name="body-79">
            <a:extLst xmlns:a="http://schemas.openxmlformats.org/drawingml/2006/main">
              <a:ext uri="{FF2B5EF4-FFF2-40B4-BE49-F238E27FC236}">
                <a16:creationId xmlns:a16="http://schemas.microsoft.com/office/drawing/2014/main" id="{DC027742-16E9-423B-8B28-50FA9B0C4E43}"/>
              </a:ext>
            </a:extLst>
          </p:cNvPr>
          <p:cNvSpPr>
            <a:spLocks xmlns:a="http://schemas.openxmlformats.org/drawingml/2006/main" noGrp="1"/>
          </p:cNvSpPr>
          <p:nvPr/>
        </p:nvSpPr>
        <p:spPr>
          <a:xfrm xmlns:a="http://schemas.openxmlformats.org/drawingml/2006/main">
            <a:off x="647700" y="5829300"/>
            <a:ext cx="1076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9DDCE"/>
                </a:solidFill>
                <a:latin typeface="Arial"/>
                <a:ea typeface="Arial"/>
                <a:cs typeface="Arial"/>
              </a:defRPr>
            </a:defPPr>
            <a:lvl1pPr>
              <a:defRPr sz="1800" b="0">
                <a:solidFill>
                  <a:srgbClr val="C9DDCE"/>
                </a:solidFill>
                <a:latin typeface="Arial"/>
                <a:ea typeface="Arial"/>
                <a:cs typeface="Arial"/>
              </a:defRPr>
            </a:lvl1pPr>
            <a:lvl2pPr>
              <a:defRPr sz="1800" b="0">
                <a:solidFill>
                  <a:srgbClr val="C9DDCE"/>
                </a:solidFill>
                <a:latin typeface="Arial"/>
                <a:ea typeface="Arial"/>
                <a:cs typeface="Arial"/>
              </a:defRPr>
            </a:lvl2pPr>
            <a:lvl3pPr>
              <a:defRPr sz="1800" b="0">
                <a:solidFill>
                  <a:srgbClr val="C9DDCE"/>
                </a:solidFill>
                <a:latin typeface="Arial"/>
                <a:ea typeface="Arial"/>
                <a:cs typeface="Arial"/>
              </a:defRPr>
            </a:lvl3pPr>
            <a:lvl4pPr>
              <a:defRPr sz="1800" b="0">
                <a:solidFill>
                  <a:srgbClr val="C9DDCE"/>
                </a:solidFill>
                <a:latin typeface="Arial"/>
                <a:ea typeface="Arial"/>
                <a:cs typeface="Arial"/>
              </a:defRPr>
            </a:lvl4pPr>
            <a:lvl5pPr>
              <a:defRPr sz="1800" b="0">
                <a:solidFill>
                  <a:srgbClr val="C9DDCE"/>
                </a:solidFill>
                <a:latin typeface="Arial"/>
                <a:ea typeface="Arial"/>
                <a:cs typeface="Arial"/>
              </a:defRPr>
            </a:lvl5pPr>
            <a:lvl6pPr>
              <a:defRPr sz="1800" b="0">
                <a:solidFill>
                  <a:srgbClr val="C9DDCE"/>
                </a:solidFill>
                <a:latin typeface="Arial"/>
                <a:ea typeface="Arial"/>
                <a:cs typeface="Arial"/>
              </a:defRPr>
            </a:lvl6pPr>
            <a:lvl7pPr>
              <a:defRPr sz="1800" b="0">
                <a:solidFill>
                  <a:srgbClr val="C9DDCE"/>
                </a:solidFill>
                <a:latin typeface="Arial"/>
                <a:ea typeface="Arial"/>
                <a:cs typeface="Arial"/>
              </a:defRPr>
            </a:lvl7pPr>
            <a:lvl8pPr>
              <a:defRPr sz="1800" b="0">
                <a:solidFill>
                  <a:srgbClr val="C9DDCE"/>
                </a:solidFill>
                <a:latin typeface="Arial"/>
                <a:ea typeface="Arial"/>
                <a:cs typeface="Arial"/>
              </a:defRPr>
            </a:lvl8pPr>
            <a:lvl9pPr>
              <a:defRPr sz="1800" b="0">
                <a:solidFill>
                  <a:srgbClr val="C9DDCE"/>
                </a:solidFill>
                <a:latin typeface="Arial"/>
                <a:ea typeface="Arial"/>
                <a:cs typeface="Arial"/>
              </a:defRPr>
            </a:lvl9pPr>
          </a:lstStyle>
          <a:p xmlns:a="http://schemas.openxmlformats.org/drawingml/2006/main">
            <a:pPr>
              <a:defRPr sz="1800" b="0">
                <a:solidFill>
                  <a:srgbClr val="C9DDCE"/>
                </a:solidFill>
                <a:latin typeface="Arial"/>
                <a:ea typeface="Arial"/>
                <a:cs typeface="Arial"/>
              </a:defRPr>
            </a:pPr>
            <a:r>
              <a:rPr sz="1800" b="0">
                <a:solidFill>
                  <a:srgbClr val="C9DDCE"/>
                </a:solidFill>
                <a:latin typeface="Arial"/>
                <a:ea typeface="Arial"/>
                <a:cs typeface="Arial"/>
              </a:rPr>
              <a:t>Extindere în alte orașe, după auditul datelor</a:t>
            </a:r>
          </a:p>
        </p:txBody>
      </p:sp>
      <p:sp>
        <p:nvSpPr>
          <p:cNvPr id="10" name="body-80">
            <a:extLst xmlns:a="http://schemas.openxmlformats.org/drawingml/2006/main">
              <a:ext uri="{FF2B5EF4-FFF2-40B4-BE49-F238E27FC236}">
                <a16:creationId xmlns:a16="http://schemas.microsoft.com/office/drawing/2014/main" id="{77569EE4-B0E4-4D20-AE1D-79495D87E98E}"/>
              </a:ext>
            </a:extLst>
          </p:cNvPr>
          <p:cNvSpPr>
            <a:spLocks xmlns:a="http://schemas.openxmlformats.org/drawingml/2006/main" noGrp="1"/>
          </p:cNvSpPr>
          <p:nvPr/>
        </p:nvSpPr>
        <p:spPr>
          <a:xfrm xmlns:a="http://schemas.openxmlformats.org/drawingml/2006/main">
            <a:off x="647700" y="6372225"/>
            <a:ext cx="10287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DDCE"/>
                </a:solidFill>
                <a:latin typeface="Arial"/>
                <a:ea typeface="Arial"/>
                <a:cs typeface="Arial"/>
              </a:defRPr>
            </a:defPPr>
            <a:lvl1pPr>
              <a:defRPr sz="1200" b="0">
                <a:solidFill>
                  <a:srgbClr val="C9DDCE"/>
                </a:solidFill>
                <a:latin typeface="Arial"/>
                <a:ea typeface="Arial"/>
                <a:cs typeface="Arial"/>
              </a:defRPr>
            </a:lvl1pPr>
            <a:lvl2pPr>
              <a:defRPr sz="1200" b="0">
                <a:solidFill>
                  <a:srgbClr val="C9DDCE"/>
                </a:solidFill>
                <a:latin typeface="Arial"/>
                <a:ea typeface="Arial"/>
                <a:cs typeface="Arial"/>
              </a:defRPr>
            </a:lvl2pPr>
            <a:lvl3pPr>
              <a:defRPr sz="1200" b="0">
                <a:solidFill>
                  <a:srgbClr val="C9DDCE"/>
                </a:solidFill>
                <a:latin typeface="Arial"/>
                <a:ea typeface="Arial"/>
                <a:cs typeface="Arial"/>
              </a:defRPr>
            </a:lvl3pPr>
            <a:lvl4pPr>
              <a:defRPr sz="1200" b="0">
                <a:solidFill>
                  <a:srgbClr val="C9DDCE"/>
                </a:solidFill>
                <a:latin typeface="Arial"/>
                <a:ea typeface="Arial"/>
                <a:cs typeface="Arial"/>
              </a:defRPr>
            </a:lvl4pPr>
            <a:lvl5pPr>
              <a:defRPr sz="1200" b="0">
                <a:solidFill>
                  <a:srgbClr val="C9DDCE"/>
                </a:solidFill>
                <a:latin typeface="Arial"/>
                <a:ea typeface="Arial"/>
                <a:cs typeface="Arial"/>
              </a:defRPr>
            </a:lvl5pPr>
            <a:lvl6pPr>
              <a:defRPr sz="1200" b="0">
                <a:solidFill>
                  <a:srgbClr val="C9DDCE"/>
                </a:solidFill>
                <a:latin typeface="Arial"/>
                <a:ea typeface="Arial"/>
                <a:cs typeface="Arial"/>
              </a:defRPr>
            </a:lvl6pPr>
            <a:lvl7pPr>
              <a:defRPr sz="1200" b="0">
                <a:solidFill>
                  <a:srgbClr val="C9DDCE"/>
                </a:solidFill>
                <a:latin typeface="Arial"/>
                <a:ea typeface="Arial"/>
                <a:cs typeface="Arial"/>
              </a:defRPr>
            </a:lvl7pPr>
            <a:lvl8pPr>
              <a:defRPr sz="1200" b="0">
                <a:solidFill>
                  <a:srgbClr val="C9DDCE"/>
                </a:solidFill>
                <a:latin typeface="Arial"/>
                <a:ea typeface="Arial"/>
                <a:cs typeface="Arial"/>
              </a:defRPr>
            </a:lvl8pPr>
            <a:lvl9pPr>
              <a:defRPr sz="1200" b="0">
                <a:solidFill>
                  <a:srgbClr val="C9DDCE"/>
                </a:solidFill>
                <a:latin typeface="Arial"/>
                <a:ea typeface="Arial"/>
                <a:cs typeface="Arial"/>
              </a:defRPr>
            </a:lvl9pPr>
          </a:lstStyle>
          <a:p xmlns:a="http://schemas.openxmlformats.org/drawingml/2006/main">
            <a:pPr>
              <a:defRPr sz="1200" b="0">
                <a:solidFill>
                  <a:srgbClr val="C9DDCE"/>
                </a:solidFill>
                <a:latin typeface="Arial"/>
                <a:ea typeface="Arial"/>
                <a:cs typeface="Arial"/>
              </a:defRPr>
            </a:pPr>
            <a:r>
              <a:rPr sz="1200" b="0">
                <a:solidFill>
                  <a:srgbClr val="C9DDCE"/>
                </a:solidFill>
                <a:latin typeface="Arial"/>
                <a:ea typeface="Arial"/>
                <a:cs typeface="Arial"/>
              </a:rPr>
              <a:t>AI: asistență la redactare și design. Fără rezultate de teren generate.</a:t>
            </a:r>
          </a:p>
        </p:txBody>
      </p:sp>
    </p:spTree>
    <p:extLst>
      <p:ext uri="{BB962C8B-B14F-4D97-AF65-F5344CB8AC3E}">
        <p14:creationId xmlns:p14="http://schemas.microsoft.com/office/powerpoint/2010/main" val="8041438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2026-10-27T11:24:29.9600000Z</dcterms:created>
  <dcterms:modified xsi:type="dcterms:W3CDTF">2026-10-27T11:24:29.9600000Z</dcterms:modified>
</coreProperties>
</file>