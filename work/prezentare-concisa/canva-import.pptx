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0dacc44758b4801" /><Relationship Type="http://schemas.openxmlformats.org/officeDocument/2006/relationships/extended-properties" Target="/docProps/app.xml" Id="Rb09d52d6cbee4235" /><Relationship Type="http://schemas.openxmlformats.org/officeDocument/2006/relationships/officeDocument" Target="/ppt/presentation.xml" Id="R713c82870bda495c" /></Relationships>
</file>

<file path=ppt/presentation.xml><?xml version="1.0" encoding="utf-8"?>
<p:presentation xmlns:p="http://schemas.openxmlformats.org/presentationml/2006/main">
  <p:sldMasterIdLst>
    <p:sldMasterId xmlns:r="http://schemas.openxmlformats.org/officeDocument/2006/relationships" id="2147483648" r:id="R4ca73ed9362745e7"/>
  </p:sldMasterIdLst>
  <p:notesMasterIdLst>
    <p:notesMasterId xmlns:r="http://schemas.openxmlformats.org/officeDocument/2006/relationships" r:id="Rb1f7ba1ac8ed425e"/>
  </p:notesMasterIdLst>
  <p:sldIdLst>
    <p:sldId xmlns:r="http://schemas.openxmlformats.org/officeDocument/2006/relationships" id="256" r:id="Rfdcabd92dee64ab1"/>
    <p:sldId xmlns:r="http://schemas.openxmlformats.org/officeDocument/2006/relationships" id="257" r:id="R023fa903138c4d0a"/>
    <p:sldId xmlns:r="http://schemas.openxmlformats.org/officeDocument/2006/relationships" id="258" r:id="R9d657025e7a84624"/>
    <p:sldId xmlns:r="http://schemas.openxmlformats.org/officeDocument/2006/relationships" id="259" r:id="R58d953d1a1614093"/>
    <p:sldId xmlns:r="http://schemas.openxmlformats.org/officeDocument/2006/relationships" id="260" r:id="R2bd71f551ba343af"/>
    <p:sldId xmlns:r="http://schemas.openxmlformats.org/officeDocument/2006/relationships" id="261" r:id="Rd487a4518cde433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8ae0e6547c4346" /><Relationship Type="http://schemas.openxmlformats.org/officeDocument/2006/relationships/slideMaster" Target="/ppt/slideMasters/slideMaster1.xml" Id="R4ca73ed9362745e7" /><Relationship Type="http://schemas.openxmlformats.org/officeDocument/2006/relationships/notesMaster" Target="/ppt/notesMasters/notesMaster1.xml" Id="Rb1f7ba1ac8ed425e" /><Relationship Type="http://schemas.openxmlformats.org/officeDocument/2006/relationships/presProps" Target="/ppt/presProps.xml" Id="R022d558f49ba4753" /><Relationship Type="http://schemas.openxmlformats.org/officeDocument/2006/relationships/tableStyles" Target="/ppt/tableStyles.xml" Id="R4f5fcabb251443f8" /><Relationship Type="http://schemas.openxmlformats.org/officeDocument/2006/relationships/slide" Target="/ppt/slides/slide1.xml" Id="Rfdcabd92dee64ab1" /><Relationship Type="http://schemas.openxmlformats.org/officeDocument/2006/relationships/slide" Target="/ppt/slides/slide2.xml" Id="R023fa903138c4d0a" /><Relationship Type="http://schemas.openxmlformats.org/officeDocument/2006/relationships/slide" Target="/ppt/slides/slide3.xml" Id="R9d657025e7a84624" /><Relationship Type="http://schemas.openxmlformats.org/officeDocument/2006/relationships/slide" Target="/ppt/slides/slide4.xml" Id="R58d953d1a1614093" /><Relationship Type="http://schemas.openxmlformats.org/officeDocument/2006/relationships/slide" Target="/ppt/slides/slide5.xml" Id="R2bd71f551ba343af" /><Relationship Type="http://schemas.openxmlformats.org/officeDocument/2006/relationships/slide" Target="/ppt/slides/slide6.xml" Id="Rd487a4518cde433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186a25315cc4a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715d3caf50438e" /><Relationship Type="http://schemas.openxmlformats.org/officeDocument/2006/relationships/notesMaster" Target="/ppt/notesMasters/notesMaster1.xml" Id="R5b87970cc4e0468b" /></Relationships>
</file>

<file path=ppt/notesSlides/_rels/notesSlide2.xml.rels>&#65279;<?xml version="1.0" encoding="utf-8"?><Relationships xmlns="http://schemas.openxmlformats.org/package/2006/relationships"><Relationship Type="http://schemas.openxmlformats.org/officeDocument/2006/relationships/slide" Target="/ppt/slides/slide2.xml" Id="R593174d09c8a46c2" /><Relationship Type="http://schemas.openxmlformats.org/officeDocument/2006/relationships/notesMaster" Target="/ppt/notesMasters/notesMaster1.xml" Id="R931948b6ddcf4b32" /></Relationships>
</file>

<file path=ppt/notesSlides/_rels/notesSlide3.xml.rels>&#65279;<?xml version="1.0" encoding="utf-8"?><Relationships xmlns="http://schemas.openxmlformats.org/package/2006/relationships"><Relationship Type="http://schemas.openxmlformats.org/officeDocument/2006/relationships/slide" Target="/ppt/slides/slide3.xml" Id="Rf3372bb62a584ef0" /><Relationship Type="http://schemas.openxmlformats.org/officeDocument/2006/relationships/notesMaster" Target="/ppt/notesMasters/notesMaster1.xml" Id="R435cbf43d1ad49c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8344c4491f4fa0" /><Relationship Type="http://schemas.openxmlformats.org/officeDocument/2006/relationships/notesMaster" Target="/ppt/notesMasters/notesMaster1.xml" Id="R0194291ee8a6460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80d9a48bbf4874" /><Relationship Type="http://schemas.openxmlformats.org/officeDocument/2006/relationships/notesMaster" Target="/ppt/notesMasters/notesMaster1.xml" Id="Rd4b56776dec9409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ff5e207270f45b0" /><Relationship Type="http://schemas.openxmlformats.org/officeDocument/2006/relationships/notesMaster" Target="/ppt/notesMasters/notesMaster1.xml" Id="Rfe96c7031bd74ed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00:00–00:20 (20 secunde)</a:t>
            </a:r>
          </a:p>
          <a:p xmlns:a="http://schemas.openxmlformats.org/drawingml/2006/main">
            <a:r>
              <a:t/>
            </a:r>
          </a:p>
          <a:p xmlns:a="http://schemas.openxmlformats.org/drawingml/2006/main">
            <a:r>
              <a:t>UMBRA pornește de la o idee simplă: o umbră ne poate da informații despre obiectul care o produce. În prezent, folosim această idee pentru a calcula trasee pietonale și a compara expunerea la soare.</a:t>
            </a:r>
          </a:p>
          <a:p xmlns:a="http://schemas.openxmlformats.org/drawingml/2006/main">
            <a:r>
              <a:t/>
            </a:r>
          </a:p>
          <a:p xmlns:a="http://schemas.openxmlformats.org/drawingml/2006/main">
            <a:r>
              <a:t>SURSE</a:t>
            </a:r>
          </a:p>
          <a:p xmlns:a="http://schemas.openxmlformats.org/drawingml/2006/main">
            <a:r>
              <a:t>README.md</a:t>
            </a:r>
          </a:p>
          <a:p xmlns:a="http://schemas.openxmlformats.org/drawingml/2006/main">
            <a:r>
              <a:t>Fișa de înscriere RoSEF</a:t>
            </a:r>
          </a:p>
          <a:p xmlns:a="http://schemas.openxmlformats.org/drawingml/2006/main">
            <a:r>
              <a:t/>
            </a:r>
          </a:p>
          <a:p xmlns:a="http://schemas.openxmlformats.org/drawingml/2006/main">
            <a:br/>
            <a:r>
              <a:t>Asistență AI pentru redactare, documentare și design. Autorii verifică și își asumă conținutul. Documentele sursă separă funcțiile existente de cercetarea înălțimilor din umbre.</a:t>
            </a:r>
            <a:b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00:20–01:15 (55 secunde)</a:t>
            </a:r>
          </a:p>
          <a:p xmlns:a="http://schemas.openxmlformats.org/drawingml/2006/main">
            <a:r>
              <a:t/>
            </a:r>
          </a:p>
          <a:p xmlns:a="http://schemas.openxmlformats.org/drawingml/2006/main">
            <a:r>
              <a:t>La înscriere, am studiat dacă umbra unei persoane poate apărea într-o imagine înaintea persoanei, la un colț fără vizibilitate. Am comparat o scenă goală cu o filmare de mers și o vedere de referință. Apoi am folosit geometria umbrelor în altă aplicație: traseele pietonale. Pentru a calcula umbra unei clădiri avem nevoie de înălțimea ei, care lipsește adesea din hartă. De aici vine întrebarea noastră: în ce condiții putem estima înălțimea din umbră și cât de precisă este metoda față de GlobalBuildingAtlas?</a:t>
            </a:r>
          </a:p>
          <a:p xmlns:a="http://schemas.openxmlformats.org/drawingml/2006/main">
            <a:r>
              <a:t/>
            </a:r>
          </a:p>
          <a:p xmlns:a="http://schemas.openxmlformats.org/drawingml/2006/main">
            <a:r>
              <a:t>SURSE</a:t>
            </a:r>
          </a:p>
          <a:p xmlns:a="http://schemas.openxmlformats.org/drawingml/2006/main">
            <a:r>
              <a:t>Fișa de înscriere RoSEF, paginile 1–2</a:t>
            </a:r>
          </a:p>
          <a:p xmlns:a="http://schemas.openxmlformats.org/drawingml/2006/main">
            <a:r>
              <a:t>docs/istoric-proiect/README.md</a:t>
            </a:r>
          </a:p>
          <a:p xmlns:a="http://schemas.openxmlformats.org/drawingml/2006/main">
            <a:r>
              <a:t>docs/shadow-heights.md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01:15–02:10 (55 secunde)</a:t>
            </a:r>
          </a:p>
          <a:p xmlns:a="http://schemas.openxmlformats.org/drawingml/2006/main">
            <a:r>
              <a:t/>
            </a:r>
          </a:p>
          <a:p xmlns:a="http://schemas.openxmlformats.org/drawingml/2006/main">
            <a:r>
              <a:t>În UMBRA alegem destinația și ora plecării. Calculatorul folosește clădirile, rețeaua pietonală și poziția Soarelui ca să estimeze umbrele și să compare drumurile. Telefonul afișează harta, clădirile tridimensionale și navigarea prin GPS. Aplicația poate propune până la trei variante: traseul rapid, unul echilibrat și unul cu mai multă umbră, în limita ocolului ales. Pentru fiecare sunt afișate distanța, durata și umbra modelată. Traseele folosesc rețeaua pregătită pentru Constanța, Mamaia și Palazu Mare.</a:t>
            </a:r>
          </a:p>
          <a:p xmlns:a="http://schemas.openxmlformats.org/drawingml/2006/main">
            <a:r>
              <a:t/>
            </a:r>
          </a:p>
          <a:p xmlns:a="http://schemas.openxmlformats.org/drawingml/2006/main">
            <a:r>
              <a:t>SURSE</a:t>
            </a:r>
          </a:p>
          <a:p xmlns:a="http://schemas.openxmlformats.org/drawingml/2006/main">
            <a:r>
              <a:t>README.md</a:t>
            </a:r>
          </a:p>
          <a:p xmlns:a="http://schemas.openxmlformats.org/drawingml/2006/main">
            <a:r>
              <a:t>mobile/src/domain/routes.ts</a:t>
            </a:r>
          </a:p>
          <a:p xmlns:a="http://schemas.openxmlformats.org/drawingml/2006/main">
            <a:r>
              <a:t>mobile/src/components/RouteCard.tsx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02:10–03:10 (60 secunde)</a:t>
            </a:r>
          </a:p>
          <a:p xmlns:a="http://schemas.openxmlformats.org/drawingml/2006/main">
            <a:r>
              <a:t/>
            </a:r>
          </a:p>
          <a:p xmlns:a="http://schemas.openxmlformats.org/drawingml/2006/main">
            <a:r>
              <a:t>Am analizat datele pentru zona Constanța. Din cele cincizeci și una de mii patru sute douăzeci și opt de clădiri, aproape optzeci și opt la sută nu au înălțime sau număr de etaje în setul folosit. Am comparat și estimările GlobalBuildingAtlas cu înălțimile etichetate în OpenStreetMap. Pentru grupul de zece clădiri între douăzeci și patruzeci de metri, valorile GBA sunt, în medie, cu cincisprezece virgulă șapte metri mai mici decât cele din OSM. Este o comparație între două baze de date; ea nu înlocuiește măsurătorile de teren.</a:t>
            </a:r>
          </a:p>
          <a:p xmlns:a="http://schemas.openxmlformats.org/drawingml/2006/main">
            <a:r>
              <a:t/>
            </a:r>
          </a:p>
          <a:p xmlns:a="http://schemas.openxmlformats.org/drawingml/2006/main">
            <a:r>
              <a:t>SURSE</a:t>
            </a:r>
          </a:p>
          <a:p xmlns:a="http://schemas.openxmlformats.org/drawingml/2006/main">
            <a:r>
              <a:t>docs/research/gba-heights/summary.json</a:t>
            </a:r>
          </a:p>
          <a:p xmlns:a="http://schemas.openxmlformats.org/drawingml/2006/main">
            <a:r>
              <a:t>mobile/assets/data/constanta-city.json</a:t>
            </a:r>
          </a:p>
          <a:p xmlns:a="http://schemas.openxmlformats.org/drawingml/2006/main">
            <a:r>
              <a:t>https://doi.org/10.5194/essd-17-6647-2025</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03:10–04:15 (65 secunde)</a:t>
            </a:r>
          </a:p>
          <a:p xmlns:a="http://schemas.openxmlformats.org/drawingml/2006/main">
            <a:r>
              <a:t/>
            </a:r>
          </a:p>
          <a:p xmlns:a="http://schemas.openxmlformats.org/drawingml/2006/main">
            <a:r>
              <a:t>Modul de măsurare folosește relația dintre înălțime, lungimea umbrei și unghiul Soarelui. Pe teren plan, înălțimea este lungimea umbrei înmulțită cu tangenta unghiului solar. Aplicația calculează unghiul după loc, dată și oră. Lungimea poate fi obținută cu ruleta sau laserul, prin GPS ori dintr-o fotografie aeriană. O măsurare confirmată poate intra în calculul umbrei și al traseelor. În exemplul calculat, aceeași abatere de cinci metri la lungime produce aproximativ trei virgulă doi metri eroare în octombrie și treisprezece virgulă doi în iunie. Rezultatul arată de ce momentul măsurării contează.</a:t>
            </a:r>
          </a:p>
          <a:p xmlns:a="http://schemas.openxmlformats.org/drawingml/2006/main">
            <a:r>
              <a:t/>
            </a:r>
          </a:p>
          <a:p xmlns:a="http://schemas.openxmlformats.org/drawingml/2006/main">
            <a:r>
              <a:t>SURSE</a:t>
            </a:r>
          </a:p>
          <a:p xmlns:a="http://schemas.openxmlformats.org/drawingml/2006/main">
            <a:r>
              <a:t>README.md</a:t>
            </a:r>
          </a:p>
          <a:p xmlns:a="http://schemas.openxmlformats.org/drawingml/2006/main">
            <a:r>
              <a:t>docs/shadow-heights.md — Implementation status</a:t>
            </a:r>
          </a:p>
          <a:p xmlns:a="http://schemas.openxmlformats.org/drawingml/2006/main">
            <a:r>
              <a:t>docs/paper/measurability.json</a:t>
            </a:r>
          </a:p>
          <a:p xmlns:a="http://schemas.openxmlformats.org/drawingml/2006/main">
            <a:r>
              <a:t>https://gml.noaa.gov/grad/solcalc/calcdetails.html</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04:15–05:00 (45 secunde)</a:t>
            </a:r>
          </a:p>
          <a:p xmlns:a="http://schemas.openxmlformats.org/drawingml/2006/main">
            <a:r>
              <a:t/>
            </a:r>
          </a:p>
          <a:p xmlns:a="http://schemas.openxmlformats.org/drawingml/2006/main">
            <a:r>
              <a:t>Aceste părți lucrează împreună. Datele despre clădiri și poziția Soarelui dau o estimare a umbrelor. Apoi aplicația compară variantele de traseu după timp și expunere. Utilizatorul alege cât timp în plus acceptă să meargă și ce drum preferă. Astfel, informația obținută din umbre devine un criteriu practic în alegerea traseului. Vă mulțumim!</a:t>
            </a:r>
          </a:p>
          <a:p xmlns:a="http://schemas.openxmlformats.org/drawingml/2006/main">
            <a:r>
              <a:t/>
            </a:r>
          </a:p>
          <a:p xmlns:a="http://schemas.openxmlformats.org/drawingml/2006/main">
            <a:r>
              <a:t>SURSE</a:t>
            </a:r>
          </a:p>
          <a:p xmlns:a="http://schemas.openxmlformats.org/drawingml/2006/main">
            <a:r>
              <a:t>README.md</a:t>
            </a:r>
          </a:p>
          <a:p xmlns:a="http://schemas.openxmlformats.org/drawingml/2006/main">
            <a:r>
              <a:t>mobile/src/app/index.tsx</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5fe76b891c24fc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8fad514997745f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d8da5bbfcd14cc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6d5650b3aab418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63874c3e91e4f6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195b8c791374cd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EB317D0-3505-4576-A6A6-713F8EB7527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84785F8-A71C-41AC-BA1A-BE6DB81C9E0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AE2B63B-F670-4226-A1FD-1AF2F012F3E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DC25480-C707-4AAB-859B-7CE85124211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A124244-A7A2-429A-A6C5-5090502209C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CDDE55D-0F4C-4F07-B3ED-E04C61371E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5FA1A32-3A4D-4DED-BE39-0C7F58858FD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2E8A18B-9C32-4353-AAFA-0E3847998BA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5E97E80-3529-403C-9F08-78949B18DA8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7FBF2D1-D651-4BA8-A1C8-D68FB32421A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4968a35a7d4c3b" /><Relationship Type="http://schemas.openxmlformats.org/officeDocument/2006/relationships/slideLayout" Target="/ppt/slideLayouts/slideLayout1.xml" Id="R200959e3c25748db" /><Relationship Type="http://schemas.openxmlformats.org/officeDocument/2006/relationships/slideLayout" Target="/ppt/slideLayouts/slideLayout2.xml" Id="Rb910db55d7c34fbb" /><Relationship Type="http://schemas.openxmlformats.org/officeDocument/2006/relationships/slideLayout" Target="/ppt/slideLayouts/slideLayout3.xml" Id="R381102d437594a4e" /><Relationship Type="http://schemas.openxmlformats.org/officeDocument/2006/relationships/slideLayout" Target="/ppt/slideLayouts/slideLayout4.xml" Id="Rfe4c8fd9240642ec" /><Relationship Type="http://schemas.openxmlformats.org/officeDocument/2006/relationships/slideLayout" Target="/ppt/slideLayouts/slideLayout5.xml" Id="R52911ba4a6564c3b" /><Relationship Type="http://schemas.openxmlformats.org/officeDocument/2006/relationships/slideLayout" Target="/ppt/slideLayouts/slideLayout6.xml" Id="R223404b8c3d14e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00959e3c25748db"/>
    <p:sldLayoutId xmlns:r="http://schemas.openxmlformats.org/officeDocument/2006/relationships" id="2147483650" r:id="Rb910db55d7c34fbb"/>
    <p:sldLayoutId xmlns:r="http://schemas.openxmlformats.org/officeDocument/2006/relationships" id="2147483651" r:id="R381102d437594a4e"/>
    <p:sldLayoutId xmlns:r="http://schemas.openxmlformats.org/officeDocument/2006/relationships" id="2147483652" r:id="Rfe4c8fd9240642ec"/>
    <p:sldLayoutId xmlns:r="http://schemas.openxmlformats.org/officeDocument/2006/relationships" id="2147483653" r:id="R52911ba4a6564c3b"/>
    <p:sldLayoutId xmlns:r="http://schemas.openxmlformats.org/officeDocument/2006/relationships" id="2147483654" r:id="R223404b8c3d14e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b8a583829284dc2" /><Relationship Type="http://schemas.openxmlformats.org/officeDocument/2006/relationships/image" Target="/ppt/media/image.png" Id="R6d2073bb99dd4f80" /><Relationship Type="http://schemas.openxmlformats.org/officeDocument/2006/relationships/notesSlide" Target="/ppt/notesSlides/notesSlide1.xml" Id="R1c198673381948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9d7a9aa27fb4b15" /><Relationship Type="http://schemas.openxmlformats.org/officeDocument/2006/relationships/notesSlide" Target="/ppt/notesSlides/notesSlide2.xml" Id="R4dc1a4edd0684ec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627371aa7d1488a" /><Relationship Type="http://schemas.openxmlformats.org/officeDocument/2006/relationships/notesSlide" Target="/ppt/notesSlides/notesSlide3.xml" Id="R7ed0a20461dd42a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db05cfb1e4c48cf" /><Relationship Type="http://schemas.openxmlformats.org/officeDocument/2006/relationships/notesSlide" Target="/ppt/notesSlides/notesSlide4.xml" Id="Ra4fe450180474c9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16772393c5e460b" /><Relationship Type="http://schemas.openxmlformats.org/officeDocument/2006/relationships/notesSlide" Target="/ppt/notesSlides/notesSlide5.xml" Id="R380194b08646437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1231e30f1ed4d1c" /><Relationship Type="http://schemas.openxmlformats.org/officeDocument/2006/relationships/image" Target="/ppt/media/image2.png" Id="Rd19585bc08444a32" /><Relationship Type="http://schemas.openxmlformats.org/officeDocument/2006/relationships/notesSlide" Target="/ppt/notesSlides/notesSlide6.xml" Id="Rfc18c63eea644a55" /></Relationships>
</file>

<file path=ppt/slides/slide1.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2" name="text-1">
            <a:extLst xmlns:a="http://schemas.openxmlformats.org/drawingml/2006/main">
              <a:ext uri="{FF2B5EF4-FFF2-40B4-BE49-F238E27FC236}">
                <a16:creationId xmlns:a16="http://schemas.microsoft.com/office/drawing/2014/main" id="{AB0BAE57-723A-4301-BAE7-E1856FABB66B}"/>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01</a:t>
            </a:r>
          </a:p>
        </p:txBody>
      </p:sp>
      <p:sp>
        <p:nvSpPr>
          <p:cNvPr id="2" name="shape-2">
            <a:extLst xmlns:a="http://schemas.openxmlformats.org/drawingml/2006/main">
              <a:ext uri="{FF2B5EF4-FFF2-40B4-BE49-F238E27FC236}">
                <a16:creationId xmlns:a16="http://schemas.microsoft.com/office/drawing/2014/main" id="{C0674C49-5360-4C30-BAD4-8ECD3D726D25}"/>
              </a:ext>
            </a:extLst>
          </p:cNvPr>
          <p:cNvSpPr>
            <a:spLocks xmlns:a="http://schemas.openxmlformats.org/drawingml/2006/main" noGrp="1"/>
          </p:cNvSpPr>
          <p:nvPr/>
        </p:nvSpPr>
        <p:spPr>
          <a:xfrm xmlns:a="http://schemas.openxmlformats.org/drawingml/2006/main" rot="0">
            <a:off x="7924800" y="0"/>
            <a:ext cx="4267200" cy="6858000"/>
          </a:xfrm>
          <a:prstGeom xmlns:a="http://schemas.openxmlformats.org/drawingml/2006/main" prst="rect">
            <a:avLst/>
          </a:prstGeom>
          <a:solidFill xmlns:a="http://schemas.openxmlformats.org/drawingml/2006/main">
            <a:srgbClr val="DFE9D9"/>
          </a:solidFill>
          <a:ln xmlns:a="http://schemas.openxmlformats.org/drawingml/2006/main" w="0">
            <a:noFill/>
            <a:prstDash val="solid"/>
          </a:ln>
        </p:spPr>
      </p:sp>
      <p:pic>
        <p:nvPicPr>
          <p:cNvPr id="3" name="">
            <a:extLst xmlns:a="http://schemas.openxmlformats.org/drawingml/2006/main">
              <a:ext uri="{FF2B5EF4-FFF2-40B4-BE49-F238E27FC236}">
                <a16:creationId xmlns:a16="http://schemas.microsoft.com/office/drawing/2014/main" id="{59245A0A-64EE-4116-8C29-B3EB911B829C}"/>
              </a:ext>
            </a:extLst>
          </p:cNvPr>
          <p:cNvPicPr>
            <a:picLocks xmlns:a="http://schemas.openxmlformats.org/drawingml/2006/main" noChangeAspect="1"/>
          </p:cNvPicPr>
          <p:nvPr/>
        </p:nvPicPr>
        <p:blipFill>
          <a:blip xmlns:r="http://schemas.openxmlformats.org/officeDocument/2006/relationships" xmlns:a="http://schemas.openxmlformats.org/drawingml/2006/main" r:embed="R6d2073bb99dd4f80"/>
          <a:srcRect xmlns:a="http://schemas.openxmlformats.org/drawingml/2006/main" l="5" t="0" r="5" b="0"/>
          <a:stretch xmlns:a="http://schemas.openxmlformats.org/drawingml/2006/main">
            <a:fillRect l="0" t="0" r="0" b="0"/>
          </a:stretch>
        </p:blipFill>
        <p:spPr>
          <a:xfrm xmlns:a="http://schemas.openxmlformats.org/drawingml/2006/main">
            <a:off x="7924800" y="0"/>
            <a:ext cx="4267200" cy="6543675"/>
          </a:xfrm>
          <a:prstGeom xmlns:a="http://schemas.openxmlformats.org/drawingml/2006/main" prst="rect">
            <a:avLst/>
          </a:prstGeom>
        </p:spPr>
      </p:pic>
      <p:sp>
        <p:nvSpPr>
          <p:cNvPr id="4" name="shape-3">
            <a:extLst xmlns:a="http://schemas.openxmlformats.org/drawingml/2006/main">
              <a:ext uri="{FF2B5EF4-FFF2-40B4-BE49-F238E27FC236}">
                <a16:creationId xmlns:a16="http://schemas.microsoft.com/office/drawing/2014/main" id="{1F72C690-DB47-4A45-8E40-DFB28BC5072B}"/>
              </a:ext>
            </a:extLst>
          </p:cNvPr>
          <p:cNvSpPr>
            <a:spLocks xmlns:a="http://schemas.openxmlformats.org/drawingml/2006/main" noGrp="1"/>
          </p:cNvSpPr>
          <p:nvPr/>
        </p:nvSpPr>
        <p:spPr>
          <a:xfrm xmlns:a="http://schemas.openxmlformats.org/drawingml/2006/main" rot="0">
            <a:off x="7924800" y="6543675"/>
            <a:ext cx="4267200" cy="314325"/>
          </a:xfrm>
          <a:prstGeom xmlns:a="http://schemas.openxmlformats.org/drawingml/2006/main" prst="rect">
            <a:avLst/>
          </a:prstGeom>
          <a:solidFill xmlns:a="http://schemas.openxmlformats.org/drawingml/2006/main">
            <a:srgbClr val="DFE9D9"/>
          </a:solidFill>
          <a:ln xmlns:a="http://schemas.openxmlformats.org/drawingml/2006/main" w="0">
            <a:noFill/>
            <a:prstDash val="solid"/>
          </a:ln>
        </p:spPr>
      </p:sp>
      <p:sp>
        <p:nvSpPr>
          <p:cNvPr id="5" name="text-4">
            <a:extLst xmlns:a="http://schemas.openxmlformats.org/drawingml/2006/main">
              <a:ext uri="{FF2B5EF4-FFF2-40B4-BE49-F238E27FC236}">
                <a16:creationId xmlns:a16="http://schemas.microsoft.com/office/drawing/2014/main" id="{691159D1-D697-4C61-B0F6-B75F1E90F4A0}"/>
              </a:ext>
            </a:extLst>
          </p:cNvPr>
          <p:cNvSpPr>
            <a:spLocks xmlns:a="http://schemas.openxmlformats.org/drawingml/2006/main" noGrp="1"/>
          </p:cNvSpPr>
          <p:nvPr/>
        </p:nvSpPr>
        <p:spPr>
          <a:xfrm xmlns:a="http://schemas.openxmlformats.org/drawingml/2006/main">
            <a:off x="8086725" y="6619875"/>
            <a:ext cx="39814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050" b="0">
                <a:solidFill>
                  <a:srgbClr val="53675A"/>
                </a:solidFill>
                <a:latin typeface="Arial"/>
                <a:ea typeface="Arial"/>
                <a:cs typeface="Arial"/>
              </a:defRPr>
            </a:defPPr>
            <a:lvl1pPr>
              <a:defRPr sz="1050" b="0">
                <a:solidFill>
                  <a:srgbClr val="53675A"/>
                </a:solidFill>
                <a:latin typeface="Arial"/>
                <a:ea typeface="Arial"/>
                <a:cs typeface="Arial"/>
              </a:defRPr>
            </a:lvl1pPr>
            <a:lvl2pPr>
              <a:defRPr sz="1050" b="0">
                <a:solidFill>
                  <a:srgbClr val="53675A"/>
                </a:solidFill>
                <a:latin typeface="Arial"/>
                <a:ea typeface="Arial"/>
                <a:cs typeface="Arial"/>
              </a:defRPr>
            </a:lvl2pPr>
            <a:lvl3pPr>
              <a:defRPr sz="1050" b="0">
                <a:solidFill>
                  <a:srgbClr val="53675A"/>
                </a:solidFill>
                <a:latin typeface="Arial"/>
                <a:ea typeface="Arial"/>
                <a:cs typeface="Arial"/>
              </a:defRPr>
            </a:lvl3pPr>
            <a:lvl4pPr>
              <a:defRPr sz="1050" b="0">
                <a:solidFill>
                  <a:srgbClr val="53675A"/>
                </a:solidFill>
                <a:latin typeface="Arial"/>
                <a:ea typeface="Arial"/>
                <a:cs typeface="Arial"/>
              </a:defRPr>
            </a:lvl4pPr>
            <a:lvl5pPr>
              <a:defRPr sz="1050" b="0">
                <a:solidFill>
                  <a:srgbClr val="53675A"/>
                </a:solidFill>
                <a:latin typeface="Arial"/>
                <a:ea typeface="Arial"/>
                <a:cs typeface="Arial"/>
              </a:defRPr>
            </a:lvl5pPr>
            <a:lvl6pPr>
              <a:defRPr sz="1050" b="0">
                <a:solidFill>
                  <a:srgbClr val="53675A"/>
                </a:solidFill>
                <a:latin typeface="Arial"/>
                <a:ea typeface="Arial"/>
                <a:cs typeface="Arial"/>
              </a:defRPr>
            </a:lvl6pPr>
            <a:lvl7pPr>
              <a:defRPr sz="1050" b="0">
                <a:solidFill>
                  <a:srgbClr val="53675A"/>
                </a:solidFill>
                <a:latin typeface="Arial"/>
                <a:ea typeface="Arial"/>
                <a:cs typeface="Arial"/>
              </a:defRPr>
            </a:lvl7pPr>
            <a:lvl8pPr>
              <a:defRPr sz="1050" b="0">
                <a:solidFill>
                  <a:srgbClr val="53675A"/>
                </a:solidFill>
                <a:latin typeface="Arial"/>
                <a:ea typeface="Arial"/>
                <a:cs typeface="Arial"/>
              </a:defRPr>
            </a:lvl8pPr>
            <a:lvl9pPr>
              <a:defRPr sz="1050" b="0">
                <a:solidFill>
                  <a:srgbClr val="53675A"/>
                </a:solidFill>
                <a:latin typeface="Arial"/>
                <a:ea typeface="Arial"/>
                <a:cs typeface="Arial"/>
              </a:defRPr>
            </a:lvl9pPr>
          </a:lstStyle>
          <a:p xmlns:a="http://schemas.openxmlformats.org/drawingml/2006/main">
            <a:pPr>
              <a:defRPr sz="1050" b="0">
                <a:solidFill>
                  <a:srgbClr val="53675A"/>
                </a:solidFill>
                <a:latin typeface="Arial"/>
                <a:ea typeface="Arial"/>
                <a:cs typeface="Arial"/>
              </a:defRPr>
            </a:pPr>
            <a:r>
              <a:rPr sz="1050" b="0">
                <a:solidFill>
                  <a:srgbClr val="53675A"/>
                </a:solidFill>
                <a:latin typeface="Arial"/>
                <a:ea typeface="Arial"/>
                <a:cs typeface="Arial"/>
              </a:rPr>
              <a:t>Constanța. Date: © OpenStreetMap contributors</a:t>
            </a:r>
          </a:p>
        </p:txBody>
      </p:sp>
      <p:sp>
        <p:nvSpPr>
          <p:cNvPr id="6" name="text-5">
            <a:extLst xmlns:a="http://schemas.openxmlformats.org/drawingml/2006/main">
              <a:ext uri="{FF2B5EF4-FFF2-40B4-BE49-F238E27FC236}">
                <a16:creationId xmlns:a16="http://schemas.microsoft.com/office/drawing/2014/main" id="{281A8050-3C63-48A0-83A8-483D3C5770CA}"/>
              </a:ext>
            </a:extLst>
          </p:cNvPr>
          <p:cNvSpPr>
            <a:spLocks xmlns:a="http://schemas.openxmlformats.org/drawingml/2006/main" noGrp="1"/>
          </p:cNvSpPr>
          <p:nvPr/>
        </p:nvSpPr>
        <p:spPr>
          <a:xfrm xmlns:a="http://schemas.openxmlformats.org/drawingml/2006/main">
            <a:off x="619125" y="590550"/>
            <a:ext cx="676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725" b="1">
                <a:solidFill>
                  <a:srgbClr val="00734B"/>
                </a:solidFill>
                <a:latin typeface="Arial"/>
                <a:ea typeface="Arial"/>
                <a:cs typeface="Arial"/>
              </a:defRPr>
            </a:defPPr>
            <a:lvl1pPr>
              <a:defRPr sz="1725" b="1">
                <a:solidFill>
                  <a:srgbClr val="00734B"/>
                </a:solidFill>
                <a:latin typeface="Arial"/>
                <a:ea typeface="Arial"/>
                <a:cs typeface="Arial"/>
              </a:defRPr>
            </a:lvl1pPr>
            <a:lvl2pPr>
              <a:defRPr sz="1725" b="1">
                <a:solidFill>
                  <a:srgbClr val="00734B"/>
                </a:solidFill>
                <a:latin typeface="Arial"/>
                <a:ea typeface="Arial"/>
                <a:cs typeface="Arial"/>
              </a:defRPr>
            </a:lvl2pPr>
            <a:lvl3pPr>
              <a:defRPr sz="1725" b="1">
                <a:solidFill>
                  <a:srgbClr val="00734B"/>
                </a:solidFill>
                <a:latin typeface="Arial"/>
                <a:ea typeface="Arial"/>
                <a:cs typeface="Arial"/>
              </a:defRPr>
            </a:lvl3pPr>
            <a:lvl4pPr>
              <a:defRPr sz="1725" b="1">
                <a:solidFill>
                  <a:srgbClr val="00734B"/>
                </a:solidFill>
                <a:latin typeface="Arial"/>
                <a:ea typeface="Arial"/>
                <a:cs typeface="Arial"/>
              </a:defRPr>
            </a:lvl4pPr>
            <a:lvl5pPr>
              <a:defRPr sz="1725" b="1">
                <a:solidFill>
                  <a:srgbClr val="00734B"/>
                </a:solidFill>
                <a:latin typeface="Arial"/>
                <a:ea typeface="Arial"/>
                <a:cs typeface="Arial"/>
              </a:defRPr>
            </a:lvl5pPr>
            <a:lvl6pPr>
              <a:defRPr sz="1725" b="1">
                <a:solidFill>
                  <a:srgbClr val="00734B"/>
                </a:solidFill>
                <a:latin typeface="Arial"/>
                <a:ea typeface="Arial"/>
                <a:cs typeface="Arial"/>
              </a:defRPr>
            </a:lvl6pPr>
            <a:lvl7pPr>
              <a:defRPr sz="1725" b="1">
                <a:solidFill>
                  <a:srgbClr val="00734B"/>
                </a:solidFill>
                <a:latin typeface="Arial"/>
                <a:ea typeface="Arial"/>
                <a:cs typeface="Arial"/>
              </a:defRPr>
            </a:lvl7pPr>
            <a:lvl8pPr>
              <a:defRPr sz="1725" b="1">
                <a:solidFill>
                  <a:srgbClr val="00734B"/>
                </a:solidFill>
                <a:latin typeface="Arial"/>
                <a:ea typeface="Arial"/>
                <a:cs typeface="Arial"/>
              </a:defRPr>
            </a:lvl8pPr>
            <a:lvl9pPr>
              <a:defRPr sz="1725" b="1">
                <a:solidFill>
                  <a:srgbClr val="00734B"/>
                </a:solidFill>
                <a:latin typeface="Arial"/>
                <a:ea typeface="Arial"/>
                <a:cs typeface="Arial"/>
              </a:defRPr>
            </a:lvl9pPr>
          </a:lstStyle>
          <a:p xmlns:a="http://schemas.openxmlformats.org/drawingml/2006/main">
            <a:pPr>
              <a:defRPr sz="1725" b="1">
                <a:solidFill>
                  <a:srgbClr val="00734B"/>
                </a:solidFill>
                <a:latin typeface="Arial"/>
                <a:ea typeface="Arial"/>
                <a:cs typeface="Arial"/>
              </a:defRPr>
            </a:pPr>
            <a:r>
              <a:rPr sz="1725" b="1">
                <a:solidFill>
                  <a:srgbClr val="00734B"/>
                </a:solidFill>
                <a:latin typeface="Arial"/>
                <a:ea typeface="Arial"/>
                <a:cs typeface="Arial"/>
              </a:rPr>
              <a:t>RoSEF 2026</a:t>
            </a:r>
          </a:p>
        </p:txBody>
      </p:sp>
      <p:sp>
        <p:nvSpPr>
          <p:cNvPr id="7" name="text-6">
            <a:extLst xmlns:a="http://schemas.openxmlformats.org/drawingml/2006/main">
              <a:ext uri="{FF2B5EF4-FFF2-40B4-BE49-F238E27FC236}">
                <a16:creationId xmlns:a16="http://schemas.microsoft.com/office/drawing/2014/main" id="{5D794AE2-0793-4CB6-A51F-79B00720293A}"/>
              </a:ext>
            </a:extLst>
          </p:cNvPr>
          <p:cNvSpPr>
            <a:spLocks xmlns:a="http://schemas.openxmlformats.org/drawingml/2006/main" noGrp="1"/>
          </p:cNvSpPr>
          <p:nvPr/>
        </p:nvSpPr>
        <p:spPr>
          <a:xfrm xmlns:a="http://schemas.openxmlformats.org/drawingml/2006/main">
            <a:off x="542925" y="1562100"/>
            <a:ext cx="70294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8625" b="1">
                <a:solidFill>
                  <a:srgbClr val="143B2C"/>
                </a:solidFill>
                <a:latin typeface="Arial"/>
                <a:ea typeface="Arial"/>
                <a:cs typeface="Arial"/>
              </a:defRPr>
            </a:defPPr>
            <a:lvl1pPr>
              <a:defRPr sz="8625" b="1">
                <a:solidFill>
                  <a:srgbClr val="143B2C"/>
                </a:solidFill>
                <a:latin typeface="Arial"/>
                <a:ea typeface="Arial"/>
                <a:cs typeface="Arial"/>
              </a:defRPr>
            </a:lvl1pPr>
            <a:lvl2pPr>
              <a:defRPr sz="8625" b="1">
                <a:solidFill>
                  <a:srgbClr val="143B2C"/>
                </a:solidFill>
                <a:latin typeface="Arial"/>
                <a:ea typeface="Arial"/>
                <a:cs typeface="Arial"/>
              </a:defRPr>
            </a:lvl2pPr>
            <a:lvl3pPr>
              <a:defRPr sz="8625" b="1">
                <a:solidFill>
                  <a:srgbClr val="143B2C"/>
                </a:solidFill>
                <a:latin typeface="Arial"/>
                <a:ea typeface="Arial"/>
                <a:cs typeface="Arial"/>
              </a:defRPr>
            </a:lvl3pPr>
            <a:lvl4pPr>
              <a:defRPr sz="8625" b="1">
                <a:solidFill>
                  <a:srgbClr val="143B2C"/>
                </a:solidFill>
                <a:latin typeface="Arial"/>
                <a:ea typeface="Arial"/>
                <a:cs typeface="Arial"/>
              </a:defRPr>
            </a:lvl4pPr>
            <a:lvl5pPr>
              <a:defRPr sz="8625" b="1">
                <a:solidFill>
                  <a:srgbClr val="143B2C"/>
                </a:solidFill>
                <a:latin typeface="Arial"/>
                <a:ea typeface="Arial"/>
                <a:cs typeface="Arial"/>
              </a:defRPr>
            </a:lvl5pPr>
            <a:lvl6pPr>
              <a:defRPr sz="8625" b="1">
                <a:solidFill>
                  <a:srgbClr val="143B2C"/>
                </a:solidFill>
                <a:latin typeface="Arial"/>
                <a:ea typeface="Arial"/>
                <a:cs typeface="Arial"/>
              </a:defRPr>
            </a:lvl6pPr>
            <a:lvl7pPr>
              <a:defRPr sz="8625" b="1">
                <a:solidFill>
                  <a:srgbClr val="143B2C"/>
                </a:solidFill>
                <a:latin typeface="Arial"/>
                <a:ea typeface="Arial"/>
                <a:cs typeface="Arial"/>
              </a:defRPr>
            </a:lvl7pPr>
            <a:lvl8pPr>
              <a:defRPr sz="8625" b="1">
                <a:solidFill>
                  <a:srgbClr val="143B2C"/>
                </a:solidFill>
                <a:latin typeface="Arial"/>
                <a:ea typeface="Arial"/>
                <a:cs typeface="Arial"/>
              </a:defRPr>
            </a:lvl8pPr>
            <a:lvl9pPr>
              <a:defRPr sz="8625" b="1">
                <a:solidFill>
                  <a:srgbClr val="143B2C"/>
                </a:solidFill>
                <a:latin typeface="Arial"/>
                <a:ea typeface="Arial"/>
                <a:cs typeface="Arial"/>
              </a:defRPr>
            </a:lvl9pPr>
          </a:lstStyle>
          <a:p xmlns:a="http://schemas.openxmlformats.org/drawingml/2006/main">
            <a:pPr>
              <a:defRPr sz="8625" b="1">
                <a:solidFill>
                  <a:srgbClr val="143B2C"/>
                </a:solidFill>
                <a:latin typeface="Arial"/>
                <a:ea typeface="Arial"/>
                <a:cs typeface="Arial"/>
              </a:defRPr>
            </a:pPr>
            <a:r>
              <a:rPr sz="8625" b="1">
                <a:solidFill>
                  <a:srgbClr val="143B2C"/>
                </a:solidFill>
                <a:latin typeface="Arial"/>
                <a:ea typeface="Arial"/>
                <a:cs typeface="Arial"/>
              </a:rPr>
              <a:t>UMBRA</a:t>
            </a:r>
          </a:p>
        </p:txBody>
      </p:sp>
      <p:sp>
        <p:nvSpPr>
          <p:cNvPr id="8" name="text-7">
            <a:extLst xmlns:a="http://schemas.openxmlformats.org/drawingml/2006/main">
              <a:ext uri="{FF2B5EF4-FFF2-40B4-BE49-F238E27FC236}">
                <a16:creationId xmlns:a16="http://schemas.microsoft.com/office/drawing/2014/main" id="{AFCE8AE7-C503-42B9-AC9D-26B064154ED3}"/>
              </a:ext>
            </a:extLst>
          </p:cNvPr>
          <p:cNvSpPr>
            <a:spLocks xmlns:a="http://schemas.openxmlformats.org/drawingml/2006/main" noGrp="1"/>
          </p:cNvSpPr>
          <p:nvPr/>
        </p:nvSpPr>
        <p:spPr>
          <a:xfrm xmlns:a="http://schemas.openxmlformats.org/drawingml/2006/main">
            <a:off x="619125" y="3067050"/>
            <a:ext cx="6762750"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3825" b="1">
                <a:solidFill>
                  <a:srgbClr val="183427"/>
                </a:solidFill>
                <a:latin typeface="Arial"/>
                <a:ea typeface="Arial"/>
                <a:cs typeface="Arial"/>
              </a:defRPr>
            </a:defPPr>
            <a:lvl1pPr>
              <a:defRPr sz="3825" b="1">
                <a:solidFill>
                  <a:srgbClr val="183427"/>
                </a:solidFill>
                <a:latin typeface="Arial"/>
                <a:ea typeface="Arial"/>
                <a:cs typeface="Arial"/>
              </a:defRPr>
            </a:lvl1pPr>
            <a:lvl2pPr>
              <a:defRPr sz="3825" b="1">
                <a:solidFill>
                  <a:srgbClr val="183427"/>
                </a:solidFill>
                <a:latin typeface="Arial"/>
                <a:ea typeface="Arial"/>
                <a:cs typeface="Arial"/>
              </a:defRPr>
            </a:lvl2pPr>
            <a:lvl3pPr>
              <a:defRPr sz="3825" b="1">
                <a:solidFill>
                  <a:srgbClr val="183427"/>
                </a:solidFill>
                <a:latin typeface="Arial"/>
                <a:ea typeface="Arial"/>
                <a:cs typeface="Arial"/>
              </a:defRPr>
            </a:lvl3pPr>
            <a:lvl4pPr>
              <a:defRPr sz="3825" b="1">
                <a:solidFill>
                  <a:srgbClr val="183427"/>
                </a:solidFill>
                <a:latin typeface="Arial"/>
                <a:ea typeface="Arial"/>
                <a:cs typeface="Arial"/>
              </a:defRPr>
            </a:lvl4pPr>
            <a:lvl5pPr>
              <a:defRPr sz="3825" b="1">
                <a:solidFill>
                  <a:srgbClr val="183427"/>
                </a:solidFill>
                <a:latin typeface="Arial"/>
                <a:ea typeface="Arial"/>
                <a:cs typeface="Arial"/>
              </a:defRPr>
            </a:lvl5pPr>
            <a:lvl6pPr>
              <a:defRPr sz="3825" b="1">
                <a:solidFill>
                  <a:srgbClr val="183427"/>
                </a:solidFill>
                <a:latin typeface="Arial"/>
                <a:ea typeface="Arial"/>
                <a:cs typeface="Arial"/>
              </a:defRPr>
            </a:lvl6pPr>
            <a:lvl7pPr>
              <a:defRPr sz="3825" b="1">
                <a:solidFill>
                  <a:srgbClr val="183427"/>
                </a:solidFill>
                <a:latin typeface="Arial"/>
                <a:ea typeface="Arial"/>
                <a:cs typeface="Arial"/>
              </a:defRPr>
            </a:lvl7pPr>
            <a:lvl8pPr>
              <a:defRPr sz="3825" b="1">
                <a:solidFill>
                  <a:srgbClr val="183427"/>
                </a:solidFill>
                <a:latin typeface="Arial"/>
                <a:ea typeface="Arial"/>
                <a:cs typeface="Arial"/>
              </a:defRPr>
            </a:lvl8pPr>
            <a:lvl9pPr>
              <a:defRPr sz="3825" b="1">
                <a:solidFill>
                  <a:srgbClr val="183427"/>
                </a:solidFill>
                <a:latin typeface="Arial"/>
                <a:ea typeface="Arial"/>
                <a:cs typeface="Arial"/>
              </a:defRPr>
            </a:lvl9pPr>
          </a:lstStyle>
          <a:p xmlns:a="http://schemas.openxmlformats.org/drawingml/2006/main">
            <a:pPr>
              <a:defRPr sz="3825" b="1">
                <a:solidFill>
                  <a:srgbClr val="183427"/>
                </a:solidFill>
                <a:latin typeface="Arial"/>
                <a:ea typeface="Arial"/>
                <a:cs typeface="Arial"/>
              </a:defRPr>
            </a:pPr>
            <a:r>
              <a:rPr sz="3825" b="1">
                <a:solidFill>
                  <a:srgbClr val="183427"/>
                </a:solidFill>
                <a:latin typeface="Arial"/>
                <a:ea typeface="Arial"/>
                <a:cs typeface="Arial"/>
              </a:rPr>
              <a:t>Trasee pietonale</a:t>
            </a:r>
          </a:p>
          <a:p xmlns:a="http://schemas.openxmlformats.org/drawingml/2006/main">
            <a:pPr>
              <a:defRPr sz="3825" b="1">
                <a:solidFill>
                  <a:srgbClr val="183427"/>
                </a:solidFill>
                <a:latin typeface="Arial"/>
                <a:ea typeface="Arial"/>
                <a:cs typeface="Arial"/>
              </a:defRPr>
            </a:pPr>
            <a:r>
              <a:rPr sz="3825" b="1">
                <a:solidFill>
                  <a:srgbClr val="183427"/>
                </a:solidFill>
                <a:latin typeface="Arial"/>
                <a:ea typeface="Arial"/>
                <a:cs typeface="Arial"/>
              </a:rPr>
              <a:t>cu mai multă umbră</a:t>
            </a:r>
          </a:p>
        </p:txBody>
      </p:sp>
      <p:sp>
        <p:nvSpPr>
          <p:cNvPr id="9" name="text-8">
            <a:extLst xmlns:a="http://schemas.openxmlformats.org/drawingml/2006/main">
              <a:ext uri="{FF2B5EF4-FFF2-40B4-BE49-F238E27FC236}">
                <a16:creationId xmlns:a16="http://schemas.microsoft.com/office/drawing/2014/main" id="{582CB7D0-E730-4233-B4AD-B6B678B23DB5}"/>
              </a:ext>
            </a:extLst>
          </p:cNvPr>
          <p:cNvSpPr>
            <a:spLocks xmlns:a="http://schemas.openxmlformats.org/drawingml/2006/main" noGrp="1"/>
          </p:cNvSpPr>
          <p:nvPr/>
        </p:nvSpPr>
        <p:spPr>
          <a:xfrm xmlns:a="http://schemas.openxmlformats.org/drawingml/2006/main">
            <a:off x="619125" y="4705350"/>
            <a:ext cx="7000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00" b="0">
                <a:solidFill>
                  <a:srgbClr val="00734B"/>
                </a:solidFill>
                <a:latin typeface="Arial"/>
                <a:ea typeface="Arial"/>
                <a:cs typeface="Arial"/>
              </a:defRPr>
            </a:defPPr>
            <a:lvl1pPr>
              <a:defRPr sz="2100" b="0">
                <a:solidFill>
                  <a:srgbClr val="00734B"/>
                </a:solidFill>
                <a:latin typeface="Arial"/>
                <a:ea typeface="Arial"/>
                <a:cs typeface="Arial"/>
              </a:defRPr>
            </a:lvl1pPr>
            <a:lvl2pPr>
              <a:defRPr sz="2100" b="0">
                <a:solidFill>
                  <a:srgbClr val="00734B"/>
                </a:solidFill>
                <a:latin typeface="Arial"/>
                <a:ea typeface="Arial"/>
                <a:cs typeface="Arial"/>
              </a:defRPr>
            </a:lvl2pPr>
            <a:lvl3pPr>
              <a:defRPr sz="2100" b="0">
                <a:solidFill>
                  <a:srgbClr val="00734B"/>
                </a:solidFill>
                <a:latin typeface="Arial"/>
                <a:ea typeface="Arial"/>
                <a:cs typeface="Arial"/>
              </a:defRPr>
            </a:lvl3pPr>
            <a:lvl4pPr>
              <a:defRPr sz="2100" b="0">
                <a:solidFill>
                  <a:srgbClr val="00734B"/>
                </a:solidFill>
                <a:latin typeface="Arial"/>
                <a:ea typeface="Arial"/>
                <a:cs typeface="Arial"/>
              </a:defRPr>
            </a:lvl4pPr>
            <a:lvl5pPr>
              <a:defRPr sz="2100" b="0">
                <a:solidFill>
                  <a:srgbClr val="00734B"/>
                </a:solidFill>
                <a:latin typeface="Arial"/>
                <a:ea typeface="Arial"/>
                <a:cs typeface="Arial"/>
              </a:defRPr>
            </a:lvl5pPr>
            <a:lvl6pPr>
              <a:defRPr sz="2100" b="0">
                <a:solidFill>
                  <a:srgbClr val="00734B"/>
                </a:solidFill>
                <a:latin typeface="Arial"/>
                <a:ea typeface="Arial"/>
                <a:cs typeface="Arial"/>
              </a:defRPr>
            </a:lvl6pPr>
            <a:lvl7pPr>
              <a:defRPr sz="2100" b="0">
                <a:solidFill>
                  <a:srgbClr val="00734B"/>
                </a:solidFill>
                <a:latin typeface="Arial"/>
                <a:ea typeface="Arial"/>
                <a:cs typeface="Arial"/>
              </a:defRPr>
            </a:lvl7pPr>
            <a:lvl8pPr>
              <a:defRPr sz="2100" b="0">
                <a:solidFill>
                  <a:srgbClr val="00734B"/>
                </a:solidFill>
                <a:latin typeface="Arial"/>
                <a:ea typeface="Arial"/>
                <a:cs typeface="Arial"/>
              </a:defRPr>
            </a:lvl8pPr>
            <a:lvl9pPr>
              <a:defRPr sz="2100" b="0">
                <a:solidFill>
                  <a:srgbClr val="00734B"/>
                </a:solidFill>
                <a:latin typeface="Arial"/>
                <a:ea typeface="Arial"/>
                <a:cs typeface="Arial"/>
              </a:defRPr>
            </a:lvl9pPr>
          </a:lstStyle>
          <a:p xmlns:a="http://schemas.openxmlformats.org/drawingml/2006/main">
            <a:pPr>
              <a:defRPr sz="2100" b="0">
                <a:solidFill>
                  <a:srgbClr val="00734B"/>
                </a:solidFill>
                <a:latin typeface="Arial"/>
                <a:ea typeface="Arial"/>
                <a:cs typeface="Arial"/>
              </a:defRPr>
            </a:pPr>
            <a:r>
              <a:rPr sz="2100" b="0">
                <a:solidFill>
                  <a:srgbClr val="00734B"/>
                </a:solidFill>
                <a:latin typeface="Arial"/>
                <a:ea typeface="Arial"/>
                <a:cs typeface="Arial"/>
              </a:rPr>
              <a:t>Hărți, umbre și măsurarea clădirilor</a:t>
            </a:r>
          </a:p>
        </p:txBody>
      </p:sp>
      <p:sp>
        <p:nvSpPr>
          <p:cNvPr id="10" name="text-9">
            <a:extLst xmlns:a="http://schemas.openxmlformats.org/drawingml/2006/main">
              <a:ext uri="{FF2B5EF4-FFF2-40B4-BE49-F238E27FC236}">
                <a16:creationId xmlns:a16="http://schemas.microsoft.com/office/drawing/2014/main" id="{853D47E1-8906-4C3B-BC92-2EDD49650585}"/>
              </a:ext>
            </a:extLst>
          </p:cNvPr>
          <p:cNvSpPr>
            <a:spLocks xmlns:a="http://schemas.openxmlformats.org/drawingml/2006/main" noGrp="1"/>
          </p:cNvSpPr>
          <p:nvPr/>
        </p:nvSpPr>
        <p:spPr>
          <a:xfrm xmlns:a="http://schemas.openxmlformats.org/drawingml/2006/main">
            <a:off x="619125" y="5514975"/>
            <a:ext cx="70008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650" b="0">
                <a:solidFill>
                  <a:srgbClr val="183427"/>
                </a:solidFill>
                <a:latin typeface="Arial"/>
                <a:ea typeface="Arial"/>
                <a:cs typeface="Arial"/>
              </a:defRPr>
            </a:defPPr>
            <a:lvl1pPr>
              <a:defRPr sz="1650" b="0">
                <a:solidFill>
                  <a:srgbClr val="183427"/>
                </a:solidFill>
                <a:latin typeface="Arial"/>
                <a:ea typeface="Arial"/>
                <a:cs typeface="Arial"/>
              </a:defRPr>
            </a:lvl1pPr>
            <a:lvl2pPr>
              <a:defRPr sz="1650" b="0">
                <a:solidFill>
                  <a:srgbClr val="183427"/>
                </a:solidFill>
                <a:latin typeface="Arial"/>
                <a:ea typeface="Arial"/>
                <a:cs typeface="Arial"/>
              </a:defRPr>
            </a:lvl2pPr>
            <a:lvl3pPr>
              <a:defRPr sz="1650" b="0">
                <a:solidFill>
                  <a:srgbClr val="183427"/>
                </a:solidFill>
                <a:latin typeface="Arial"/>
                <a:ea typeface="Arial"/>
                <a:cs typeface="Arial"/>
              </a:defRPr>
            </a:lvl3pPr>
            <a:lvl4pPr>
              <a:defRPr sz="1650" b="0">
                <a:solidFill>
                  <a:srgbClr val="183427"/>
                </a:solidFill>
                <a:latin typeface="Arial"/>
                <a:ea typeface="Arial"/>
                <a:cs typeface="Arial"/>
              </a:defRPr>
            </a:lvl4pPr>
            <a:lvl5pPr>
              <a:defRPr sz="1650" b="0">
                <a:solidFill>
                  <a:srgbClr val="183427"/>
                </a:solidFill>
                <a:latin typeface="Arial"/>
                <a:ea typeface="Arial"/>
                <a:cs typeface="Arial"/>
              </a:defRPr>
            </a:lvl5pPr>
            <a:lvl6pPr>
              <a:defRPr sz="1650" b="0">
                <a:solidFill>
                  <a:srgbClr val="183427"/>
                </a:solidFill>
                <a:latin typeface="Arial"/>
                <a:ea typeface="Arial"/>
                <a:cs typeface="Arial"/>
              </a:defRPr>
            </a:lvl6pPr>
            <a:lvl7pPr>
              <a:defRPr sz="1650" b="0">
                <a:solidFill>
                  <a:srgbClr val="183427"/>
                </a:solidFill>
                <a:latin typeface="Arial"/>
                <a:ea typeface="Arial"/>
                <a:cs typeface="Arial"/>
              </a:defRPr>
            </a:lvl7pPr>
            <a:lvl8pPr>
              <a:defRPr sz="1650" b="0">
                <a:solidFill>
                  <a:srgbClr val="183427"/>
                </a:solidFill>
                <a:latin typeface="Arial"/>
                <a:ea typeface="Arial"/>
                <a:cs typeface="Arial"/>
              </a:defRPr>
            </a:lvl8pPr>
            <a:lvl9pPr>
              <a:defRPr sz="1650" b="0">
                <a:solidFill>
                  <a:srgbClr val="183427"/>
                </a:solidFill>
                <a:latin typeface="Arial"/>
                <a:ea typeface="Arial"/>
                <a:cs typeface="Arial"/>
              </a:defRPr>
            </a:lvl9pPr>
          </a:lstStyle>
          <a:p xmlns:a="http://schemas.openxmlformats.org/drawingml/2006/main">
            <a:pPr>
              <a:defRPr sz="1650" b="0">
                <a:solidFill>
                  <a:srgbClr val="183427"/>
                </a:solidFill>
                <a:latin typeface="Arial"/>
                <a:ea typeface="Arial"/>
                <a:cs typeface="Arial"/>
              </a:defRPr>
            </a:pPr>
            <a:r>
              <a:rPr sz="1650" b="0">
                <a:solidFill>
                  <a:srgbClr val="183427"/>
                </a:solidFill>
                <a:latin typeface="Arial"/>
                <a:ea typeface="Arial"/>
                <a:cs typeface="Arial"/>
              </a:rPr>
              <a:t>Haivas Eduard Andrei, Manea Cezar Ștefan,</a:t>
            </a:r>
          </a:p>
          <a:p xmlns:a="http://schemas.openxmlformats.org/drawingml/2006/main">
            <a:pPr>
              <a:defRPr sz="1650" b="0">
                <a:solidFill>
                  <a:srgbClr val="183427"/>
                </a:solidFill>
                <a:latin typeface="Arial"/>
                <a:ea typeface="Arial"/>
                <a:cs typeface="Arial"/>
              </a:defRPr>
            </a:pPr>
            <a:r>
              <a:rPr sz="1650" b="0">
                <a:solidFill>
                  <a:srgbClr val="183427"/>
                </a:solidFill>
                <a:latin typeface="Arial"/>
                <a:ea typeface="Arial"/>
                <a:cs typeface="Arial"/>
              </a:rPr>
              <a:t>Perjoc Eduard Mihai</a:t>
            </a:r>
          </a:p>
        </p:txBody>
      </p:sp>
      <p:sp>
        <p:nvSpPr>
          <p:cNvPr id="11" name="text-10">
            <a:extLst xmlns:a="http://schemas.openxmlformats.org/drawingml/2006/main">
              <a:ext uri="{FF2B5EF4-FFF2-40B4-BE49-F238E27FC236}">
                <a16:creationId xmlns:a16="http://schemas.microsoft.com/office/drawing/2014/main" id="{63F28B10-987A-4C88-80F1-91DD1230C337}"/>
              </a:ext>
            </a:extLst>
          </p:cNvPr>
          <p:cNvSpPr>
            <a:spLocks xmlns:a="http://schemas.openxmlformats.org/drawingml/2006/main" noGrp="1"/>
          </p:cNvSpPr>
          <p:nvPr/>
        </p:nvSpPr>
        <p:spPr>
          <a:xfrm xmlns:a="http://schemas.openxmlformats.org/drawingml/2006/main">
            <a:off x="619125" y="6248400"/>
            <a:ext cx="695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500" b="0">
                <a:solidFill>
                  <a:srgbClr val="53675A"/>
                </a:solidFill>
                <a:latin typeface="Arial"/>
                <a:ea typeface="Arial"/>
                <a:cs typeface="Arial"/>
              </a:defRPr>
            </a:defPPr>
            <a:lvl1pPr>
              <a:defRPr sz="1500" b="0">
                <a:solidFill>
                  <a:srgbClr val="53675A"/>
                </a:solidFill>
                <a:latin typeface="Arial"/>
                <a:ea typeface="Arial"/>
                <a:cs typeface="Arial"/>
              </a:defRPr>
            </a:lvl1pPr>
            <a:lvl2pPr>
              <a:defRPr sz="1500" b="0">
                <a:solidFill>
                  <a:srgbClr val="53675A"/>
                </a:solidFill>
                <a:latin typeface="Arial"/>
                <a:ea typeface="Arial"/>
                <a:cs typeface="Arial"/>
              </a:defRPr>
            </a:lvl2pPr>
            <a:lvl3pPr>
              <a:defRPr sz="1500" b="0">
                <a:solidFill>
                  <a:srgbClr val="53675A"/>
                </a:solidFill>
                <a:latin typeface="Arial"/>
                <a:ea typeface="Arial"/>
                <a:cs typeface="Arial"/>
              </a:defRPr>
            </a:lvl3pPr>
            <a:lvl4pPr>
              <a:defRPr sz="1500" b="0">
                <a:solidFill>
                  <a:srgbClr val="53675A"/>
                </a:solidFill>
                <a:latin typeface="Arial"/>
                <a:ea typeface="Arial"/>
                <a:cs typeface="Arial"/>
              </a:defRPr>
            </a:lvl4pPr>
            <a:lvl5pPr>
              <a:defRPr sz="1500" b="0">
                <a:solidFill>
                  <a:srgbClr val="53675A"/>
                </a:solidFill>
                <a:latin typeface="Arial"/>
                <a:ea typeface="Arial"/>
                <a:cs typeface="Arial"/>
              </a:defRPr>
            </a:lvl5pPr>
            <a:lvl6pPr>
              <a:defRPr sz="1500" b="0">
                <a:solidFill>
                  <a:srgbClr val="53675A"/>
                </a:solidFill>
                <a:latin typeface="Arial"/>
                <a:ea typeface="Arial"/>
                <a:cs typeface="Arial"/>
              </a:defRPr>
            </a:lvl6pPr>
            <a:lvl7pPr>
              <a:defRPr sz="1500" b="0">
                <a:solidFill>
                  <a:srgbClr val="53675A"/>
                </a:solidFill>
                <a:latin typeface="Arial"/>
                <a:ea typeface="Arial"/>
                <a:cs typeface="Arial"/>
              </a:defRPr>
            </a:lvl7pPr>
            <a:lvl8pPr>
              <a:defRPr sz="1500" b="0">
                <a:solidFill>
                  <a:srgbClr val="53675A"/>
                </a:solidFill>
                <a:latin typeface="Arial"/>
                <a:ea typeface="Arial"/>
                <a:cs typeface="Arial"/>
              </a:defRPr>
            </a:lvl8pPr>
            <a:lvl9pPr>
              <a:defRPr sz="1500" b="0">
                <a:solidFill>
                  <a:srgbClr val="53675A"/>
                </a:solidFill>
                <a:latin typeface="Arial"/>
                <a:ea typeface="Arial"/>
                <a:cs typeface="Arial"/>
              </a:defRPr>
            </a:lvl9pPr>
          </a:lstStyle>
          <a:p xmlns:a="http://schemas.openxmlformats.org/drawingml/2006/main">
            <a:pPr>
              <a:defRPr sz="1500" b="0">
                <a:solidFill>
                  <a:srgbClr val="53675A"/>
                </a:solidFill>
                <a:latin typeface="Arial"/>
                <a:ea typeface="Arial"/>
                <a:cs typeface="Arial"/>
              </a:defRPr>
            </a:pPr>
            <a:r>
              <a:rPr sz="1500" b="0">
                <a:solidFill>
                  <a:srgbClr val="53675A"/>
                </a:solidFill>
                <a:latin typeface="Arial"/>
                <a:ea typeface="Arial"/>
                <a:cs typeface="Arial"/>
              </a:rPr>
              <a:t>Clasa a X-a. Coordonator: Ramona Rădulescu</a:t>
            </a:r>
          </a:p>
        </p:txBody>
      </p:sp>
    </p:spTree>
    <p:extLst>
      <p:ext uri="{BB962C8B-B14F-4D97-AF65-F5344CB8AC3E}">
        <p14:creationId xmlns:p14="http://schemas.microsoft.com/office/powerpoint/2010/main" val="2110768203"/>
      </p:ext>
    </p:extLst>
  </p:cSld>
</p:sld>
</file>

<file path=ppt/slides/slide2.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0" name="text-11">
            <a:extLst xmlns:a="http://schemas.openxmlformats.org/drawingml/2006/main">
              <a:ext uri="{FF2B5EF4-FFF2-40B4-BE49-F238E27FC236}">
                <a16:creationId xmlns:a16="http://schemas.microsoft.com/office/drawing/2014/main" id="{4807BAB0-E555-43FE-B2E8-886D9FAD2BC6}"/>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Originea și întrebarea de cercetare</a:t>
            </a:r>
          </a:p>
        </p:txBody>
      </p:sp>
      <p:sp>
        <p:nvSpPr>
          <p:cNvPr id="2" name="text-12">
            <a:extLst xmlns:a="http://schemas.openxmlformats.org/drawingml/2006/main">
              <a:ext uri="{FF2B5EF4-FFF2-40B4-BE49-F238E27FC236}">
                <a16:creationId xmlns:a16="http://schemas.microsoft.com/office/drawing/2014/main" id="{3491DD0B-1169-4D11-B42B-6B7A930622AC}"/>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02</a:t>
            </a:r>
          </a:p>
        </p:txBody>
      </p:sp>
      <p:sp>
        <p:nvSpPr>
          <p:cNvPr id="3" name="text-13">
            <a:extLst xmlns:a="http://schemas.openxmlformats.org/drawingml/2006/main">
              <a:ext uri="{FF2B5EF4-FFF2-40B4-BE49-F238E27FC236}">
                <a16:creationId xmlns:a16="http://schemas.microsoft.com/office/drawing/2014/main" id="{A0DC2F19-2FD6-4E72-B892-1074B767CFA1}"/>
              </a:ext>
            </a:extLst>
          </p:cNvPr>
          <p:cNvSpPr>
            <a:spLocks xmlns:a="http://schemas.openxmlformats.org/drawingml/2006/main" noGrp="1"/>
          </p:cNvSpPr>
          <p:nvPr/>
        </p:nvSpPr>
        <p:spPr>
          <a:xfrm xmlns:a="http://schemas.openxmlformats.org/drawingml/2006/main">
            <a:off x="666750" y="1638300"/>
            <a:ext cx="9620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00734B"/>
                </a:solidFill>
                <a:latin typeface="Arial"/>
                <a:ea typeface="Arial"/>
                <a:cs typeface="Arial"/>
              </a:defRPr>
            </a:defPPr>
            <a:lvl1pPr>
              <a:defRPr sz="2325" b="1">
                <a:solidFill>
                  <a:srgbClr val="00734B"/>
                </a:solidFill>
                <a:latin typeface="Arial"/>
                <a:ea typeface="Arial"/>
                <a:cs typeface="Arial"/>
              </a:defRPr>
            </a:lvl1pPr>
            <a:lvl2pPr>
              <a:defRPr sz="2325" b="1">
                <a:solidFill>
                  <a:srgbClr val="00734B"/>
                </a:solidFill>
                <a:latin typeface="Arial"/>
                <a:ea typeface="Arial"/>
                <a:cs typeface="Arial"/>
              </a:defRPr>
            </a:lvl2pPr>
            <a:lvl3pPr>
              <a:defRPr sz="2325" b="1">
                <a:solidFill>
                  <a:srgbClr val="00734B"/>
                </a:solidFill>
                <a:latin typeface="Arial"/>
                <a:ea typeface="Arial"/>
                <a:cs typeface="Arial"/>
              </a:defRPr>
            </a:lvl3pPr>
            <a:lvl4pPr>
              <a:defRPr sz="2325" b="1">
                <a:solidFill>
                  <a:srgbClr val="00734B"/>
                </a:solidFill>
                <a:latin typeface="Arial"/>
                <a:ea typeface="Arial"/>
                <a:cs typeface="Arial"/>
              </a:defRPr>
            </a:lvl4pPr>
            <a:lvl5pPr>
              <a:defRPr sz="2325" b="1">
                <a:solidFill>
                  <a:srgbClr val="00734B"/>
                </a:solidFill>
                <a:latin typeface="Arial"/>
                <a:ea typeface="Arial"/>
                <a:cs typeface="Arial"/>
              </a:defRPr>
            </a:lvl5pPr>
            <a:lvl6pPr>
              <a:defRPr sz="2325" b="1">
                <a:solidFill>
                  <a:srgbClr val="00734B"/>
                </a:solidFill>
                <a:latin typeface="Arial"/>
                <a:ea typeface="Arial"/>
                <a:cs typeface="Arial"/>
              </a:defRPr>
            </a:lvl6pPr>
            <a:lvl7pPr>
              <a:defRPr sz="2325" b="1">
                <a:solidFill>
                  <a:srgbClr val="00734B"/>
                </a:solidFill>
                <a:latin typeface="Arial"/>
                <a:ea typeface="Arial"/>
                <a:cs typeface="Arial"/>
              </a:defRPr>
            </a:lvl7pPr>
            <a:lvl8pPr>
              <a:defRPr sz="2325" b="1">
                <a:solidFill>
                  <a:srgbClr val="00734B"/>
                </a:solidFill>
                <a:latin typeface="Arial"/>
                <a:ea typeface="Arial"/>
                <a:cs typeface="Arial"/>
              </a:defRPr>
            </a:lvl8pPr>
            <a:lvl9pPr>
              <a:defRPr sz="2325" b="1">
                <a:solidFill>
                  <a:srgbClr val="00734B"/>
                </a:solidFill>
                <a:latin typeface="Arial"/>
                <a:ea typeface="Arial"/>
                <a:cs typeface="Arial"/>
              </a:defRPr>
            </a:lvl9pPr>
          </a:lstStyle>
          <a:p xmlns:a="http://schemas.openxmlformats.org/drawingml/2006/main">
            <a:pPr>
              <a:defRPr sz="2325" b="1">
                <a:solidFill>
                  <a:srgbClr val="00734B"/>
                </a:solidFill>
                <a:latin typeface="Arial"/>
                <a:ea typeface="Arial"/>
                <a:cs typeface="Arial"/>
              </a:defRPr>
            </a:pPr>
            <a:r>
              <a:rPr sz="2325" b="1">
                <a:solidFill>
                  <a:srgbClr val="00734B"/>
                </a:solidFill>
                <a:latin typeface="Arial"/>
                <a:ea typeface="Arial"/>
                <a:cs typeface="Arial"/>
              </a:rPr>
              <a:t>Experimentul inițial</a:t>
            </a:r>
          </a:p>
        </p:txBody>
      </p:sp>
      <p:sp>
        <p:nvSpPr>
          <p:cNvPr id="4" name="text-14">
            <a:extLst xmlns:a="http://schemas.openxmlformats.org/drawingml/2006/main">
              <a:ext uri="{FF2B5EF4-FFF2-40B4-BE49-F238E27FC236}">
                <a16:creationId xmlns:a16="http://schemas.microsoft.com/office/drawing/2014/main" id="{443B640A-2A9E-40E9-8AF2-220856DEF10C}"/>
              </a:ext>
            </a:extLst>
          </p:cNvPr>
          <p:cNvSpPr>
            <a:spLocks xmlns:a="http://schemas.openxmlformats.org/drawingml/2006/main" noGrp="1"/>
          </p:cNvSpPr>
          <p:nvPr/>
        </p:nvSpPr>
        <p:spPr>
          <a:xfrm xmlns:a="http://schemas.openxmlformats.org/drawingml/2006/main">
            <a:off x="666750" y="2133600"/>
            <a:ext cx="10620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025" b="0">
                <a:solidFill>
                  <a:srgbClr val="183427"/>
                </a:solidFill>
                <a:latin typeface="Arial"/>
                <a:ea typeface="Arial"/>
                <a:cs typeface="Arial"/>
              </a:defRPr>
            </a:defPPr>
            <a:lvl1pPr>
              <a:defRPr sz="2025" b="0">
                <a:solidFill>
                  <a:srgbClr val="183427"/>
                </a:solidFill>
                <a:latin typeface="Arial"/>
                <a:ea typeface="Arial"/>
                <a:cs typeface="Arial"/>
              </a:defRPr>
            </a:lvl1pPr>
            <a:lvl2pPr>
              <a:defRPr sz="2025" b="0">
                <a:solidFill>
                  <a:srgbClr val="183427"/>
                </a:solidFill>
                <a:latin typeface="Arial"/>
                <a:ea typeface="Arial"/>
                <a:cs typeface="Arial"/>
              </a:defRPr>
            </a:lvl2pPr>
            <a:lvl3pPr>
              <a:defRPr sz="2025" b="0">
                <a:solidFill>
                  <a:srgbClr val="183427"/>
                </a:solidFill>
                <a:latin typeface="Arial"/>
                <a:ea typeface="Arial"/>
                <a:cs typeface="Arial"/>
              </a:defRPr>
            </a:lvl3pPr>
            <a:lvl4pPr>
              <a:defRPr sz="2025" b="0">
                <a:solidFill>
                  <a:srgbClr val="183427"/>
                </a:solidFill>
                <a:latin typeface="Arial"/>
                <a:ea typeface="Arial"/>
                <a:cs typeface="Arial"/>
              </a:defRPr>
            </a:lvl4pPr>
            <a:lvl5pPr>
              <a:defRPr sz="2025" b="0">
                <a:solidFill>
                  <a:srgbClr val="183427"/>
                </a:solidFill>
                <a:latin typeface="Arial"/>
                <a:ea typeface="Arial"/>
                <a:cs typeface="Arial"/>
              </a:defRPr>
            </a:lvl5pPr>
            <a:lvl6pPr>
              <a:defRPr sz="2025" b="0">
                <a:solidFill>
                  <a:srgbClr val="183427"/>
                </a:solidFill>
                <a:latin typeface="Arial"/>
                <a:ea typeface="Arial"/>
                <a:cs typeface="Arial"/>
              </a:defRPr>
            </a:lvl6pPr>
            <a:lvl7pPr>
              <a:defRPr sz="2025" b="0">
                <a:solidFill>
                  <a:srgbClr val="183427"/>
                </a:solidFill>
                <a:latin typeface="Arial"/>
                <a:ea typeface="Arial"/>
                <a:cs typeface="Arial"/>
              </a:defRPr>
            </a:lvl7pPr>
            <a:lvl8pPr>
              <a:defRPr sz="2025" b="0">
                <a:solidFill>
                  <a:srgbClr val="183427"/>
                </a:solidFill>
                <a:latin typeface="Arial"/>
                <a:ea typeface="Arial"/>
                <a:cs typeface="Arial"/>
              </a:defRPr>
            </a:lvl8pPr>
            <a:lvl9pPr>
              <a:defRPr sz="2025" b="0">
                <a:solidFill>
                  <a:srgbClr val="183427"/>
                </a:solidFill>
                <a:latin typeface="Arial"/>
                <a:ea typeface="Arial"/>
                <a:cs typeface="Arial"/>
              </a:defRPr>
            </a:lvl9pPr>
          </a:lstStyle>
          <a:p xmlns:a="http://schemas.openxmlformats.org/drawingml/2006/main">
            <a:pPr>
              <a:defRPr sz="2025" b="0">
                <a:solidFill>
                  <a:srgbClr val="183427"/>
                </a:solidFill>
                <a:latin typeface="Arial"/>
                <a:ea typeface="Arial"/>
                <a:cs typeface="Arial"/>
              </a:defRPr>
            </a:pPr>
            <a:r>
              <a:rPr sz="2025" b="0">
                <a:solidFill>
                  <a:srgbClr val="183427"/>
                </a:solidFill>
                <a:latin typeface="Arial"/>
                <a:ea typeface="Arial"/>
                <a:cs typeface="Arial"/>
              </a:rPr>
              <a:t>Am comparat o scenă goală cu o filmare de mers,</a:t>
            </a:r>
          </a:p>
          <a:p xmlns:a="http://schemas.openxmlformats.org/drawingml/2006/main">
            <a:pPr>
              <a:defRPr sz="2025" b="0">
                <a:solidFill>
                  <a:srgbClr val="183427"/>
                </a:solidFill>
                <a:latin typeface="Arial"/>
                <a:ea typeface="Arial"/>
                <a:cs typeface="Arial"/>
              </a:defRPr>
            </a:pPr>
            <a:r>
              <a:rPr sz="2025" b="0">
                <a:solidFill>
                  <a:srgbClr val="183427"/>
                </a:solidFill>
                <a:latin typeface="Arial"/>
                <a:ea typeface="Arial"/>
                <a:cs typeface="Arial"/>
              </a:rPr>
              <a:t>pentru a urmări umbra unei persoane înainte de apariția ei.</a:t>
            </a:r>
          </a:p>
        </p:txBody>
      </p:sp>
      <p:sp>
        <p:nvSpPr>
          <p:cNvPr id="5" name="shape-15">
            <a:extLst xmlns:a="http://schemas.openxmlformats.org/drawingml/2006/main">
              <a:ext uri="{FF2B5EF4-FFF2-40B4-BE49-F238E27FC236}">
                <a16:creationId xmlns:a16="http://schemas.microsoft.com/office/drawing/2014/main" id="{E0059CF4-7250-4472-B3DA-E96624A52812}"/>
              </a:ext>
            </a:extLst>
          </p:cNvPr>
          <p:cNvSpPr>
            <a:spLocks xmlns:a="http://schemas.openxmlformats.org/drawingml/2006/main" noGrp="1"/>
          </p:cNvSpPr>
          <p:nvPr/>
        </p:nvSpPr>
        <p:spPr>
          <a:xfrm xmlns:a="http://schemas.openxmlformats.org/drawingml/2006/main" rot="0">
            <a:off x="666750" y="3209925"/>
            <a:ext cx="10668000" cy="19050"/>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6" name="text-16">
            <a:extLst xmlns:a="http://schemas.openxmlformats.org/drawingml/2006/main">
              <a:ext uri="{FF2B5EF4-FFF2-40B4-BE49-F238E27FC236}">
                <a16:creationId xmlns:a16="http://schemas.microsoft.com/office/drawing/2014/main" id="{721FFE93-95A6-4B01-9A5C-F419460C817E}"/>
              </a:ext>
            </a:extLst>
          </p:cNvPr>
          <p:cNvSpPr>
            <a:spLocks xmlns:a="http://schemas.openxmlformats.org/drawingml/2006/main" noGrp="1"/>
          </p:cNvSpPr>
          <p:nvPr/>
        </p:nvSpPr>
        <p:spPr>
          <a:xfrm xmlns:a="http://schemas.openxmlformats.org/drawingml/2006/main">
            <a:off x="666750" y="35242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325" b="1">
                <a:solidFill>
                  <a:srgbClr val="00734B"/>
                </a:solidFill>
                <a:latin typeface="Arial"/>
                <a:ea typeface="Arial"/>
                <a:cs typeface="Arial"/>
              </a:defRPr>
            </a:defPPr>
            <a:lvl1pPr>
              <a:defRPr sz="2325" b="1">
                <a:solidFill>
                  <a:srgbClr val="00734B"/>
                </a:solidFill>
                <a:latin typeface="Arial"/>
                <a:ea typeface="Arial"/>
                <a:cs typeface="Arial"/>
              </a:defRPr>
            </a:lvl1pPr>
            <a:lvl2pPr>
              <a:defRPr sz="2325" b="1">
                <a:solidFill>
                  <a:srgbClr val="00734B"/>
                </a:solidFill>
                <a:latin typeface="Arial"/>
                <a:ea typeface="Arial"/>
                <a:cs typeface="Arial"/>
              </a:defRPr>
            </a:lvl2pPr>
            <a:lvl3pPr>
              <a:defRPr sz="2325" b="1">
                <a:solidFill>
                  <a:srgbClr val="00734B"/>
                </a:solidFill>
                <a:latin typeface="Arial"/>
                <a:ea typeface="Arial"/>
                <a:cs typeface="Arial"/>
              </a:defRPr>
            </a:lvl3pPr>
            <a:lvl4pPr>
              <a:defRPr sz="2325" b="1">
                <a:solidFill>
                  <a:srgbClr val="00734B"/>
                </a:solidFill>
                <a:latin typeface="Arial"/>
                <a:ea typeface="Arial"/>
                <a:cs typeface="Arial"/>
              </a:defRPr>
            </a:lvl4pPr>
            <a:lvl5pPr>
              <a:defRPr sz="2325" b="1">
                <a:solidFill>
                  <a:srgbClr val="00734B"/>
                </a:solidFill>
                <a:latin typeface="Arial"/>
                <a:ea typeface="Arial"/>
                <a:cs typeface="Arial"/>
              </a:defRPr>
            </a:lvl5pPr>
            <a:lvl6pPr>
              <a:defRPr sz="2325" b="1">
                <a:solidFill>
                  <a:srgbClr val="00734B"/>
                </a:solidFill>
                <a:latin typeface="Arial"/>
                <a:ea typeface="Arial"/>
                <a:cs typeface="Arial"/>
              </a:defRPr>
            </a:lvl6pPr>
            <a:lvl7pPr>
              <a:defRPr sz="2325" b="1">
                <a:solidFill>
                  <a:srgbClr val="00734B"/>
                </a:solidFill>
                <a:latin typeface="Arial"/>
                <a:ea typeface="Arial"/>
                <a:cs typeface="Arial"/>
              </a:defRPr>
            </a:lvl7pPr>
            <a:lvl8pPr>
              <a:defRPr sz="2325" b="1">
                <a:solidFill>
                  <a:srgbClr val="00734B"/>
                </a:solidFill>
                <a:latin typeface="Arial"/>
                <a:ea typeface="Arial"/>
                <a:cs typeface="Arial"/>
              </a:defRPr>
            </a:lvl8pPr>
            <a:lvl9pPr>
              <a:defRPr sz="2325" b="1">
                <a:solidFill>
                  <a:srgbClr val="00734B"/>
                </a:solidFill>
                <a:latin typeface="Arial"/>
                <a:ea typeface="Arial"/>
                <a:cs typeface="Arial"/>
              </a:defRPr>
            </a:lvl9pPr>
          </a:lstStyle>
          <a:p xmlns:a="http://schemas.openxmlformats.org/drawingml/2006/main">
            <a:pPr>
              <a:defRPr sz="2325" b="1">
                <a:solidFill>
                  <a:srgbClr val="00734B"/>
                </a:solidFill>
                <a:latin typeface="Arial"/>
                <a:ea typeface="Arial"/>
                <a:cs typeface="Arial"/>
              </a:defRPr>
            </a:pPr>
            <a:r>
              <a:rPr sz="2325" b="1">
                <a:solidFill>
                  <a:srgbClr val="00734B"/>
                </a:solidFill>
                <a:latin typeface="Arial"/>
                <a:ea typeface="Arial"/>
                <a:cs typeface="Arial"/>
              </a:rPr>
              <a:t>Întrebarea de cercetare</a:t>
            </a:r>
          </a:p>
        </p:txBody>
      </p:sp>
      <p:sp>
        <p:nvSpPr>
          <p:cNvPr id="7" name="text-17">
            <a:extLst xmlns:a="http://schemas.openxmlformats.org/drawingml/2006/main">
              <a:ext uri="{FF2B5EF4-FFF2-40B4-BE49-F238E27FC236}">
                <a16:creationId xmlns:a16="http://schemas.microsoft.com/office/drawing/2014/main" id="{3129C2FA-9331-4496-9582-EACF77008AE2}"/>
              </a:ext>
            </a:extLst>
          </p:cNvPr>
          <p:cNvSpPr>
            <a:spLocks xmlns:a="http://schemas.openxmlformats.org/drawingml/2006/main" noGrp="1"/>
          </p:cNvSpPr>
          <p:nvPr/>
        </p:nvSpPr>
        <p:spPr>
          <a:xfrm xmlns:a="http://schemas.openxmlformats.org/drawingml/2006/main">
            <a:off x="666750" y="4038600"/>
            <a:ext cx="10572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1">
                <a:solidFill>
                  <a:srgbClr val="183427"/>
                </a:solidFill>
                <a:latin typeface="Arial"/>
                <a:ea typeface="Arial"/>
                <a:cs typeface="Arial"/>
              </a:defRPr>
            </a:defPPr>
            <a:lvl1pPr>
              <a:defRPr sz="2250" b="1">
                <a:solidFill>
                  <a:srgbClr val="183427"/>
                </a:solidFill>
                <a:latin typeface="Arial"/>
                <a:ea typeface="Arial"/>
                <a:cs typeface="Arial"/>
              </a:defRPr>
            </a:lvl1pPr>
            <a:lvl2pPr>
              <a:defRPr sz="2250" b="1">
                <a:solidFill>
                  <a:srgbClr val="183427"/>
                </a:solidFill>
                <a:latin typeface="Arial"/>
                <a:ea typeface="Arial"/>
                <a:cs typeface="Arial"/>
              </a:defRPr>
            </a:lvl2pPr>
            <a:lvl3pPr>
              <a:defRPr sz="2250" b="1">
                <a:solidFill>
                  <a:srgbClr val="183427"/>
                </a:solidFill>
                <a:latin typeface="Arial"/>
                <a:ea typeface="Arial"/>
                <a:cs typeface="Arial"/>
              </a:defRPr>
            </a:lvl3pPr>
            <a:lvl4pPr>
              <a:defRPr sz="2250" b="1">
                <a:solidFill>
                  <a:srgbClr val="183427"/>
                </a:solidFill>
                <a:latin typeface="Arial"/>
                <a:ea typeface="Arial"/>
                <a:cs typeface="Arial"/>
              </a:defRPr>
            </a:lvl4pPr>
            <a:lvl5pPr>
              <a:defRPr sz="2250" b="1">
                <a:solidFill>
                  <a:srgbClr val="183427"/>
                </a:solidFill>
                <a:latin typeface="Arial"/>
                <a:ea typeface="Arial"/>
                <a:cs typeface="Arial"/>
              </a:defRPr>
            </a:lvl5pPr>
            <a:lvl6pPr>
              <a:defRPr sz="2250" b="1">
                <a:solidFill>
                  <a:srgbClr val="183427"/>
                </a:solidFill>
                <a:latin typeface="Arial"/>
                <a:ea typeface="Arial"/>
                <a:cs typeface="Arial"/>
              </a:defRPr>
            </a:lvl6pPr>
            <a:lvl7pPr>
              <a:defRPr sz="2250" b="1">
                <a:solidFill>
                  <a:srgbClr val="183427"/>
                </a:solidFill>
                <a:latin typeface="Arial"/>
                <a:ea typeface="Arial"/>
                <a:cs typeface="Arial"/>
              </a:defRPr>
            </a:lvl7pPr>
            <a:lvl8pPr>
              <a:defRPr sz="2250" b="1">
                <a:solidFill>
                  <a:srgbClr val="183427"/>
                </a:solidFill>
                <a:latin typeface="Arial"/>
                <a:ea typeface="Arial"/>
                <a:cs typeface="Arial"/>
              </a:defRPr>
            </a:lvl8pPr>
            <a:lvl9pPr>
              <a:defRPr sz="2250" b="1">
                <a:solidFill>
                  <a:srgbClr val="183427"/>
                </a:solidFill>
                <a:latin typeface="Arial"/>
                <a:ea typeface="Arial"/>
                <a:cs typeface="Arial"/>
              </a:defRPr>
            </a:lvl9pPr>
          </a:lstStyle>
          <a:p xmlns:a="http://schemas.openxmlformats.org/drawingml/2006/main">
            <a:pPr>
              <a:defRPr sz="2250" b="1">
                <a:solidFill>
                  <a:srgbClr val="183427"/>
                </a:solidFill>
                <a:latin typeface="Arial"/>
                <a:ea typeface="Arial"/>
                <a:cs typeface="Arial"/>
              </a:defRPr>
            </a:pPr>
            <a:r>
              <a:rPr sz="2250" b="1">
                <a:solidFill>
                  <a:srgbClr val="183427"/>
                </a:solidFill>
                <a:latin typeface="Arial"/>
                <a:ea typeface="Arial"/>
                <a:cs typeface="Arial"/>
              </a:rPr>
              <a:t>În ce condiții putem estima înălțimea clădirilor din umbră</a:t>
            </a:r>
          </a:p>
          <a:p xmlns:a="http://schemas.openxmlformats.org/drawingml/2006/main">
            <a:pPr>
              <a:defRPr sz="2250" b="1">
                <a:solidFill>
                  <a:srgbClr val="183427"/>
                </a:solidFill>
                <a:latin typeface="Arial"/>
                <a:ea typeface="Arial"/>
                <a:cs typeface="Arial"/>
              </a:defRPr>
            </a:pPr>
            <a:r>
              <a:rPr sz="2250" b="1">
                <a:solidFill>
                  <a:srgbClr val="183427"/>
                </a:solidFill>
                <a:latin typeface="Arial"/>
                <a:ea typeface="Arial"/>
                <a:cs typeface="Arial"/>
              </a:rPr>
              <a:t>și cât de precisă este metoda față de GlobalBuildingAtlas?</a:t>
            </a:r>
          </a:p>
        </p:txBody>
      </p:sp>
      <p:sp>
        <p:nvSpPr>
          <p:cNvPr id="8" name="text-18">
            <a:extLst xmlns:a="http://schemas.openxmlformats.org/drawingml/2006/main">
              <a:ext uri="{FF2B5EF4-FFF2-40B4-BE49-F238E27FC236}">
                <a16:creationId xmlns:a16="http://schemas.microsoft.com/office/drawing/2014/main" id="{1A40B196-FA08-468D-BB27-85CC15CA954D}"/>
              </a:ext>
            </a:extLst>
          </p:cNvPr>
          <p:cNvSpPr>
            <a:spLocks xmlns:a="http://schemas.openxmlformats.org/drawingml/2006/main" noGrp="1"/>
          </p:cNvSpPr>
          <p:nvPr/>
        </p:nvSpPr>
        <p:spPr>
          <a:xfrm xmlns:a="http://schemas.openxmlformats.org/drawingml/2006/main">
            <a:off x="666750" y="5562600"/>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De la analiza umbrelor în imagini la folosirea lor pe harta orașului.</a:t>
            </a:r>
          </a:p>
        </p:txBody>
      </p:sp>
      <p:sp>
        <p:nvSpPr>
          <p:cNvPr id="9" name="text-19">
            <a:extLst xmlns:a="http://schemas.openxmlformats.org/drawingml/2006/main">
              <a:ext uri="{FF2B5EF4-FFF2-40B4-BE49-F238E27FC236}">
                <a16:creationId xmlns:a16="http://schemas.microsoft.com/office/drawing/2014/main" id="{C21FD6F6-EB2C-4152-A12B-2D4B85456392}"/>
              </a:ext>
            </a:extLst>
          </p:cNvPr>
          <p:cNvSpPr>
            <a:spLocks xmlns:a="http://schemas.openxmlformats.org/drawingml/2006/main" noGrp="1"/>
          </p:cNvSpPr>
          <p:nvPr/>
        </p:nvSpPr>
        <p:spPr>
          <a:xfrm xmlns:a="http://schemas.openxmlformats.org/drawingml/2006/main">
            <a:off x="666750" y="6419850"/>
            <a:ext cx="10287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3675A"/>
                </a:solidFill>
                <a:latin typeface="Arial"/>
                <a:ea typeface="Arial"/>
                <a:cs typeface="Arial"/>
              </a:defRPr>
            </a:defPPr>
            <a:lvl1pPr>
              <a:defRPr sz="1200" b="0">
                <a:solidFill>
                  <a:srgbClr val="53675A"/>
                </a:solidFill>
                <a:latin typeface="Arial"/>
                <a:ea typeface="Arial"/>
                <a:cs typeface="Arial"/>
              </a:defRPr>
            </a:lvl1pPr>
            <a:lvl2pPr>
              <a:defRPr sz="1200" b="0">
                <a:solidFill>
                  <a:srgbClr val="53675A"/>
                </a:solidFill>
                <a:latin typeface="Arial"/>
                <a:ea typeface="Arial"/>
                <a:cs typeface="Arial"/>
              </a:defRPr>
            </a:lvl2pPr>
            <a:lvl3pPr>
              <a:defRPr sz="1200" b="0">
                <a:solidFill>
                  <a:srgbClr val="53675A"/>
                </a:solidFill>
                <a:latin typeface="Arial"/>
                <a:ea typeface="Arial"/>
                <a:cs typeface="Arial"/>
              </a:defRPr>
            </a:lvl3pPr>
            <a:lvl4pPr>
              <a:defRPr sz="1200" b="0">
                <a:solidFill>
                  <a:srgbClr val="53675A"/>
                </a:solidFill>
                <a:latin typeface="Arial"/>
                <a:ea typeface="Arial"/>
                <a:cs typeface="Arial"/>
              </a:defRPr>
            </a:lvl4pPr>
            <a:lvl5pPr>
              <a:defRPr sz="1200" b="0">
                <a:solidFill>
                  <a:srgbClr val="53675A"/>
                </a:solidFill>
                <a:latin typeface="Arial"/>
                <a:ea typeface="Arial"/>
                <a:cs typeface="Arial"/>
              </a:defRPr>
            </a:lvl5pPr>
            <a:lvl6pPr>
              <a:defRPr sz="1200" b="0">
                <a:solidFill>
                  <a:srgbClr val="53675A"/>
                </a:solidFill>
                <a:latin typeface="Arial"/>
                <a:ea typeface="Arial"/>
                <a:cs typeface="Arial"/>
              </a:defRPr>
            </a:lvl6pPr>
            <a:lvl7pPr>
              <a:defRPr sz="1200" b="0">
                <a:solidFill>
                  <a:srgbClr val="53675A"/>
                </a:solidFill>
                <a:latin typeface="Arial"/>
                <a:ea typeface="Arial"/>
                <a:cs typeface="Arial"/>
              </a:defRPr>
            </a:lvl7pPr>
            <a:lvl8pPr>
              <a:defRPr sz="1200" b="0">
                <a:solidFill>
                  <a:srgbClr val="53675A"/>
                </a:solidFill>
                <a:latin typeface="Arial"/>
                <a:ea typeface="Arial"/>
                <a:cs typeface="Arial"/>
              </a:defRPr>
            </a:lvl8pPr>
            <a:lvl9pPr>
              <a:defRPr sz="1200" b="0">
                <a:solidFill>
                  <a:srgbClr val="53675A"/>
                </a:solidFill>
                <a:latin typeface="Arial"/>
                <a:ea typeface="Arial"/>
                <a:cs typeface="Arial"/>
              </a:defRPr>
            </a:lvl9pPr>
          </a:lstStyle>
          <a:p xmlns:a="http://schemas.openxmlformats.org/drawingml/2006/main">
            <a:pPr>
              <a:defRPr sz="1200" b="0">
                <a:solidFill>
                  <a:srgbClr val="53675A"/>
                </a:solidFill>
                <a:latin typeface="Arial"/>
                <a:ea typeface="Arial"/>
                <a:cs typeface="Arial"/>
              </a:defRPr>
            </a:pPr>
            <a:r>
              <a:rPr sz="1200" b="0">
                <a:solidFill>
                  <a:srgbClr val="53675A"/>
                </a:solidFill>
                <a:latin typeface="Arial"/>
                <a:ea typeface="Arial"/>
                <a:cs typeface="Arial"/>
              </a:rPr>
              <a:t>Fișa de înscriere și istoricul proiectului.</a:t>
            </a:r>
          </a:p>
        </p:txBody>
      </p:sp>
    </p:spTree>
    <p:extLst>
      <p:ext uri="{BB962C8B-B14F-4D97-AF65-F5344CB8AC3E}">
        <p14:creationId xmlns:p14="http://schemas.microsoft.com/office/powerpoint/2010/main" val="2098063050"/>
      </p:ext>
    </p:extLst>
  </p:cSld>
</p:sld>
</file>

<file path=ppt/slides/slide3.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4" name="text-20">
            <a:extLst xmlns:a="http://schemas.openxmlformats.org/drawingml/2006/main">
              <a:ext uri="{FF2B5EF4-FFF2-40B4-BE49-F238E27FC236}">
                <a16:creationId xmlns:a16="http://schemas.microsoft.com/office/drawing/2014/main" id="{80BE6D2D-FC63-406E-AE30-113DC184DFD2}"/>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Cum funcționează aplicația</a:t>
            </a:r>
          </a:p>
        </p:txBody>
      </p:sp>
      <p:sp>
        <p:nvSpPr>
          <p:cNvPr id="2" name="text-21">
            <a:extLst xmlns:a="http://schemas.openxmlformats.org/drawingml/2006/main">
              <a:ext uri="{FF2B5EF4-FFF2-40B4-BE49-F238E27FC236}">
                <a16:creationId xmlns:a16="http://schemas.microsoft.com/office/drawing/2014/main" id="{2D1A2C3D-53AF-4A9E-A1DD-1545F4BA234D}"/>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03</a:t>
            </a:r>
          </a:p>
        </p:txBody>
      </p:sp>
      <p:sp>
        <p:nvSpPr>
          <p:cNvPr id="3" name="text-22">
            <a:extLst xmlns:a="http://schemas.openxmlformats.org/drawingml/2006/main">
              <a:ext uri="{FF2B5EF4-FFF2-40B4-BE49-F238E27FC236}">
                <a16:creationId xmlns:a16="http://schemas.microsoft.com/office/drawing/2014/main" id="{06029F64-8507-453A-94A0-C63F47DCC316}"/>
              </a:ext>
            </a:extLst>
          </p:cNvPr>
          <p:cNvSpPr>
            <a:spLocks xmlns:a="http://schemas.openxmlformats.org/drawingml/2006/main" noGrp="1"/>
          </p:cNvSpPr>
          <p:nvPr/>
        </p:nvSpPr>
        <p:spPr>
          <a:xfrm xmlns:a="http://schemas.openxmlformats.org/drawingml/2006/main">
            <a:off x="647700" y="1514475"/>
            <a:ext cx="10715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53675A"/>
                </a:solidFill>
                <a:latin typeface="Arial"/>
                <a:ea typeface="Arial"/>
                <a:cs typeface="Arial"/>
              </a:defRPr>
            </a:defPPr>
            <a:lvl1pPr>
              <a:defRPr sz="2175" b="0">
                <a:solidFill>
                  <a:srgbClr val="53675A"/>
                </a:solidFill>
                <a:latin typeface="Arial"/>
                <a:ea typeface="Arial"/>
                <a:cs typeface="Arial"/>
              </a:defRPr>
            </a:lvl1pPr>
            <a:lvl2pPr>
              <a:defRPr sz="2175" b="0">
                <a:solidFill>
                  <a:srgbClr val="53675A"/>
                </a:solidFill>
                <a:latin typeface="Arial"/>
                <a:ea typeface="Arial"/>
                <a:cs typeface="Arial"/>
              </a:defRPr>
            </a:lvl2pPr>
            <a:lvl3pPr>
              <a:defRPr sz="2175" b="0">
                <a:solidFill>
                  <a:srgbClr val="53675A"/>
                </a:solidFill>
                <a:latin typeface="Arial"/>
                <a:ea typeface="Arial"/>
                <a:cs typeface="Arial"/>
              </a:defRPr>
            </a:lvl3pPr>
            <a:lvl4pPr>
              <a:defRPr sz="2175" b="0">
                <a:solidFill>
                  <a:srgbClr val="53675A"/>
                </a:solidFill>
                <a:latin typeface="Arial"/>
                <a:ea typeface="Arial"/>
                <a:cs typeface="Arial"/>
              </a:defRPr>
            </a:lvl4pPr>
            <a:lvl5pPr>
              <a:defRPr sz="2175" b="0">
                <a:solidFill>
                  <a:srgbClr val="53675A"/>
                </a:solidFill>
                <a:latin typeface="Arial"/>
                <a:ea typeface="Arial"/>
                <a:cs typeface="Arial"/>
              </a:defRPr>
            </a:lvl5pPr>
            <a:lvl6pPr>
              <a:defRPr sz="2175" b="0">
                <a:solidFill>
                  <a:srgbClr val="53675A"/>
                </a:solidFill>
                <a:latin typeface="Arial"/>
                <a:ea typeface="Arial"/>
                <a:cs typeface="Arial"/>
              </a:defRPr>
            </a:lvl6pPr>
            <a:lvl7pPr>
              <a:defRPr sz="2175" b="0">
                <a:solidFill>
                  <a:srgbClr val="53675A"/>
                </a:solidFill>
                <a:latin typeface="Arial"/>
                <a:ea typeface="Arial"/>
                <a:cs typeface="Arial"/>
              </a:defRPr>
            </a:lvl7pPr>
            <a:lvl8pPr>
              <a:defRPr sz="2175" b="0">
                <a:solidFill>
                  <a:srgbClr val="53675A"/>
                </a:solidFill>
                <a:latin typeface="Arial"/>
                <a:ea typeface="Arial"/>
                <a:cs typeface="Arial"/>
              </a:defRPr>
            </a:lvl8pPr>
            <a:lvl9pPr>
              <a:defRPr sz="2175" b="0">
                <a:solidFill>
                  <a:srgbClr val="53675A"/>
                </a:solidFill>
                <a:latin typeface="Arial"/>
                <a:ea typeface="Arial"/>
                <a:cs typeface="Arial"/>
              </a:defRPr>
            </a:lvl9pPr>
          </a:lstStyle>
          <a:p xmlns:a="http://schemas.openxmlformats.org/drawingml/2006/main">
            <a:pPr>
              <a:defRPr sz="2175" b="0">
                <a:solidFill>
                  <a:srgbClr val="53675A"/>
                </a:solidFill>
                <a:latin typeface="Arial"/>
                <a:ea typeface="Arial"/>
                <a:cs typeface="Arial"/>
              </a:defRPr>
            </a:pPr>
            <a:r>
              <a:rPr sz="2175" b="0">
                <a:solidFill>
                  <a:srgbClr val="53675A"/>
                </a:solidFill>
                <a:latin typeface="Arial"/>
                <a:ea typeface="Arial"/>
                <a:cs typeface="Arial"/>
              </a:rPr>
              <a:t>Alegi destinația și ora; aplicația calculează umbrele și traseele.</a:t>
            </a:r>
          </a:p>
        </p:txBody>
      </p:sp>
      <p:sp>
        <p:nvSpPr>
          <p:cNvPr id="4" name="text-23">
            <a:extLst xmlns:a="http://schemas.openxmlformats.org/drawingml/2006/main">
              <a:ext uri="{FF2B5EF4-FFF2-40B4-BE49-F238E27FC236}">
                <a16:creationId xmlns:a16="http://schemas.microsoft.com/office/drawing/2014/main" id="{88311C8D-9C3D-4A86-B838-1B2B4391F0A2}"/>
              </a:ext>
            </a:extLst>
          </p:cNvPr>
          <p:cNvSpPr>
            <a:spLocks xmlns:a="http://schemas.openxmlformats.org/drawingml/2006/main" noGrp="1"/>
          </p:cNvSpPr>
          <p:nvPr/>
        </p:nvSpPr>
        <p:spPr>
          <a:xfrm xmlns:a="http://schemas.openxmlformats.org/drawingml/2006/main">
            <a:off x="666750" y="246697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183427"/>
                </a:solidFill>
                <a:latin typeface="Arial"/>
                <a:ea typeface="Arial"/>
                <a:cs typeface="Arial"/>
              </a:defRPr>
            </a:defPPr>
            <a:lvl1pPr>
              <a:defRPr sz="2400" b="1">
                <a:solidFill>
                  <a:srgbClr val="183427"/>
                </a:solidFill>
                <a:latin typeface="Arial"/>
                <a:ea typeface="Arial"/>
                <a:cs typeface="Arial"/>
              </a:defRPr>
            </a:lvl1pPr>
            <a:lvl2pPr>
              <a:defRPr sz="2400" b="1">
                <a:solidFill>
                  <a:srgbClr val="183427"/>
                </a:solidFill>
                <a:latin typeface="Arial"/>
                <a:ea typeface="Arial"/>
                <a:cs typeface="Arial"/>
              </a:defRPr>
            </a:lvl2pPr>
            <a:lvl3pPr>
              <a:defRPr sz="2400" b="1">
                <a:solidFill>
                  <a:srgbClr val="183427"/>
                </a:solidFill>
                <a:latin typeface="Arial"/>
                <a:ea typeface="Arial"/>
                <a:cs typeface="Arial"/>
              </a:defRPr>
            </a:lvl3pPr>
            <a:lvl4pPr>
              <a:defRPr sz="2400" b="1">
                <a:solidFill>
                  <a:srgbClr val="183427"/>
                </a:solidFill>
                <a:latin typeface="Arial"/>
                <a:ea typeface="Arial"/>
                <a:cs typeface="Arial"/>
              </a:defRPr>
            </a:lvl4pPr>
            <a:lvl5pPr>
              <a:defRPr sz="2400" b="1">
                <a:solidFill>
                  <a:srgbClr val="183427"/>
                </a:solidFill>
                <a:latin typeface="Arial"/>
                <a:ea typeface="Arial"/>
                <a:cs typeface="Arial"/>
              </a:defRPr>
            </a:lvl5pPr>
            <a:lvl6pPr>
              <a:defRPr sz="2400" b="1">
                <a:solidFill>
                  <a:srgbClr val="183427"/>
                </a:solidFill>
                <a:latin typeface="Arial"/>
                <a:ea typeface="Arial"/>
                <a:cs typeface="Arial"/>
              </a:defRPr>
            </a:lvl6pPr>
            <a:lvl7pPr>
              <a:defRPr sz="2400" b="1">
                <a:solidFill>
                  <a:srgbClr val="183427"/>
                </a:solidFill>
                <a:latin typeface="Arial"/>
                <a:ea typeface="Arial"/>
                <a:cs typeface="Arial"/>
              </a:defRPr>
            </a:lvl7pPr>
            <a:lvl8pPr>
              <a:defRPr sz="2400" b="1">
                <a:solidFill>
                  <a:srgbClr val="183427"/>
                </a:solidFill>
                <a:latin typeface="Arial"/>
                <a:ea typeface="Arial"/>
                <a:cs typeface="Arial"/>
              </a:defRPr>
            </a:lvl8pPr>
            <a:lvl9pPr>
              <a:defRPr sz="2400" b="1">
                <a:solidFill>
                  <a:srgbClr val="183427"/>
                </a:solidFill>
                <a:latin typeface="Arial"/>
                <a:ea typeface="Arial"/>
                <a:cs typeface="Arial"/>
              </a:defRPr>
            </a:lvl9pPr>
          </a:lstStyle>
          <a:p xmlns:a="http://schemas.openxmlformats.org/drawingml/2006/main">
            <a:pPr>
              <a:defRPr sz="2400" b="1">
                <a:solidFill>
                  <a:srgbClr val="183427"/>
                </a:solidFill>
                <a:latin typeface="Arial"/>
                <a:ea typeface="Arial"/>
                <a:cs typeface="Arial"/>
              </a:defRPr>
            </a:pPr>
            <a:r>
              <a:rPr sz="2400" b="1">
                <a:solidFill>
                  <a:srgbClr val="183427"/>
                </a:solidFill>
                <a:latin typeface="Arial"/>
                <a:ea typeface="Arial"/>
                <a:cs typeface="Arial"/>
              </a:rPr>
              <a:t>Rapid</a:t>
            </a:r>
          </a:p>
        </p:txBody>
      </p:sp>
      <p:sp>
        <p:nvSpPr>
          <p:cNvPr id="5" name="text-24">
            <a:extLst xmlns:a="http://schemas.openxmlformats.org/drawingml/2006/main">
              <a:ext uri="{FF2B5EF4-FFF2-40B4-BE49-F238E27FC236}">
                <a16:creationId xmlns:a16="http://schemas.microsoft.com/office/drawing/2014/main" id="{E5A5FD8E-E7FD-4593-82CC-B92103838A3B}"/>
              </a:ext>
            </a:extLst>
          </p:cNvPr>
          <p:cNvSpPr>
            <a:spLocks xmlns:a="http://schemas.openxmlformats.org/drawingml/2006/main" noGrp="1"/>
          </p:cNvSpPr>
          <p:nvPr/>
        </p:nvSpPr>
        <p:spPr>
          <a:xfrm xmlns:a="http://schemas.openxmlformats.org/drawingml/2006/main">
            <a:off x="5524500" y="2495550"/>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53675A"/>
                </a:solidFill>
                <a:latin typeface="Arial"/>
                <a:ea typeface="Arial"/>
                <a:cs typeface="Arial"/>
              </a:defRPr>
            </a:defPPr>
            <a:lvl1pPr>
              <a:defRPr sz="1950" b="0">
                <a:solidFill>
                  <a:srgbClr val="53675A"/>
                </a:solidFill>
                <a:latin typeface="Arial"/>
                <a:ea typeface="Arial"/>
                <a:cs typeface="Arial"/>
              </a:defRPr>
            </a:lvl1pPr>
            <a:lvl2pPr>
              <a:defRPr sz="1950" b="0">
                <a:solidFill>
                  <a:srgbClr val="53675A"/>
                </a:solidFill>
                <a:latin typeface="Arial"/>
                <a:ea typeface="Arial"/>
                <a:cs typeface="Arial"/>
              </a:defRPr>
            </a:lvl2pPr>
            <a:lvl3pPr>
              <a:defRPr sz="1950" b="0">
                <a:solidFill>
                  <a:srgbClr val="53675A"/>
                </a:solidFill>
                <a:latin typeface="Arial"/>
                <a:ea typeface="Arial"/>
                <a:cs typeface="Arial"/>
              </a:defRPr>
            </a:lvl3pPr>
            <a:lvl4pPr>
              <a:defRPr sz="1950" b="0">
                <a:solidFill>
                  <a:srgbClr val="53675A"/>
                </a:solidFill>
                <a:latin typeface="Arial"/>
                <a:ea typeface="Arial"/>
                <a:cs typeface="Arial"/>
              </a:defRPr>
            </a:lvl4pPr>
            <a:lvl5pPr>
              <a:defRPr sz="1950" b="0">
                <a:solidFill>
                  <a:srgbClr val="53675A"/>
                </a:solidFill>
                <a:latin typeface="Arial"/>
                <a:ea typeface="Arial"/>
                <a:cs typeface="Arial"/>
              </a:defRPr>
            </a:lvl5pPr>
            <a:lvl6pPr>
              <a:defRPr sz="1950" b="0">
                <a:solidFill>
                  <a:srgbClr val="53675A"/>
                </a:solidFill>
                <a:latin typeface="Arial"/>
                <a:ea typeface="Arial"/>
                <a:cs typeface="Arial"/>
              </a:defRPr>
            </a:lvl6pPr>
            <a:lvl7pPr>
              <a:defRPr sz="1950" b="0">
                <a:solidFill>
                  <a:srgbClr val="53675A"/>
                </a:solidFill>
                <a:latin typeface="Arial"/>
                <a:ea typeface="Arial"/>
                <a:cs typeface="Arial"/>
              </a:defRPr>
            </a:lvl7pPr>
            <a:lvl8pPr>
              <a:defRPr sz="1950" b="0">
                <a:solidFill>
                  <a:srgbClr val="53675A"/>
                </a:solidFill>
                <a:latin typeface="Arial"/>
                <a:ea typeface="Arial"/>
                <a:cs typeface="Arial"/>
              </a:defRPr>
            </a:lvl8pPr>
            <a:lvl9pPr>
              <a:defRPr sz="1950" b="0">
                <a:solidFill>
                  <a:srgbClr val="53675A"/>
                </a:solidFill>
                <a:latin typeface="Arial"/>
                <a:ea typeface="Arial"/>
                <a:cs typeface="Arial"/>
              </a:defRPr>
            </a:lvl9pPr>
          </a:lstStyle>
          <a:p xmlns:a="http://schemas.openxmlformats.org/drawingml/2006/main">
            <a:pPr>
              <a:defRPr sz="1950" b="0">
                <a:solidFill>
                  <a:srgbClr val="53675A"/>
                </a:solidFill>
                <a:latin typeface="Arial"/>
                <a:ea typeface="Arial"/>
                <a:cs typeface="Arial"/>
              </a:defRPr>
            </a:pPr>
            <a:r>
              <a:rPr sz="1950" b="0">
                <a:solidFill>
                  <a:srgbClr val="53675A"/>
                </a:solidFill>
                <a:latin typeface="Arial"/>
                <a:ea typeface="Arial"/>
                <a:cs typeface="Arial"/>
              </a:rPr>
              <a:t>Durata cea mai mică</a:t>
            </a:r>
          </a:p>
        </p:txBody>
      </p:sp>
      <p:sp>
        <p:nvSpPr>
          <p:cNvPr id="6" name="shape-25">
            <a:extLst xmlns:a="http://schemas.openxmlformats.org/drawingml/2006/main">
              <a:ext uri="{FF2B5EF4-FFF2-40B4-BE49-F238E27FC236}">
                <a16:creationId xmlns:a16="http://schemas.microsoft.com/office/drawing/2014/main" id="{2F8B1C3B-FA53-47F6-BAD4-C9D15FCCF338}"/>
              </a:ext>
            </a:extLst>
          </p:cNvPr>
          <p:cNvSpPr>
            <a:spLocks xmlns:a="http://schemas.openxmlformats.org/drawingml/2006/main" noGrp="1"/>
          </p:cNvSpPr>
          <p:nvPr/>
        </p:nvSpPr>
        <p:spPr>
          <a:xfrm xmlns:a="http://schemas.openxmlformats.org/drawingml/2006/main" rot="0">
            <a:off x="666750" y="3171825"/>
            <a:ext cx="10668000" cy="952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7" name="text-26">
            <a:extLst xmlns:a="http://schemas.openxmlformats.org/drawingml/2006/main">
              <a:ext uri="{FF2B5EF4-FFF2-40B4-BE49-F238E27FC236}">
                <a16:creationId xmlns:a16="http://schemas.microsoft.com/office/drawing/2014/main" id="{2CA1A8E9-F485-482F-884C-8AB892E69953}"/>
              </a:ext>
            </a:extLst>
          </p:cNvPr>
          <p:cNvSpPr>
            <a:spLocks xmlns:a="http://schemas.openxmlformats.org/drawingml/2006/main" noGrp="1"/>
          </p:cNvSpPr>
          <p:nvPr/>
        </p:nvSpPr>
        <p:spPr>
          <a:xfrm xmlns:a="http://schemas.openxmlformats.org/drawingml/2006/main">
            <a:off x="666750" y="3371850"/>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183427"/>
                </a:solidFill>
                <a:latin typeface="Arial"/>
                <a:ea typeface="Arial"/>
                <a:cs typeface="Arial"/>
              </a:defRPr>
            </a:defPPr>
            <a:lvl1pPr>
              <a:defRPr sz="2400" b="1">
                <a:solidFill>
                  <a:srgbClr val="183427"/>
                </a:solidFill>
                <a:latin typeface="Arial"/>
                <a:ea typeface="Arial"/>
                <a:cs typeface="Arial"/>
              </a:defRPr>
            </a:lvl1pPr>
            <a:lvl2pPr>
              <a:defRPr sz="2400" b="1">
                <a:solidFill>
                  <a:srgbClr val="183427"/>
                </a:solidFill>
                <a:latin typeface="Arial"/>
                <a:ea typeface="Arial"/>
                <a:cs typeface="Arial"/>
              </a:defRPr>
            </a:lvl2pPr>
            <a:lvl3pPr>
              <a:defRPr sz="2400" b="1">
                <a:solidFill>
                  <a:srgbClr val="183427"/>
                </a:solidFill>
                <a:latin typeface="Arial"/>
                <a:ea typeface="Arial"/>
                <a:cs typeface="Arial"/>
              </a:defRPr>
            </a:lvl3pPr>
            <a:lvl4pPr>
              <a:defRPr sz="2400" b="1">
                <a:solidFill>
                  <a:srgbClr val="183427"/>
                </a:solidFill>
                <a:latin typeface="Arial"/>
                <a:ea typeface="Arial"/>
                <a:cs typeface="Arial"/>
              </a:defRPr>
            </a:lvl4pPr>
            <a:lvl5pPr>
              <a:defRPr sz="2400" b="1">
                <a:solidFill>
                  <a:srgbClr val="183427"/>
                </a:solidFill>
                <a:latin typeface="Arial"/>
                <a:ea typeface="Arial"/>
                <a:cs typeface="Arial"/>
              </a:defRPr>
            </a:lvl5pPr>
            <a:lvl6pPr>
              <a:defRPr sz="2400" b="1">
                <a:solidFill>
                  <a:srgbClr val="183427"/>
                </a:solidFill>
                <a:latin typeface="Arial"/>
                <a:ea typeface="Arial"/>
                <a:cs typeface="Arial"/>
              </a:defRPr>
            </a:lvl6pPr>
            <a:lvl7pPr>
              <a:defRPr sz="2400" b="1">
                <a:solidFill>
                  <a:srgbClr val="183427"/>
                </a:solidFill>
                <a:latin typeface="Arial"/>
                <a:ea typeface="Arial"/>
                <a:cs typeface="Arial"/>
              </a:defRPr>
            </a:lvl7pPr>
            <a:lvl8pPr>
              <a:defRPr sz="2400" b="1">
                <a:solidFill>
                  <a:srgbClr val="183427"/>
                </a:solidFill>
                <a:latin typeface="Arial"/>
                <a:ea typeface="Arial"/>
                <a:cs typeface="Arial"/>
              </a:defRPr>
            </a:lvl8pPr>
            <a:lvl9pPr>
              <a:defRPr sz="2400" b="1">
                <a:solidFill>
                  <a:srgbClr val="183427"/>
                </a:solidFill>
                <a:latin typeface="Arial"/>
                <a:ea typeface="Arial"/>
                <a:cs typeface="Arial"/>
              </a:defRPr>
            </a:lvl9pPr>
          </a:lstStyle>
          <a:p xmlns:a="http://schemas.openxmlformats.org/drawingml/2006/main">
            <a:pPr>
              <a:defRPr sz="2400" b="1">
                <a:solidFill>
                  <a:srgbClr val="183427"/>
                </a:solidFill>
                <a:latin typeface="Arial"/>
                <a:ea typeface="Arial"/>
                <a:cs typeface="Arial"/>
              </a:defRPr>
            </a:pPr>
            <a:r>
              <a:rPr sz="2400" b="1">
                <a:solidFill>
                  <a:srgbClr val="183427"/>
                </a:solidFill>
                <a:latin typeface="Arial"/>
                <a:ea typeface="Arial"/>
                <a:cs typeface="Arial"/>
              </a:rPr>
              <a:t>Echilibrat</a:t>
            </a:r>
          </a:p>
        </p:txBody>
      </p:sp>
      <p:sp>
        <p:nvSpPr>
          <p:cNvPr id="8" name="text-27">
            <a:extLst xmlns:a="http://schemas.openxmlformats.org/drawingml/2006/main">
              <a:ext uri="{FF2B5EF4-FFF2-40B4-BE49-F238E27FC236}">
                <a16:creationId xmlns:a16="http://schemas.microsoft.com/office/drawing/2014/main" id="{E78C160D-ED37-430E-AC30-73EC1040ACFA}"/>
              </a:ext>
            </a:extLst>
          </p:cNvPr>
          <p:cNvSpPr>
            <a:spLocks xmlns:a="http://schemas.openxmlformats.org/drawingml/2006/main" noGrp="1"/>
          </p:cNvSpPr>
          <p:nvPr/>
        </p:nvSpPr>
        <p:spPr>
          <a:xfrm xmlns:a="http://schemas.openxmlformats.org/drawingml/2006/main">
            <a:off x="5524500" y="3400425"/>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53675A"/>
                </a:solidFill>
                <a:latin typeface="Arial"/>
                <a:ea typeface="Arial"/>
                <a:cs typeface="Arial"/>
              </a:defRPr>
            </a:defPPr>
            <a:lvl1pPr>
              <a:defRPr sz="1950" b="0">
                <a:solidFill>
                  <a:srgbClr val="53675A"/>
                </a:solidFill>
                <a:latin typeface="Arial"/>
                <a:ea typeface="Arial"/>
                <a:cs typeface="Arial"/>
              </a:defRPr>
            </a:lvl1pPr>
            <a:lvl2pPr>
              <a:defRPr sz="1950" b="0">
                <a:solidFill>
                  <a:srgbClr val="53675A"/>
                </a:solidFill>
                <a:latin typeface="Arial"/>
                <a:ea typeface="Arial"/>
                <a:cs typeface="Arial"/>
              </a:defRPr>
            </a:lvl2pPr>
            <a:lvl3pPr>
              <a:defRPr sz="1950" b="0">
                <a:solidFill>
                  <a:srgbClr val="53675A"/>
                </a:solidFill>
                <a:latin typeface="Arial"/>
                <a:ea typeface="Arial"/>
                <a:cs typeface="Arial"/>
              </a:defRPr>
            </a:lvl3pPr>
            <a:lvl4pPr>
              <a:defRPr sz="1950" b="0">
                <a:solidFill>
                  <a:srgbClr val="53675A"/>
                </a:solidFill>
                <a:latin typeface="Arial"/>
                <a:ea typeface="Arial"/>
                <a:cs typeface="Arial"/>
              </a:defRPr>
            </a:lvl4pPr>
            <a:lvl5pPr>
              <a:defRPr sz="1950" b="0">
                <a:solidFill>
                  <a:srgbClr val="53675A"/>
                </a:solidFill>
                <a:latin typeface="Arial"/>
                <a:ea typeface="Arial"/>
                <a:cs typeface="Arial"/>
              </a:defRPr>
            </a:lvl5pPr>
            <a:lvl6pPr>
              <a:defRPr sz="1950" b="0">
                <a:solidFill>
                  <a:srgbClr val="53675A"/>
                </a:solidFill>
                <a:latin typeface="Arial"/>
                <a:ea typeface="Arial"/>
                <a:cs typeface="Arial"/>
              </a:defRPr>
            </a:lvl6pPr>
            <a:lvl7pPr>
              <a:defRPr sz="1950" b="0">
                <a:solidFill>
                  <a:srgbClr val="53675A"/>
                </a:solidFill>
                <a:latin typeface="Arial"/>
                <a:ea typeface="Arial"/>
                <a:cs typeface="Arial"/>
              </a:defRPr>
            </a:lvl7pPr>
            <a:lvl8pPr>
              <a:defRPr sz="1950" b="0">
                <a:solidFill>
                  <a:srgbClr val="53675A"/>
                </a:solidFill>
                <a:latin typeface="Arial"/>
                <a:ea typeface="Arial"/>
                <a:cs typeface="Arial"/>
              </a:defRPr>
            </a:lvl8pPr>
            <a:lvl9pPr>
              <a:defRPr sz="1950" b="0">
                <a:solidFill>
                  <a:srgbClr val="53675A"/>
                </a:solidFill>
                <a:latin typeface="Arial"/>
                <a:ea typeface="Arial"/>
                <a:cs typeface="Arial"/>
              </a:defRPr>
            </a:lvl9pPr>
          </a:lstStyle>
          <a:p xmlns:a="http://schemas.openxmlformats.org/drawingml/2006/main">
            <a:pPr>
              <a:defRPr sz="1950" b="0">
                <a:solidFill>
                  <a:srgbClr val="53675A"/>
                </a:solidFill>
                <a:latin typeface="Arial"/>
                <a:ea typeface="Arial"/>
                <a:cs typeface="Arial"/>
              </a:defRPr>
            </a:pPr>
            <a:r>
              <a:rPr sz="1950" b="0">
                <a:solidFill>
                  <a:srgbClr val="53675A"/>
                </a:solidFill>
                <a:latin typeface="Arial"/>
                <a:ea typeface="Arial"/>
                <a:cs typeface="Arial"/>
              </a:rPr>
              <a:t>Durată și umbră estimate</a:t>
            </a:r>
          </a:p>
        </p:txBody>
      </p:sp>
      <p:sp>
        <p:nvSpPr>
          <p:cNvPr id="9" name="shape-28">
            <a:extLst xmlns:a="http://schemas.openxmlformats.org/drawingml/2006/main">
              <a:ext uri="{FF2B5EF4-FFF2-40B4-BE49-F238E27FC236}">
                <a16:creationId xmlns:a16="http://schemas.microsoft.com/office/drawing/2014/main" id="{BED77697-00AD-49B8-99B5-7F8AA55ABB4A}"/>
              </a:ext>
            </a:extLst>
          </p:cNvPr>
          <p:cNvSpPr>
            <a:spLocks xmlns:a="http://schemas.openxmlformats.org/drawingml/2006/main" noGrp="1"/>
          </p:cNvSpPr>
          <p:nvPr/>
        </p:nvSpPr>
        <p:spPr>
          <a:xfrm xmlns:a="http://schemas.openxmlformats.org/drawingml/2006/main" rot="0">
            <a:off x="666750" y="4076700"/>
            <a:ext cx="10668000" cy="9525"/>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10" name="text-29">
            <a:extLst xmlns:a="http://schemas.openxmlformats.org/drawingml/2006/main">
              <a:ext uri="{FF2B5EF4-FFF2-40B4-BE49-F238E27FC236}">
                <a16:creationId xmlns:a16="http://schemas.microsoft.com/office/drawing/2014/main" id="{14DB0AA8-8B8A-4BDA-9438-0FA113C8B92B}"/>
              </a:ext>
            </a:extLst>
          </p:cNvPr>
          <p:cNvSpPr>
            <a:spLocks xmlns:a="http://schemas.openxmlformats.org/drawingml/2006/main" noGrp="1"/>
          </p:cNvSpPr>
          <p:nvPr/>
        </p:nvSpPr>
        <p:spPr>
          <a:xfrm xmlns:a="http://schemas.openxmlformats.org/drawingml/2006/main">
            <a:off x="666750" y="4276725"/>
            <a:ext cx="447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400" b="1">
                <a:solidFill>
                  <a:srgbClr val="183427"/>
                </a:solidFill>
                <a:latin typeface="Arial"/>
                <a:ea typeface="Arial"/>
                <a:cs typeface="Arial"/>
              </a:defRPr>
            </a:defPPr>
            <a:lvl1pPr>
              <a:defRPr sz="2400" b="1">
                <a:solidFill>
                  <a:srgbClr val="183427"/>
                </a:solidFill>
                <a:latin typeface="Arial"/>
                <a:ea typeface="Arial"/>
                <a:cs typeface="Arial"/>
              </a:defRPr>
            </a:lvl1pPr>
            <a:lvl2pPr>
              <a:defRPr sz="2400" b="1">
                <a:solidFill>
                  <a:srgbClr val="183427"/>
                </a:solidFill>
                <a:latin typeface="Arial"/>
                <a:ea typeface="Arial"/>
                <a:cs typeface="Arial"/>
              </a:defRPr>
            </a:lvl2pPr>
            <a:lvl3pPr>
              <a:defRPr sz="2400" b="1">
                <a:solidFill>
                  <a:srgbClr val="183427"/>
                </a:solidFill>
                <a:latin typeface="Arial"/>
                <a:ea typeface="Arial"/>
                <a:cs typeface="Arial"/>
              </a:defRPr>
            </a:lvl3pPr>
            <a:lvl4pPr>
              <a:defRPr sz="2400" b="1">
                <a:solidFill>
                  <a:srgbClr val="183427"/>
                </a:solidFill>
                <a:latin typeface="Arial"/>
                <a:ea typeface="Arial"/>
                <a:cs typeface="Arial"/>
              </a:defRPr>
            </a:lvl4pPr>
            <a:lvl5pPr>
              <a:defRPr sz="2400" b="1">
                <a:solidFill>
                  <a:srgbClr val="183427"/>
                </a:solidFill>
                <a:latin typeface="Arial"/>
                <a:ea typeface="Arial"/>
                <a:cs typeface="Arial"/>
              </a:defRPr>
            </a:lvl5pPr>
            <a:lvl6pPr>
              <a:defRPr sz="2400" b="1">
                <a:solidFill>
                  <a:srgbClr val="183427"/>
                </a:solidFill>
                <a:latin typeface="Arial"/>
                <a:ea typeface="Arial"/>
                <a:cs typeface="Arial"/>
              </a:defRPr>
            </a:lvl6pPr>
            <a:lvl7pPr>
              <a:defRPr sz="2400" b="1">
                <a:solidFill>
                  <a:srgbClr val="183427"/>
                </a:solidFill>
                <a:latin typeface="Arial"/>
                <a:ea typeface="Arial"/>
                <a:cs typeface="Arial"/>
              </a:defRPr>
            </a:lvl7pPr>
            <a:lvl8pPr>
              <a:defRPr sz="2400" b="1">
                <a:solidFill>
                  <a:srgbClr val="183427"/>
                </a:solidFill>
                <a:latin typeface="Arial"/>
                <a:ea typeface="Arial"/>
                <a:cs typeface="Arial"/>
              </a:defRPr>
            </a:lvl8pPr>
            <a:lvl9pPr>
              <a:defRPr sz="2400" b="1">
                <a:solidFill>
                  <a:srgbClr val="183427"/>
                </a:solidFill>
                <a:latin typeface="Arial"/>
                <a:ea typeface="Arial"/>
                <a:cs typeface="Arial"/>
              </a:defRPr>
            </a:lvl9pPr>
          </a:lstStyle>
          <a:p xmlns:a="http://schemas.openxmlformats.org/drawingml/2006/main">
            <a:pPr>
              <a:defRPr sz="2400" b="1">
                <a:solidFill>
                  <a:srgbClr val="183427"/>
                </a:solidFill>
                <a:latin typeface="Arial"/>
                <a:ea typeface="Arial"/>
                <a:cs typeface="Arial"/>
              </a:defRPr>
            </a:pPr>
            <a:r>
              <a:rPr sz="2400" b="1">
                <a:solidFill>
                  <a:srgbClr val="183427"/>
                </a:solidFill>
                <a:latin typeface="Arial"/>
                <a:ea typeface="Arial"/>
                <a:cs typeface="Arial"/>
              </a:rPr>
              <a:t>Mai multă umbră</a:t>
            </a:r>
          </a:p>
        </p:txBody>
      </p:sp>
      <p:sp>
        <p:nvSpPr>
          <p:cNvPr id="11" name="text-30">
            <a:extLst xmlns:a="http://schemas.openxmlformats.org/drawingml/2006/main">
              <a:ext uri="{FF2B5EF4-FFF2-40B4-BE49-F238E27FC236}">
                <a16:creationId xmlns:a16="http://schemas.microsoft.com/office/drawing/2014/main" id="{4EF31710-CBD2-4B88-8D98-EBABC24F37E5}"/>
              </a:ext>
            </a:extLst>
          </p:cNvPr>
          <p:cNvSpPr>
            <a:spLocks xmlns:a="http://schemas.openxmlformats.org/drawingml/2006/main" noGrp="1"/>
          </p:cNvSpPr>
          <p:nvPr/>
        </p:nvSpPr>
        <p:spPr>
          <a:xfrm xmlns:a="http://schemas.openxmlformats.org/drawingml/2006/main">
            <a:off x="5524500" y="4305300"/>
            <a:ext cx="561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0">
                <a:solidFill>
                  <a:srgbClr val="53675A"/>
                </a:solidFill>
                <a:latin typeface="Arial"/>
                <a:ea typeface="Arial"/>
                <a:cs typeface="Arial"/>
              </a:defRPr>
            </a:defPPr>
            <a:lvl1pPr>
              <a:defRPr sz="1950" b="0">
                <a:solidFill>
                  <a:srgbClr val="53675A"/>
                </a:solidFill>
                <a:latin typeface="Arial"/>
                <a:ea typeface="Arial"/>
                <a:cs typeface="Arial"/>
              </a:defRPr>
            </a:lvl1pPr>
            <a:lvl2pPr>
              <a:defRPr sz="1950" b="0">
                <a:solidFill>
                  <a:srgbClr val="53675A"/>
                </a:solidFill>
                <a:latin typeface="Arial"/>
                <a:ea typeface="Arial"/>
                <a:cs typeface="Arial"/>
              </a:defRPr>
            </a:lvl2pPr>
            <a:lvl3pPr>
              <a:defRPr sz="1950" b="0">
                <a:solidFill>
                  <a:srgbClr val="53675A"/>
                </a:solidFill>
                <a:latin typeface="Arial"/>
                <a:ea typeface="Arial"/>
                <a:cs typeface="Arial"/>
              </a:defRPr>
            </a:lvl3pPr>
            <a:lvl4pPr>
              <a:defRPr sz="1950" b="0">
                <a:solidFill>
                  <a:srgbClr val="53675A"/>
                </a:solidFill>
                <a:latin typeface="Arial"/>
                <a:ea typeface="Arial"/>
                <a:cs typeface="Arial"/>
              </a:defRPr>
            </a:lvl4pPr>
            <a:lvl5pPr>
              <a:defRPr sz="1950" b="0">
                <a:solidFill>
                  <a:srgbClr val="53675A"/>
                </a:solidFill>
                <a:latin typeface="Arial"/>
                <a:ea typeface="Arial"/>
                <a:cs typeface="Arial"/>
              </a:defRPr>
            </a:lvl5pPr>
            <a:lvl6pPr>
              <a:defRPr sz="1950" b="0">
                <a:solidFill>
                  <a:srgbClr val="53675A"/>
                </a:solidFill>
                <a:latin typeface="Arial"/>
                <a:ea typeface="Arial"/>
                <a:cs typeface="Arial"/>
              </a:defRPr>
            </a:lvl6pPr>
            <a:lvl7pPr>
              <a:defRPr sz="1950" b="0">
                <a:solidFill>
                  <a:srgbClr val="53675A"/>
                </a:solidFill>
                <a:latin typeface="Arial"/>
                <a:ea typeface="Arial"/>
                <a:cs typeface="Arial"/>
              </a:defRPr>
            </a:lvl7pPr>
            <a:lvl8pPr>
              <a:defRPr sz="1950" b="0">
                <a:solidFill>
                  <a:srgbClr val="53675A"/>
                </a:solidFill>
                <a:latin typeface="Arial"/>
                <a:ea typeface="Arial"/>
                <a:cs typeface="Arial"/>
              </a:defRPr>
            </a:lvl8pPr>
            <a:lvl9pPr>
              <a:defRPr sz="1950" b="0">
                <a:solidFill>
                  <a:srgbClr val="53675A"/>
                </a:solidFill>
                <a:latin typeface="Arial"/>
                <a:ea typeface="Arial"/>
                <a:cs typeface="Arial"/>
              </a:defRPr>
            </a:lvl9pPr>
          </a:lstStyle>
          <a:p xmlns:a="http://schemas.openxmlformats.org/drawingml/2006/main">
            <a:pPr>
              <a:defRPr sz="1950" b="0">
                <a:solidFill>
                  <a:srgbClr val="53675A"/>
                </a:solidFill>
                <a:latin typeface="Arial"/>
                <a:ea typeface="Arial"/>
                <a:cs typeface="Arial"/>
              </a:defRPr>
            </a:pPr>
            <a:r>
              <a:rPr sz="1950" b="0">
                <a:solidFill>
                  <a:srgbClr val="53675A"/>
                </a:solidFill>
                <a:latin typeface="Arial"/>
                <a:ea typeface="Arial"/>
                <a:cs typeface="Arial"/>
              </a:rPr>
              <a:t>În limita ocolului ales</a:t>
            </a:r>
          </a:p>
        </p:txBody>
      </p:sp>
      <p:sp>
        <p:nvSpPr>
          <p:cNvPr id="12" name="text-31">
            <a:extLst xmlns:a="http://schemas.openxmlformats.org/drawingml/2006/main">
              <a:ext uri="{FF2B5EF4-FFF2-40B4-BE49-F238E27FC236}">
                <a16:creationId xmlns:a16="http://schemas.microsoft.com/office/drawing/2014/main" id="{0241DFCD-49A4-4E19-B33C-8B91CED88A8E}"/>
              </a:ext>
            </a:extLst>
          </p:cNvPr>
          <p:cNvSpPr>
            <a:spLocks xmlns:a="http://schemas.openxmlformats.org/drawingml/2006/main" noGrp="1"/>
          </p:cNvSpPr>
          <p:nvPr/>
        </p:nvSpPr>
        <p:spPr>
          <a:xfrm xmlns:a="http://schemas.openxmlformats.org/drawingml/2006/main">
            <a:off x="666750" y="5476875"/>
            <a:ext cx="106203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00734B"/>
                </a:solidFill>
                <a:latin typeface="Arial"/>
                <a:ea typeface="Arial"/>
                <a:cs typeface="Arial"/>
              </a:defRPr>
            </a:defPPr>
            <a:lvl1pPr>
              <a:defRPr sz="1950" b="1">
                <a:solidFill>
                  <a:srgbClr val="00734B"/>
                </a:solidFill>
                <a:latin typeface="Arial"/>
                <a:ea typeface="Arial"/>
                <a:cs typeface="Arial"/>
              </a:defRPr>
            </a:lvl1pPr>
            <a:lvl2pPr>
              <a:defRPr sz="1950" b="1">
                <a:solidFill>
                  <a:srgbClr val="00734B"/>
                </a:solidFill>
                <a:latin typeface="Arial"/>
                <a:ea typeface="Arial"/>
                <a:cs typeface="Arial"/>
              </a:defRPr>
            </a:lvl2pPr>
            <a:lvl3pPr>
              <a:defRPr sz="1950" b="1">
                <a:solidFill>
                  <a:srgbClr val="00734B"/>
                </a:solidFill>
                <a:latin typeface="Arial"/>
                <a:ea typeface="Arial"/>
                <a:cs typeface="Arial"/>
              </a:defRPr>
            </a:lvl3pPr>
            <a:lvl4pPr>
              <a:defRPr sz="1950" b="1">
                <a:solidFill>
                  <a:srgbClr val="00734B"/>
                </a:solidFill>
                <a:latin typeface="Arial"/>
                <a:ea typeface="Arial"/>
                <a:cs typeface="Arial"/>
              </a:defRPr>
            </a:lvl4pPr>
            <a:lvl5pPr>
              <a:defRPr sz="1950" b="1">
                <a:solidFill>
                  <a:srgbClr val="00734B"/>
                </a:solidFill>
                <a:latin typeface="Arial"/>
                <a:ea typeface="Arial"/>
                <a:cs typeface="Arial"/>
              </a:defRPr>
            </a:lvl5pPr>
            <a:lvl6pPr>
              <a:defRPr sz="1950" b="1">
                <a:solidFill>
                  <a:srgbClr val="00734B"/>
                </a:solidFill>
                <a:latin typeface="Arial"/>
                <a:ea typeface="Arial"/>
                <a:cs typeface="Arial"/>
              </a:defRPr>
            </a:lvl6pPr>
            <a:lvl7pPr>
              <a:defRPr sz="1950" b="1">
                <a:solidFill>
                  <a:srgbClr val="00734B"/>
                </a:solidFill>
                <a:latin typeface="Arial"/>
                <a:ea typeface="Arial"/>
                <a:cs typeface="Arial"/>
              </a:defRPr>
            </a:lvl7pPr>
            <a:lvl8pPr>
              <a:defRPr sz="1950" b="1">
                <a:solidFill>
                  <a:srgbClr val="00734B"/>
                </a:solidFill>
                <a:latin typeface="Arial"/>
                <a:ea typeface="Arial"/>
                <a:cs typeface="Arial"/>
              </a:defRPr>
            </a:lvl8pPr>
            <a:lvl9pPr>
              <a:defRPr sz="1950" b="1">
                <a:solidFill>
                  <a:srgbClr val="00734B"/>
                </a:solidFill>
                <a:latin typeface="Arial"/>
                <a:ea typeface="Arial"/>
                <a:cs typeface="Arial"/>
              </a:defRPr>
            </a:lvl9pPr>
          </a:lstStyle>
          <a:p xmlns:a="http://schemas.openxmlformats.org/drawingml/2006/main">
            <a:pPr>
              <a:defRPr sz="1950" b="1">
                <a:solidFill>
                  <a:srgbClr val="00734B"/>
                </a:solidFill>
                <a:latin typeface="Arial"/>
                <a:ea typeface="Arial"/>
                <a:cs typeface="Arial"/>
              </a:defRPr>
            </a:pPr>
            <a:r>
              <a:rPr sz="1950" b="1">
                <a:solidFill>
                  <a:srgbClr val="00734B"/>
                </a:solidFill>
                <a:latin typeface="Arial"/>
                <a:ea typeface="Arial"/>
                <a:cs typeface="Arial"/>
              </a:rPr>
              <a:t>Harta arată clădirile și umbrele; GPS-ul urmărește traseul ales.</a:t>
            </a:r>
          </a:p>
        </p:txBody>
      </p:sp>
      <p:sp>
        <p:nvSpPr>
          <p:cNvPr id="13" name="text-32">
            <a:extLst xmlns:a="http://schemas.openxmlformats.org/drawingml/2006/main">
              <a:ext uri="{FF2B5EF4-FFF2-40B4-BE49-F238E27FC236}">
                <a16:creationId xmlns:a16="http://schemas.microsoft.com/office/drawing/2014/main" id="{260D2E08-8D03-4E63-B5A9-6FFCF8AA6375}"/>
              </a:ext>
            </a:extLst>
          </p:cNvPr>
          <p:cNvSpPr>
            <a:spLocks xmlns:a="http://schemas.openxmlformats.org/drawingml/2006/main" noGrp="1"/>
          </p:cNvSpPr>
          <p:nvPr/>
        </p:nvSpPr>
        <p:spPr>
          <a:xfrm xmlns:a="http://schemas.openxmlformats.org/drawingml/2006/main">
            <a:off x="666750" y="641985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3675A"/>
                </a:solidFill>
                <a:latin typeface="Arial"/>
                <a:ea typeface="Arial"/>
                <a:cs typeface="Arial"/>
              </a:defRPr>
            </a:defPPr>
            <a:lvl1pPr>
              <a:defRPr sz="1200" b="0">
                <a:solidFill>
                  <a:srgbClr val="53675A"/>
                </a:solidFill>
                <a:latin typeface="Arial"/>
                <a:ea typeface="Arial"/>
                <a:cs typeface="Arial"/>
              </a:defRPr>
            </a:lvl1pPr>
            <a:lvl2pPr>
              <a:defRPr sz="1200" b="0">
                <a:solidFill>
                  <a:srgbClr val="53675A"/>
                </a:solidFill>
                <a:latin typeface="Arial"/>
                <a:ea typeface="Arial"/>
                <a:cs typeface="Arial"/>
              </a:defRPr>
            </a:lvl2pPr>
            <a:lvl3pPr>
              <a:defRPr sz="1200" b="0">
                <a:solidFill>
                  <a:srgbClr val="53675A"/>
                </a:solidFill>
                <a:latin typeface="Arial"/>
                <a:ea typeface="Arial"/>
                <a:cs typeface="Arial"/>
              </a:defRPr>
            </a:lvl3pPr>
            <a:lvl4pPr>
              <a:defRPr sz="1200" b="0">
                <a:solidFill>
                  <a:srgbClr val="53675A"/>
                </a:solidFill>
                <a:latin typeface="Arial"/>
                <a:ea typeface="Arial"/>
                <a:cs typeface="Arial"/>
              </a:defRPr>
            </a:lvl4pPr>
            <a:lvl5pPr>
              <a:defRPr sz="1200" b="0">
                <a:solidFill>
                  <a:srgbClr val="53675A"/>
                </a:solidFill>
                <a:latin typeface="Arial"/>
                <a:ea typeface="Arial"/>
                <a:cs typeface="Arial"/>
              </a:defRPr>
            </a:lvl5pPr>
            <a:lvl6pPr>
              <a:defRPr sz="1200" b="0">
                <a:solidFill>
                  <a:srgbClr val="53675A"/>
                </a:solidFill>
                <a:latin typeface="Arial"/>
                <a:ea typeface="Arial"/>
                <a:cs typeface="Arial"/>
              </a:defRPr>
            </a:lvl6pPr>
            <a:lvl7pPr>
              <a:defRPr sz="1200" b="0">
                <a:solidFill>
                  <a:srgbClr val="53675A"/>
                </a:solidFill>
                <a:latin typeface="Arial"/>
                <a:ea typeface="Arial"/>
                <a:cs typeface="Arial"/>
              </a:defRPr>
            </a:lvl7pPr>
            <a:lvl8pPr>
              <a:defRPr sz="1200" b="0">
                <a:solidFill>
                  <a:srgbClr val="53675A"/>
                </a:solidFill>
                <a:latin typeface="Arial"/>
                <a:ea typeface="Arial"/>
                <a:cs typeface="Arial"/>
              </a:defRPr>
            </a:lvl8pPr>
            <a:lvl9pPr>
              <a:defRPr sz="1200" b="0">
                <a:solidFill>
                  <a:srgbClr val="53675A"/>
                </a:solidFill>
                <a:latin typeface="Arial"/>
                <a:ea typeface="Arial"/>
                <a:cs typeface="Arial"/>
              </a:defRPr>
            </a:lvl9pPr>
          </a:lstStyle>
          <a:p xmlns:a="http://schemas.openxmlformats.org/drawingml/2006/main">
            <a:pPr>
              <a:defRPr sz="1200" b="0">
                <a:solidFill>
                  <a:srgbClr val="53675A"/>
                </a:solidFill>
                <a:latin typeface="Arial"/>
                <a:ea typeface="Arial"/>
                <a:cs typeface="Arial"/>
              </a:defRPr>
            </a:pPr>
            <a:r>
              <a:rPr sz="1200" b="0">
                <a:solidFill>
                  <a:srgbClr val="53675A"/>
                </a:solidFill>
                <a:latin typeface="Arial"/>
                <a:ea typeface="Arial"/>
                <a:cs typeface="Arial"/>
              </a:rPr>
              <a:t>Rutare: Constanța, Mamaia și Palazu Mare. Până la trei variante disponibile.</a:t>
            </a:r>
          </a:p>
        </p:txBody>
      </p:sp>
    </p:spTree>
    <p:extLst>
      <p:ext uri="{BB962C8B-B14F-4D97-AF65-F5344CB8AC3E}">
        <p14:creationId xmlns:p14="http://schemas.microsoft.com/office/powerpoint/2010/main" val="859282535"/>
      </p:ext>
    </p:extLst>
  </p:cSld>
</p:sld>
</file>

<file path=ppt/slides/slide4.xml><?xml version="1.0" encoding="utf-8"?>
<p:sld xmlns:p="http://schemas.openxmlformats.org/presentationml/2006/main">
  <p:cSld>
    <p:bg>
      <p:bgPr>
        <a:solidFill xmlns:a="http://schemas.openxmlformats.org/drawingml/2006/main">
          <a:srgbClr val="FAF8F1"/>
        </a:solidFill>
      </p:bgPr>
    </p:bg>
    <p:spTree>
      <p:nvGrpSpPr>
        <p:cNvPr id="1" name=""/>
        <p:cNvGrpSpPr/>
        <p:nvPr/>
      </p:nvGrpSpPr>
      <p:grpSpPr>
        <a:xfrm xmlns:a="http://schemas.openxmlformats.org/drawingml/2006/main"/>
      </p:grpSpPr>
      <p:sp>
        <p:nvSpPr>
          <p:cNvPr id="11" name="text-33">
            <a:extLst xmlns:a="http://schemas.openxmlformats.org/drawingml/2006/main">
              <a:ext uri="{FF2B5EF4-FFF2-40B4-BE49-F238E27FC236}">
                <a16:creationId xmlns:a16="http://schemas.microsoft.com/office/drawing/2014/main" id="{702BC2CA-611B-4FA6-9AD0-25245588976A}"/>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Ce arată datele despre clădiri</a:t>
            </a:r>
          </a:p>
        </p:txBody>
      </p:sp>
      <p:sp>
        <p:nvSpPr>
          <p:cNvPr id="2" name="text-34">
            <a:extLst xmlns:a="http://schemas.openxmlformats.org/drawingml/2006/main">
              <a:ext uri="{FF2B5EF4-FFF2-40B4-BE49-F238E27FC236}">
                <a16:creationId xmlns:a16="http://schemas.microsoft.com/office/drawing/2014/main" id="{B14D7CE1-B7EA-4B90-BCD6-E29F55096D6F}"/>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04</a:t>
            </a:r>
          </a:p>
        </p:txBody>
      </p:sp>
      <p:sp>
        <p:nvSpPr>
          <p:cNvPr id="3" name="text-35">
            <a:extLst xmlns:a="http://schemas.openxmlformats.org/drawingml/2006/main">
              <a:ext uri="{FF2B5EF4-FFF2-40B4-BE49-F238E27FC236}">
                <a16:creationId xmlns:a16="http://schemas.microsoft.com/office/drawing/2014/main" id="{5EE8A61D-A9EC-4D5E-A906-EE66F673C3D1}"/>
              </a:ext>
            </a:extLst>
          </p:cNvPr>
          <p:cNvSpPr>
            <a:spLocks xmlns:a="http://schemas.openxmlformats.org/drawingml/2006/main" noGrp="1"/>
          </p:cNvSpPr>
          <p:nvPr/>
        </p:nvSpPr>
        <p:spPr>
          <a:xfrm xmlns:a="http://schemas.openxmlformats.org/drawingml/2006/main">
            <a:off x="647700" y="151447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53675A"/>
                </a:solidFill>
                <a:latin typeface="Arial"/>
                <a:ea typeface="Arial"/>
                <a:cs typeface="Arial"/>
              </a:defRPr>
            </a:defPPr>
            <a:lvl1pPr>
              <a:defRPr sz="2175" b="0">
                <a:solidFill>
                  <a:srgbClr val="53675A"/>
                </a:solidFill>
                <a:latin typeface="Arial"/>
                <a:ea typeface="Arial"/>
                <a:cs typeface="Arial"/>
              </a:defRPr>
            </a:lvl1pPr>
            <a:lvl2pPr>
              <a:defRPr sz="2175" b="0">
                <a:solidFill>
                  <a:srgbClr val="53675A"/>
                </a:solidFill>
                <a:latin typeface="Arial"/>
                <a:ea typeface="Arial"/>
                <a:cs typeface="Arial"/>
              </a:defRPr>
            </a:lvl2pPr>
            <a:lvl3pPr>
              <a:defRPr sz="2175" b="0">
                <a:solidFill>
                  <a:srgbClr val="53675A"/>
                </a:solidFill>
                <a:latin typeface="Arial"/>
                <a:ea typeface="Arial"/>
                <a:cs typeface="Arial"/>
              </a:defRPr>
            </a:lvl3pPr>
            <a:lvl4pPr>
              <a:defRPr sz="2175" b="0">
                <a:solidFill>
                  <a:srgbClr val="53675A"/>
                </a:solidFill>
                <a:latin typeface="Arial"/>
                <a:ea typeface="Arial"/>
                <a:cs typeface="Arial"/>
              </a:defRPr>
            </a:lvl4pPr>
            <a:lvl5pPr>
              <a:defRPr sz="2175" b="0">
                <a:solidFill>
                  <a:srgbClr val="53675A"/>
                </a:solidFill>
                <a:latin typeface="Arial"/>
                <a:ea typeface="Arial"/>
                <a:cs typeface="Arial"/>
              </a:defRPr>
            </a:lvl5pPr>
            <a:lvl6pPr>
              <a:defRPr sz="2175" b="0">
                <a:solidFill>
                  <a:srgbClr val="53675A"/>
                </a:solidFill>
                <a:latin typeface="Arial"/>
                <a:ea typeface="Arial"/>
                <a:cs typeface="Arial"/>
              </a:defRPr>
            </a:lvl6pPr>
            <a:lvl7pPr>
              <a:defRPr sz="2175" b="0">
                <a:solidFill>
                  <a:srgbClr val="53675A"/>
                </a:solidFill>
                <a:latin typeface="Arial"/>
                <a:ea typeface="Arial"/>
                <a:cs typeface="Arial"/>
              </a:defRPr>
            </a:lvl7pPr>
            <a:lvl8pPr>
              <a:defRPr sz="2175" b="0">
                <a:solidFill>
                  <a:srgbClr val="53675A"/>
                </a:solidFill>
                <a:latin typeface="Arial"/>
                <a:ea typeface="Arial"/>
                <a:cs typeface="Arial"/>
              </a:defRPr>
            </a:lvl8pPr>
            <a:lvl9pPr>
              <a:defRPr sz="2175" b="0">
                <a:solidFill>
                  <a:srgbClr val="53675A"/>
                </a:solidFill>
                <a:latin typeface="Arial"/>
                <a:ea typeface="Arial"/>
                <a:cs typeface="Arial"/>
              </a:defRPr>
            </a:lvl9pPr>
          </a:lstStyle>
          <a:p xmlns:a="http://schemas.openxmlformats.org/drawingml/2006/main">
            <a:pPr>
              <a:defRPr sz="2175" b="0">
                <a:solidFill>
                  <a:srgbClr val="53675A"/>
                </a:solidFill>
                <a:latin typeface="Arial"/>
                <a:ea typeface="Arial"/>
                <a:cs typeface="Arial"/>
              </a:defRPr>
            </a:pPr>
            <a:r>
              <a:rPr sz="2175" b="0">
                <a:solidFill>
                  <a:srgbClr val="53675A"/>
                </a:solidFill>
                <a:latin typeface="Arial"/>
                <a:ea typeface="Arial"/>
                <a:cs typeface="Arial"/>
              </a:rPr>
              <a:t>Datele aplicației pentru Constanța, Mamaia și Palazu Mare</a:t>
            </a:r>
          </a:p>
        </p:txBody>
      </p:sp>
      <p:sp>
        <p:nvSpPr>
          <p:cNvPr id="4" name="text-36">
            <a:extLst xmlns:a="http://schemas.openxmlformats.org/drawingml/2006/main">
              <a:ext uri="{FF2B5EF4-FFF2-40B4-BE49-F238E27FC236}">
                <a16:creationId xmlns:a16="http://schemas.microsoft.com/office/drawing/2014/main" id="{0AB20499-5782-4B1A-8B2B-E8845D78DF06}"/>
              </a:ext>
            </a:extLst>
          </p:cNvPr>
          <p:cNvSpPr>
            <a:spLocks xmlns:a="http://schemas.openxmlformats.org/drawingml/2006/main" noGrp="1"/>
          </p:cNvSpPr>
          <p:nvPr/>
        </p:nvSpPr>
        <p:spPr>
          <a:xfrm xmlns:a="http://schemas.openxmlformats.org/drawingml/2006/main">
            <a:off x="590550" y="2428875"/>
            <a:ext cx="5619750"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8175" b="1">
                <a:solidFill>
                  <a:srgbClr val="00734B"/>
                </a:solidFill>
                <a:latin typeface="Arial"/>
                <a:ea typeface="Arial"/>
                <a:cs typeface="Arial"/>
              </a:defRPr>
            </a:defPPr>
            <a:lvl1pPr>
              <a:defRPr sz="8175" b="1">
                <a:solidFill>
                  <a:srgbClr val="00734B"/>
                </a:solidFill>
                <a:latin typeface="Arial"/>
                <a:ea typeface="Arial"/>
                <a:cs typeface="Arial"/>
              </a:defRPr>
            </a:lvl1pPr>
            <a:lvl2pPr>
              <a:defRPr sz="8175" b="1">
                <a:solidFill>
                  <a:srgbClr val="00734B"/>
                </a:solidFill>
                <a:latin typeface="Arial"/>
                <a:ea typeface="Arial"/>
                <a:cs typeface="Arial"/>
              </a:defRPr>
            </a:lvl2pPr>
            <a:lvl3pPr>
              <a:defRPr sz="8175" b="1">
                <a:solidFill>
                  <a:srgbClr val="00734B"/>
                </a:solidFill>
                <a:latin typeface="Arial"/>
                <a:ea typeface="Arial"/>
                <a:cs typeface="Arial"/>
              </a:defRPr>
            </a:lvl3pPr>
            <a:lvl4pPr>
              <a:defRPr sz="8175" b="1">
                <a:solidFill>
                  <a:srgbClr val="00734B"/>
                </a:solidFill>
                <a:latin typeface="Arial"/>
                <a:ea typeface="Arial"/>
                <a:cs typeface="Arial"/>
              </a:defRPr>
            </a:lvl4pPr>
            <a:lvl5pPr>
              <a:defRPr sz="8175" b="1">
                <a:solidFill>
                  <a:srgbClr val="00734B"/>
                </a:solidFill>
                <a:latin typeface="Arial"/>
                <a:ea typeface="Arial"/>
                <a:cs typeface="Arial"/>
              </a:defRPr>
            </a:lvl5pPr>
            <a:lvl6pPr>
              <a:defRPr sz="8175" b="1">
                <a:solidFill>
                  <a:srgbClr val="00734B"/>
                </a:solidFill>
                <a:latin typeface="Arial"/>
                <a:ea typeface="Arial"/>
                <a:cs typeface="Arial"/>
              </a:defRPr>
            </a:lvl6pPr>
            <a:lvl7pPr>
              <a:defRPr sz="8175" b="1">
                <a:solidFill>
                  <a:srgbClr val="00734B"/>
                </a:solidFill>
                <a:latin typeface="Arial"/>
                <a:ea typeface="Arial"/>
                <a:cs typeface="Arial"/>
              </a:defRPr>
            </a:lvl7pPr>
            <a:lvl8pPr>
              <a:defRPr sz="8175" b="1">
                <a:solidFill>
                  <a:srgbClr val="00734B"/>
                </a:solidFill>
                <a:latin typeface="Arial"/>
                <a:ea typeface="Arial"/>
                <a:cs typeface="Arial"/>
              </a:defRPr>
            </a:lvl8pPr>
            <a:lvl9pPr>
              <a:defRPr sz="8175" b="1">
                <a:solidFill>
                  <a:srgbClr val="00734B"/>
                </a:solidFill>
                <a:latin typeface="Arial"/>
                <a:ea typeface="Arial"/>
                <a:cs typeface="Arial"/>
              </a:defRPr>
            </a:lvl9pPr>
          </a:lstStyle>
          <a:p xmlns:a="http://schemas.openxmlformats.org/drawingml/2006/main">
            <a:pPr>
              <a:defRPr sz="8175" b="1">
                <a:solidFill>
                  <a:srgbClr val="00734B"/>
                </a:solidFill>
                <a:latin typeface="Arial"/>
                <a:ea typeface="Arial"/>
                <a:cs typeface="Arial"/>
              </a:defRPr>
            </a:pPr>
            <a:r>
              <a:rPr sz="8175" b="1">
                <a:solidFill>
                  <a:srgbClr val="00734B"/>
                </a:solidFill>
                <a:latin typeface="Arial"/>
                <a:ea typeface="Arial"/>
                <a:cs typeface="Arial"/>
              </a:rPr>
              <a:t>87,8%</a:t>
            </a:r>
          </a:p>
        </p:txBody>
      </p:sp>
      <p:sp>
        <p:nvSpPr>
          <p:cNvPr id="5" name="text-37">
            <a:extLst xmlns:a="http://schemas.openxmlformats.org/drawingml/2006/main">
              <a:ext uri="{FF2B5EF4-FFF2-40B4-BE49-F238E27FC236}">
                <a16:creationId xmlns:a16="http://schemas.microsoft.com/office/drawing/2014/main" id="{5C9B6B45-6653-4202-9E0F-5E3E4D1D1D83}"/>
              </a:ext>
            </a:extLst>
          </p:cNvPr>
          <p:cNvSpPr>
            <a:spLocks xmlns:a="http://schemas.openxmlformats.org/drawingml/2006/main" noGrp="1"/>
          </p:cNvSpPr>
          <p:nvPr/>
        </p:nvSpPr>
        <p:spPr>
          <a:xfrm xmlns:a="http://schemas.openxmlformats.org/drawingml/2006/main">
            <a:off x="666750" y="3876675"/>
            <a:ext cx="571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83427"/>
                </a:solidFill>
                <a:latin typeface="Arial"/>
                <a:ea typeface="Arial"/>
                <a:cs typeface="Arial"/>
              </a:defRPr>
            </a:defPPr>
            <a:lvl1pPr>
              <a:defRPr sz="2175" b="1">
                <a:solidFill>
                  <a:srgbClr val="183427"/>
                </a:solidFill>
                <a:latin typeface="Arial"/>
                <a:ea typeface="Arial"/>
                <a:cs typeface="Arial"/>
              </a:defRPr>
            </a:lvl1pPr>
            <a:lvl2pPr>
              <a:defRPr sz="2175" b="1">
                <a:solidFill>
                  <a:srgbClr val="183427"/>
                </a:solidFill>
                <a:latin typeface="Arial"/>
                <a:ea typeface="Arial"/>
                <a:cs typeface="Arial"/>
              </a:defRPr>
            </a:lvl2pPr>
            <a:lvl3pPr>
              <a:defRPr sz="2175" b="1">
                <a:solidFill>
                  <a:srgbClr val="183427"/>
                </a:solidFill>
                <a:latin typeface="Arial"/>
                <a:ea typeface="Arial"/>
                <a:cs typeface="Arial"/>
              </a:defRPr>
            </a:lvl3pPr>
            <a:lvl4pPr>
              <a:defRPr sz="2175" b="1">
                <a:solidFill>
                  <a:srgbClr val="183427"/>
                </a:solidFill>
                <a:latin typeface="Arial"/>
                <a:ea typeface="Arial"/>
                <a:cs typeface="Arial"/>
              </a:defRPr>
            </a:lvl4pPr>
            <a:lvl5pPr>
              <a:defRPr sz="2175" b="1">
                <a:solidFill>
                  <a:srgbClr val="183427"/>
                </a:solidFill>
                <a:latin typeface="Arial"/>
                <a:ea typeface="Arial"/>
                <a:cs typeface="Arial"/>
              </a:defRPr>
            </a:lvl5pPr>
            <a:lvl6pPr>
              <a:defRPr sz="2175" b="1">
                <a:solidFill>
                  <a:srgbClr val="183427"/>
                </a:solidFill>
                <a:latin typeface="Arial"/>
                <a:ea typeface="Arial"/>
                <a:cs typeface="Arial"/>
              </a:defRPr>
            </a:lvl6pPr>
            <a:lvl7pPr>
              <a:defRPr sz="2175" b="1">
                <a:solidFill>
                  <a:srgbClr val="183427"/>
                </a:solidFill>
                <a:latin typeface="Arial"/>
                <a:ea typeface="Arial"/>
                <a:cs typeface="Arial"/>
              </a:defRPr>
            </a:lvl7pPr>
            <a:lvl8pPr>
              <a:defRPr sz="2175" b="1">
                <a:solidFill>
                  <a:srgbClr val="183427"/>
                </a:solidFill>
                <a:latin typeface="Arial"/>
                <a:ea typeface="Arial"/>
                <a:cs typeface="Arial"/>
              </a:defRPr>
            </a:lvl8pPr>
            <a:lvl9pPr>
              <a:defRPr sz="2175" b="1">
                <a:solidFill>
                  <a:srgbClr val="183427"/>
                </a:solidFill>
                <a:latin typeface="Arial"/>
                <a:ea typeface="Arial"/>
                <a:cs typeface="Arial"/>
              </a:defRPr>
            </a:lvl9pPr>
          </a:lstStyle>
          <a:p xmlns:a="http://schemas.openxmlformats.org/drawingml/2006/main">
            <a:pPr>
              <a:defRPr sz="2175" b="1">
                <a:solidFill>
                  <a:srgbClr val="183427"/>
                </a:solidFill>
                <a:latin typeface="Arial"/>
                <a:ea typeface="Arial"/>
                <a:cs typeface="Arial"/>
              </a:defRPr>
            </a:pPr>
            <a:r>
              <a:rPr sz="2175" b="1">
                <a:solidFill>
                  <a:srgbClr val="183427"/>
                </a:solidFill>
                <a:latin typeface="Arial"/>
                <a:ea typeface="Arial"/>
                <a:cs typeface="Arial"/>
              </a:rPr>
              <a:t>din 51.428 de clădiri nu au</a:t>
            </a:r>
          </a:p>
          <a:p xmlns:a="http://schemas.openxmlformats.org/drawingml/2006/main">
            <a:pPr>
              <a:defRPr sz="2175" b="1">
                <a:solidFill>
                  <a:srgbClr val="183427"/>
                </a:solidFill>
                <a:latin typeface="Arial"/>
                <a:ea typeface="Arial"/>
                <a:cs typeface="Arial"/>
              </a:defRPr>
            </a:pPr>
            <a:r>
              <a:rPr sz="2175" b="1">
                <a:solidFill>
                  <a:srgbClr val="183427"/>
                </a:solidFill>
                <a:latin typeface="Arial"/>
                <a:ea typeface="Arial"/>
                <a:cs typeface="Arial"/>
              </a:rPr>
              <a:t>înălțime sau număr de etaje.</a:t>
            </a:r>
          </a:p>
        </p:txBody>
      </p:sp>
      <p:sp>
        <p:nvSpPr>
          <p:cNvPr id="6" name="shape-38">
            <a:extLst xmlns:a="http://schemas.openxmlformats.org/drawingml/2006/main">
              <a:ext uri="{FF2B5EF4-FFF2-40B4-BE49-F238E27FC236}">
                <a16:creationId xmlns:a16="http://schemas.microsoft.com/office/drawing/2014/main" id="{BBEDCC46-9B41-478A-A303-0290D07F65B2}"/>
              </a:ext>
            </a:extLst>
          </p:cNvPr>
          <p:cNvSpPr>
            <a:spLocks xmlns:a="http://schemas.openxmlformats.org/drawingml/2006/main" noGrp="1"/>
          </p:cNvSpPr>
          <p:nvPr/>
        </p:nvSpPr>
        <p:spPr>
          <a:xfrm xmlns:a="http://schemas.openxmlformats.org/drawingml/2006/main" rot="0">
            <a:off x="6791325" y="2447925"/>
            <a:ext cx="19050" cy="2762250"/>
          </a:xfrm>
          <a:prstGeom xmlns:a="http://schemas.openxmlformats.org/drawingml/2006/main" prst="rect">
            <a:avLst/>
          </a:prstGeom>
          <a:solidFill xmlns:a="http://schemas.openxmlformats.org/drawingml/2006/main">
            <a:srgbClr val="CFD9CA"/>
          </a:solidFill>
          <a:ln xmlns:a="http://schemas.openxmlformats.org/drawingml/2006/main" w="0">
            <a:noFill/>
            <a:prstDash val="solid"/>
          </a:ln>
        </p:spPr>
      </p:sp>
      <p:sp>
        <p:nvSpPr>
          <p:cNvPr id="7" name="text-39">
            <a:extLst xmlns:a="http://schemas.openxmlformats.org/drawingml/2006/main">
              <a:ext uri="{FF2B5EF4-FFF2-40B4-BE49-F238E27FC236}">
                <a16:creationId xmlns:a16="http://schemas.microsoft.com/office/drawing/2014/main" id="{8F08185C-6277-4E8A-90EC-EF9651E9B257}"/>
              </a:ext>
            </a:extLst>
          </p:cNvPr>
          <p:cNvSpPr>
            <a:spLocks xmlns:a="http://schemas.openxmlformats.org/drawingml/2006/main" noGrp="1"/>
          </p:cNvSpPr>
          <p:nvPr/>
        </p:nvSpPr>
        <p:spPr>
          <a:xfrm xmlns:a="http://schemas.openxmlformats.org/drawingml/2006/main">
            <a:off x="7286625" y="2438400"/>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1">
                <a:solidFill>
                  <a:srgbClr val="183427"/>
                </a:solidFill>
                <a:latin typeface="Arial"/>
                <a:ea typeface="Arial"/>
                <a:cs typeface="Arial"/>
              </a:defRPr>
            </a:defPPr>
            <a:lvl1pPr>
              <a:defRPr sz="2175" b="1">
                <a:solidFill>
                  <a:srgbClr val="183427"/>
                </a:solidFill>
                <a:latin typeface="Arial"/>
                <a:ea typeface="Arial"/>
                <a:cs typeface="Arial"/>
              </a:defRPr>
            </a:lvl1pPr>
            <a:lvl2pPr>
              <a:defRPr sz="2175" b="1">
                <a:solidFill>
                  <a:srgbClr val="183427"/>
                </a:solidFill>
                <a:latin typeface="Arial"/>
                <a:ea typeface="Arial"/>
                <a:cs typeface="Arial"/>
              </a:defRPr>
            </a:lvl2pPr>
            <a:lvl3pPr>
              <a:defRPr sz="2175" b="1">
                <a:solidFill>
                  <a:srgbClr val="183427"/>
                </a:solidFill>
                <a:latin typeface="Arial"/>
                <a:ea typeface="Arial"/>
                <a:cs typeface="Arial"/>
              </a:defRPr>
            </a:lvl3pPr>
            <a:lvl4pPr>
              <a:defRPr sz="2175" b="1">
                <a:solidFill>
                  <a:srgbClr val="183427"/>
                </a:solidFill>
                <a:latin typeface="Arial"/>
                <a:ea typeface="Arial"/>
                <a:cs typeface="Arial"/>
              </a:defRPr>
            </a:lvl4pPr>
            <a:lvl5pPr>
              <a:defRPr sz="2175" b="1">
                <a:solidFill>
                  <a:srgbClr val="183427"/>
                </a:solidFill>
                <a:latin typeface="Arial"/>
                <a:ea typeface="Arial"/>
                <a:cs typeface="Arial"/>
              </a:defRPr>
            </a:lvl5pPr>
            <a:lvl6pPr>
              <a:defRPr sz="2175" b="1">
                <a:solidFill>
                  <a:srgbClr val="183427"/>
                </a:solidFill>
                <a:latin typeface="Arial"/>
                <a:ea typeface="Arial"/>
                <a:cs typeface="Arial"/>
              </a:defRPr>
            </a:lvl6pPr>
            <a:lvl7pPr>
              <a:defRPr sz="2175" b="1">
                <a:solidFill>
                  <a:srgbClr val="183427"/>
                </a:solidFill>
                <a:latin typeface="Arial"/>
                <a:ea typeface="Arial"/>
                <a:cs typeface="Arial"/>
              </a:defRPr>
            </a:lvl7pPr>
            <a:lvl8pPr>
              <a:defRPr sz="2175" b="1">
                <a:solidFill>
                  <a:srgbClr val="183427"/>
                </a:solidFill>
                <a:latin typeface="Arial"/>
                <a:ea typeface="Arial"/>
                <a:cs typeface="Arial"/>
              </a:defRPr>
            </a:lvl8pPr>
            <a:lvl9pPr>
              <a:defRPr sz="2175" b="1">
                <a:solidFill>
                  <a:srgbClr val="183427"/>
                </a:solidFill>
                <a:latin typeface="Arial"/>
                <a:ea typeface="Arial"/>
                <a:cs typeface="Arial"/>
              </a:defRPr>
            </a:lvl9pPr>
          </a:lstStyle>
          <a:p xmlns:a="http://schemas.openxmlformats.org/drawingml/2006/main">
            <a:pPr>
              <a:defRPr sz="2175" b="1">
                <a:solidFill>
                  <a:srgbClr val="183427"/>
                </a:solidFill>
                <a:latin typeface="Arial"/>
                <a:ea typeface="Arial"/>
                <a:cs typeface="Arial"/>
              </a:defRPr>
            </a:pPr>
            <a:r>
              <a:rPr sz="2175" b="1">
                <a:solidFill>
                  <a:srgbClr val="183427"/>
                </a:solidFill>
                <a:latin typeface="Arial"/>
                <a:ea typeface="Arial"/>
                <a:cs typeface="Arial"/>
              </a:rPr>
              <a:t>Comparația GBA – OSM</a:t>
            </a:r>
          </a:p>
        </p:txBody>
      </p:sp>
      <p:sp>
        <p:nvSpPr>
          <p:cNvPr id="8" name="text-40">
            <a:extLst xmlns:a="http://schemas.openxmlformats.org/drawingml/2006/main">
              <a:ext uri="{FF2B5EF4-FFF2-40B4-BE49-F238E27FC236}">
                <a16:creationId xmlns:a16="http://schemas.microsoft.com/office/drawing/2014/main" id="{F86E8106-D8E5-419E-B4BE-A7FC4322E5BB}"/>
              </a:ext>
            </a:extLst>
          </p:cNvPr>
          <p:cNvSpPr>
            <a:spLocks xmlns:a="http://schemas.openxmlformats.org/drawingml/2006/main" noGrp="1"/>
          </p:cNvSpPr>
          <p:nvPr/>
        </p:nvSpPr>
        <p:spPr>
          <a:xfrm xmlns:a="http://schemas.openxmlformats.org/drawingml/2006/main">
            <a:off x="7219950" y="3124200"/>
            <a:ext cx="4095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350" b="1">
                <a:solidFill>
                  <a:srgbClr val="00734B"/>
                </a:solidFill>
                <a:latin typeface="Arial"/>
                <a:ea typeface="Arial"/>
                <a:cs typeface="Arial"/>
              </a:defRPr>
            </a:defPPr>
            <a:lvl1pPr>
              <a:defRPr sz="4350" b="1">
                <a:solidFill>
                  <a:srgbClr val="00734B"/>
                </a:solidFill>
                <a:latin typeface="Arial"/>
                <a:ea typeface="Arial"/>
                <a:cs typeface="Arial"/>
              </a:defRPr>
            </a:lvl1pPr>
            <a:lvl2pPr>
              <a:defRPr sz="4350" b="1">
                <a:solidFill>
                  <a:srgbClr val="00734B"/>
                </a:solidFill>
                <a:latin typeface="Arial"/>
                <a:ea typeface="Arial"/>
                <a:cs typeface="Arial"/>
              </a:defRPr>
            </a:lvl2pPr>
            <a:lvl3pPr>
              <a:defRPr sz="4350" b="1">
                <a:solidFill>
                  <a:srgbClr val="00734B"/>
                </a:solidFill>
                <a:latin typeface="Arial"/>
                <a:ea typeface="Arial"/>
                <a:cs typeface="Arial"/>
              </a:defRPr>
            </a:lvl3pPr>
            <a:lvl4pPr>
              <a:defRPr sz="4350" b="1">
                <a:solidFill>
                  <a:srgbClr val="00734B"/>
                </a:solidFill>
                <a:latin typeface="Arial"/>
                <a:ea typeface="Arial"/>
                <a:cs typeface="Arial"/>
              </a:defRPr>
            </a:lvl4pPr>
            <a:lvl5pPr>
              <a:defRPr sz="4350" b="1">
                <a:solidFill>
                  <a:srgbClr val="00734B"/>
                </a:solidFill>
                <a:latin typeface="Arial"/>
                <a:ea typeface="Arial"/>
                <a:cs typeface="Arial"/>
              </a:defRPr>
            </a:lvl5pPr>
            <a:lvl6pPr>
              <a:defRPr sz="4350" b="1">
                <a:solidFill>
                  <a:srgbClr val="00734B"/>
                </a:solidFill>
                <a:latin typeface="Arial"/>
                <a:ea typeface="Arial"/>
                <a:cs typeface="Arial"/>
              </a:defRPr>
            </a:lvl6pPr>
            <a:lvl7pPr>
              <a:defRPr sz="4350" b="1">
                <a:solidFill>
                  <a:srgbClr val="00734B"/>
                </a:solidFill>
                <a:latin typeface="Arial"/>
                <a:ea typeface="Arial"/>
                <a:cs typeface="Arial"/>
              </a:defRPr>
            </a:lvl7pPr>
            <a:lvl8pPr>
              <a:defRPr sz="4350" b="1">
                <a:solidFill>
                  <a:srgbClr val="00734B"/>
                </a:solidFill>
                <a:latin typeface="Arial"/>
                <a:ea typeface="Arial"/>
                <a:cs typeface="Arial"/>
              </a:defRPr>
            </a:lvl8pPr>
            <a:lvl9pPr>
              <a:defRPr sz="4350" b="1">
                <a:solidFill>
                  <a:srgbClr val="00734B"/>
                </a:solidFill>
                <a:latin typeface="Arial"/>
                <a:ea typeface="Arial"/>
                <a:cs typeface="Arial"/>
              </a:defRPr>
            </a:lvl9pPr>
          </a:lstStyle>
          <a:p xmlns:a="http://schemas.openxmlformats.org/drawingml/2006/main">
            <a:pPr>
              <a:defRPr sz="4350" b="1">
                <a:solidFill>
                  <a:srgbClr val="00734B"/>
                </a:solidFill>
                <a:latin typeface="Arial"/>
                <a:ea typeface="Arial"/>
                <a:cs typeface="Arial"/>
              </a:defRPr>
            </a:pPr>
            <a:r>
              <a:rPr sz="4350" b="1">
                <a:solidFill>
                  <a:srgbClr val="00734B"/>
                </a:solidFill>
                <a:latin typeface="Arial"/>
                <a:ea typeface="Arial"/>
                <a:cs typeface="Arial"/>
              </a:rPr>
              <a:t>−15,7 m</a:t>
            </a:r>
          </a:p>
        </p:txBody>
      </p:sp>
      <p:sp>
        <p:nvSpPr>
          <p:cNvPr id="9" name="text-41">
            <a:extLst xmlns:a="http://schemas.openxmlformats.org/drawingml/2006/main">
              <a:ext uri="{FF2B5EF4-FFF2-40B4-BE49-F238E27FC236}">
                <a16:creationId xmlns:a16="http://schemas.microsoft.com/office/drawing/2014/main" id="{C8EC5A61-2C9C-436F-B92C-05FEA40554EF}"/>
              </a:ext>
            </a:extLst>
          </p:cNvPr>
          <p:cNvSpPr>
            <a:spLocks xmlns:a="http://schemas.openxmlformats.org/drawingml/2006/main" noGrp="1"/>
          </p:cNvSpPr>
          <p:nvPr/>
        </p:nvSpPr>
        <p:spPr>
          <a:xfrm xmlns:a="http://schemas.openxmlformats.org/drawingml/2006/main">
            <a:off x="7286625" y="4076700"/>
            <a:ext cx="4152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Diferența medie pentru cele 10 clădiri</a:t>
            </a:r>
          </a:p>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cu înălțimea OSM între 20 și 40 m.</a:t>
            </a:r>
          </a:p>
        </p:txBody>
      </p:sp>
      <p:sp>
        <p:nvSpPr>
          <p:cNvPr id="10" name="text-42">
            <a:extLst xmlns:a="http://schemas.openxmlformats.org/drawingml/2006/main">
              <a:ext uri="{FF2B5EF4-FFF2-40B4-BE49-F238E27FC236}">
                <a16:creationId xmlns:a16="http://schemas.microsoft.com/office/drawing/2014/main" id="{AE9C3279-B66B-4F03-80B3-CC5C337F01B3}"/>
              </a:ext>
            </a:extLst>
          </p:cNvPr>
          <p:cNvSpPr>
            <a:spLocks xmlns:a="http://schemas.openxmlformats.org/drawingml/2006/main" noGrp="1"/>
          </p:cNvSpPr>
          <p:nvPr/>
        </p:nvSpPr>
        <p:spPr>
          <a:xfrm xmlns:a="http://schemas.openxmlformats.org/drawingml/2006/main">
            <a:off x="666750" y="641985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3675A"/>
                </a:solidFill>
                <a:latin typeface="Arial"/>
                <a:ea typeface="Arial"/>
                <a:cs typeface="Arial"/>
              </a:defRPr>
            </a:defPPr>
            <a:lvl1pPr>
              <a:defRPr sz="1200" b="0">
                <a:solidFill>
                  <a:srgbClr val="53675A"/>
                </a:solidFill>
                <a:latin typeface="Arial"/>
                <a:ea typeface="Arial"/>
                <a:cs typeface="Arial"/>
              </a:defRPr>
            </a:lvl1pPr>
            <a:lvl2pPr>
              <a:defRPr sz="1200" b="0">
                <a:solidFill>
                  <a:srgbClr val="53675A"/>
                </a:solidFill>
                <a:latin typeface="Arial"/>
                <a:ea typeface="Arial"/>
                <a:cs typeface="Arial"/>
              </a:defRPr>
            </a:lvl2pPr>
            <a:lvl3pPr>
              <a:defRPr sz="1200" b="0">
                <a:solidFill>
                  <a:srgbClr val="53675A"/>
                </a:solidFill>
                <a:latin typeface="Arial"/>
                <a:ea typeface="Arial"/>
                <a:cs typeface="Arial"/>
              </a:defRPr>
            </a:lvl3pPr>
            <a:lvl4pPr>
              <a:defRPr sz="1200" b="0">
                <a:solidFill>
                  <a:srgbClr val="53675A"/>
                </a:solidFill>
                <a:latin typeface="Arial"/>
                <a:ea typeface="Arial"/>
                <a:cs typeface="Arial"/>
              </a:defRPr>
            </a:lvl4pPr>
            <a:lvl5pPr>
              <a:defRPr sz="1200" b="0">
                <a:solidFill>
                  <a:srgbClr val="53675A"/>
                </a:solidFill>
                <a:latin typeface="Arial"/>
                <a:ea typeface="Arial"/>
                <a:cs typeface="Arial"/>
              </a:defRPr>
            </a:lvl5pPr>
            <a:lvl6pPr>
              <a:defRPr sz="1200" b="0">
                <a:solidFill>
                  <a:srgbClr val="53675A"/>
                </a:solidFill>
                <a:latin typeface="Arial"/>
                <a:ea typeface="Arial"/>
                <a:cs typeface="Arial"/>
              </a:defRPr>
            </a:lvl6pPr>
            <a:lvl7pPr>
              <a:defRPr sz="1200" b="0">
                <a:solidFill>
                  <a:srgbClr val="53675A"/>
                </a:solidFill>
                <a:latin typeface="Arial"/>
                <a:ea typeface="Arial"/>
                <a:cs typeface="Arial"/>
              </a:defRPr>
            </a:lvl7pPr>
            <a:lvl8pPr>
              <a:defRPr sz="1200" b="0">
                <a:solidFill>
                  <a:srgbClr val="53675A"/>
                </a:solidFill>
                <a:latin typeface="Arial"/>
                <a:ea typeface="Arial"/>
                <a:cs typeface="Arial"/>
              </a:defRPr>
            </a:lvl8pPr>
            <a:lvl9pPr>
              <a:defRPr sz="1200" b="0">
                <a:solidFill>
                  <a:srgbClr val="53675A"/>
                </a:solidFill>
                <a:latin typeface="Arial"/>
                <a:ea typeface="Arial"/>
                <a:cs typeface="Arial"/>
              </a:defRPr>
            </a:lvl9pPr>
          </a:lstStyle>
          <a:p xmlns:a="http://schemas.openxmlformats.org/drawingml/2006/main">
            <a:pPr>
              <a:defRPr sz="1200" b="0">
                <a:solidFill>
                  <a:srgbClr val="53675A"/>
                </a:solidFill>
                <a:latin typeface="Arial"/>
                <a:ea typeface="Arial"/>
                <a:cs typeface="Arial"/>
              </a:defRPr>
            </a:pPr>
            <a:r>
              <a:rPr sz="1200" b="0">
                <a:solidFill>
                  <a:srgbClr val="53675A"/>
                </a:solidFill>
                <a:latin typeface="Arial"/>
                <a:ea typeface="Arial"/>
                <a:cs typeface="Arial"/>
              </a:rPr>
              <a:t>Valorile compară două baze de date; OSM este referința acestei analize.</a:t>
            </a:r>
          </a:p>
        </p:txBody>
      </p:sp>
    </p:spTree>
    <p:extLst>
      <p:ext uri="{BB962C8B-B14F-4D97-AF65-F5344CB8AC3E}">
        <p14:creationId xmlns:p14="http://schemas.microsoft.com/office/powerpoint/2010/main" val="193816459"/>
      </p:ext>
    </p:extLst>
  </p:cSld>
</p:sld>
</file>

<file path=ppt/slides/slide5.xml><?xml version="1.0" encoding="utf-8"?>
<p:sld xmlns:p="http://schemas.openxmlformats.org/presentationml/2006/main">
  <p:cSld>
    <p:bg>
      <p:bgPr>
        <a:solidFill xmlns:a="http://schemas.openxmlformats.org/drawingml/2006/main">
          <a:srgbClr val="DFE9D9"/>
        </a:solidFill>
      </p:bgPr>
    </p:bg>
    <p:spTree>
      <p:nvGrpSpPr>
        <p:cNvPr id="1" name=""/>
        <p:cNvGrpSpPr/>
        <p:nvPr/>
      </p:nvGrpSpPr>
      <p:grpSpPr>
        <a:xfrm xmlns:a="http://schemas.openxmlformats.org/drawingml/2006/main"/>
      </p:grpSpPr>
      <p:sp>
        <p:nvSpPr>
          <p:cNvPr id="17" name="text-43">
            <a:extLst xmlns:a="http://schemas.openxmlformats.org/drawingml/2006/main">
              <a:ext uri="{FF2B5EF4-FFF2-40B4-BE49-F238E27FC236}">
                <a16:creationId xmlns:a16="http://schemas.microsoft.com/office/drawing/2014/main" id="{55C79735-A75B-4CB3-B6EC-DB4AF5EFD947}"/>
              </a:ext>
            </a:extLst>
          </p:cNvPr>
          <p:cNvSpPr>
            <a:spLocks xmlns:a="http://schemas.openxmlformats.org/drawingml/2006/main" noGrp="1"/>
          </p:cNvSpPr>
          <p:nvPr/>
        </p:nvSpPr>
        <p:spPr>
          <a:xfrm xmlns:a="http://schemas.openxmlformats.org/drawingml/2006/main">
            <a:off x="609600" y="5143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125" b="1">
                <a:solidFill>
                  <a:srgbClr val="183427"/>
                </a:solidFill>
                <a:latin typeface="Arial"/>
                <a:ea typeface="Arial"/>
                <a:cs typeface="Arial"/>
              </a:defRPr>
            </a:defPPr>
            <a:lvl1pPr>
              <a:defRPr sz="4125" b="1">
                <a:solidFill>
                  <a:srgbClr val="183427"/>
                </a:solidFill>
                <a:latin typeface="Arial"/>
                <a:ea typeface="Arial"/>
                <a:cs typeface="Arial"/>
              </a:defRPr>
            </a:lvl1pPr>
            <a:lvl2pPr>
              <a:defRPr sz="4125" b="1">
                <a:solidFill>
                  <a:srgbClr val="183427"/>
                </a:solidFill>
                <a:latin typeface="Arial"/>
                <a:ea typeface="Arial"/>
                <a:cs typeface="Arial"/>
              </a:defRPr>
            </a:lvl2pPr>
            <a:lvl3pPr>
              <a:defRPr sz="4125" b="1">
                <a:solidFill>
                  <a:srgbClr val="183427"/>
                </a:solidFill>
                <a:latin typeface="Arial"/>
                <a:ea typeface="Arial"/>
                <a:cs typeface="Arial"/>
              </a:defRPr>
            </a:lvl3pPr>
            <a:lvl4pPr>
              <a:defRPr sz="4125" b="1">
                <a:solidFill>
                  <a:srgbClr val="183427"/>
                </a:solidFill>
                <a:latin typeface="Arial"/>
                <a:ea typeface="Arial"/>
                <a:cs typeface="Arial"/>
              </a:defRPr>
            </a:lvl4pPr>
            <a:lvl5pPr>
              <a:defRPr sz="4125" b="1">
                <a:solidFill>
                  <a:srgbClr val="183427"/>
                </a:solidFill>
                <a:latin typeface="Arial"/>
                <a:ea typeface="Arial"/>
                <a:cs typeface="Arial"/>
              </a:defRPr>
            </a:lvl5pPr>
            <a:lvl6pPr>
              <a:defRPr sz="4125" b="1">
                <a:solidFill>
                  <a:srgbClr val="183427"/>
                </a:solidFill>
                <a:latin typeface="Arial"/>
                <a:ea typeface="Arial"/>
                <a:cs typeface="Arial"/>
              </a:defRPr>
            </a:lvl6pPr>
            <a:lvl7pPr>
              <a:defRPr sz="4125" b="1">
                <a:solidFill>
                  <a:srgbClr val="183427"/>
                </a:solidFill>
                <a:latin typeface="Arial"/>
                <a:ea typeface="Arial"/>
                <a:cs typeface="Arial"/>
              </a:defRPr>
            </a:lvl7pPr>
            <a:lvl8pPr>
              <a:defRPr sz="4125" b="1">
                <a:solidFill>
                  <a:srgbClr val="183427"/>
                </a:solidFill>
                <a:latin typeface="Arial"/>
                <a:ea typeface="Arial"/>
                <a:cs typeface="Arial"/>
              </a:defRPr>
            </a:lvl8pPr>
            <a:lvl9pPr>
              <a:defRPr sz="4125" b="1">
                <a:solidFill>
                  <a:srgbClr val="183427"/>
                </a:solidFill>
                <a:latin typeface="Arial"/>
                <a:ea typeface="Arial"/>
                <a:cs typeface="Arial"/>
              </a:defRPr>
            </a:lvl9pPr>
          </a:lstStyle>
          <a:p xmlns:a="http://schemas.openxmlformats.org/drawingml/2006/main">
            <a:pPr>
              <a:defRPr sz="4125" b="1">
                <a:solidFill>
                  <a:srgbClr val="183427"/>
                </a:solidFill>
                <a:latin typeface="Arial"/>
                <a:ea typeface="Arial"/>
                <a:cs typeface="Arial"/>
              </a:defRPr>
            </a:pPr>
            <a:r>
              <a:rPr sz="4125" b="1">
                <a:solidFill>
                  <a:srgbClr val="183427"/>
                </a:solidFill>
                <a:latin typeface="Arial"/>
                <a:ea typeface="Arial"/>
                <a:cs typeface="Arial"/>
              </a:rPr>
              <a:t>Măsurarea înălțimii din umbră</a:t>
            </a:r>
          </a:p>
        </p:txBody>
      </p:sp>
      <p:sp>
        <p:nvSpPr>
          <p:cNvPr id="2" name="text-44">
            <a:extLst xmlns:a="http://schemas.openxmlformats.org/drawingml/2006/main">
              <a:ext uri="{FF2B5EF4-FFF2-40B4-BE49-F238E27FC236}">
                <a16:creationId xmlns:a16="http://schemas.microsoft.com/office/drawing/2014/main" id="{8EBA6BC5-0149-421C-BC7E-2AF6532C7796}"/>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53675A"/>
                </a:solidFill>
                <a:latin typeface="Arial"/>
                <a:ea typeface="Arial"/>
                <a:cs typeface="Arial"/>
              </a:defRPr>
            </a:defPPr>
            <a:lvl1pPr>
              <a:defRPr sz="1275" b="0">
                <a:solidFill>
                  <a:srgbClr val="53675A"/>
                </a:solidFill>
                <a:latin typeface="Arial"/>
                <a:ea typeface="Arial"/>
                <a:cs typeface="Arial"/>
              </a:defRPr>
            </a:lvl1pPr>
            <a:lvl2pPr>
              <a:defRPr sz="1275" b="0">
                <a:solidFill>
                  <a:srgbClr val="53675A"/>
                </a:solidFill>
                <a:latin typeface="Arial"/>
                <a:ea typeface="Arial"/>
                <a:cs typeface="Arial"/>
              </a:defRPr>
            </a:lvl2pPr>
            <a:lvl3pPr>
              <a:defRPr sz="1275" b="0">
                <a:solidFill>
                  <a:srgbClr val="53675A"/>
                </a:solidFill>
                <a:latin typeface="Arial"/>
                <a:ea typeface="Arial"/>
                <a:cs typeface="Arial"/>
              </a:defRPr>
            </a:lvl3pPr>
            <a:lvl4pPr>
              <a:defRPr sz="1275" b="0">
                <a:solidFill>
                  <a:srgbClr val="53675A"/>
                </a:solidFill>
                <a:latin typeface="Arial"/>
                <a:ea typeface="Arial"/>
                <a:cs typeface="Arial"/>
              </a:defRPr>
            </a:lvl4pPr>
            <a:lvl5pPr>
              <a:defRPr sz="1275" b="0">
                <a:solidFill>
                  <a:srgbClr val="53675A"/>
                </a:solidFill>
                <a:latin typeface="Arial"/>
                <a:ea typeface="Arial"/>
                <a:cs typeface="Arial"/>
              </a:defRPr>
            </a:lvl5pPr>
            <a:lvl6pPr>
              <a:defRPr sz="1275" b="0">
                <a:solidFill>
                  <a:srgbClr val="53675A"/>
                </a:solidFill>
                <a:latin typeface="Arial"/>
                <a:ea typeface="Arial"/>
                <a:cs typeface="Arial"/>
              </a:defRPr>
            </a:lvl6pPr>
            <a:lvl7pPr>
              <a:defRPr sz="1275" b="0">
                <a:solidFill>
                  <a:srgbClr val="53675A"/>
                </a:solidFill>
                <a:latin typeface="Arial"/>
                <a:ea typeface="Arial"/>
                <a:cs typeface="Arial"/>
              </a:defRPr>
            </a:lvl7pPr>
            <a:lvl8pPr>
              <a:defRPr sz="1275" b="0">
                <a:solidFill>
                  <a:srgbClr val="53675A"/>
                </a:solidFill>
                <a:latin typeface="Arial"/>
                <a:ea typeface="Arial"/>
                <a:cs typeface="Arial"/>
              </a:defRPr>
            </a:lvl8pPr>
            <a:lvl9pPr>
              <a:defRPr sz="1275" b="0">
                <a:solidFill>
                  <a:srgbClr val="53675A"/>
                </a:solidFill>
                <a:latin typeface="Arial"/>
                <a:ea typeface="Arial"/>
                <a:cs typeface="Arial"/>
              </a:defRPr>
            </a:lvl9pPr>
          </a:lstStyle>
          <a:p xmlns:a="http://schemas.openxmlformats.org/drawingml/2006/main">
            <a:pPr>
              <a:defRPr sz="1275" b="0">
                <a:solidFill>
                  <a:srgbClr val="53675A"/>
                </a:solidFill>
                <a:latin typeface="Arial"/>
                <a:ea typeface="Arial"/>
                <a:cs typeface="Arial"/>
              </a:defRPr>
            </a:pPr>
            <a:r>
              <a:rPr sz="1275" b="0">
                <a:solidFill>
                  <a:srgbClr val="53675A"/>
                </a:solidFill>
                <a:latin typeface="Arial"/>
                <a:ea typeface="Arial"/>
                <a:cs typeface="Arial"/>
              </a:rPr>
              <a:t>05</a:t>
            </a:r>
          </a:p>
        </p:txBody>
      </p:sp>
      <p:sp>
        <p:nvSpPr>
          <p:cNvPr id="3" name="shape-45">
            <a:extLst xmlns:a="http://schemas.openxmlformats.org/drawingml/2006/main">
              <a:ext uri="{FF2B5EF4-FFF2-40B4-BE49-F238E27FC236}">
                <a16:creationId xmlns:a16="http://schemas.microsoft.com/office/drawing/2014/main" id="{F5A65C86-65B8-45F2-8E82-A0D50002272D}"/>
              </a:ext>
            </a:extLst>
          </p:cNvPr>
          <p:cNvSpPr>
            <a:spLocks xmlns:a="http://schemas.openxmlformats.org/drawingml/2006/main" noGrp="1"/>
          </p:cNvSpPr>
          <p:nvPr/>
        </p:nvSpPr>
        <p:spPr>
          <a:xfrm xmlns:a="http://schemas.openxmlformats.org/drawingml/2006/main" rot="0">
            <a:off x="1209675" y="2400300"/>
            <a:ext cx="1047750" cy="2181225"/>
          </a:xfrm>
          <a:prstGeom xmlns:a="http://schemas.openxmlformats.org/drawingml/2006/main" prst="rect">
            <a:avLst/>
          </a:prstGeom>
          <a:solidFill xmlns:a="http://schemas.openxmlformats.org/drawingml/2006/main">
            <a:srgbClr val="FAF8F1"/>
          </a:solidFill>
          <a:ln xmlns:a="http://schemas.openxmlformats.org/drawingml/2006/main" w="28575">
            <a:solidFill>
              <a:srgbClr val="143B2C"/>
            </a:solidFill>
            <a:prstDash val="solid"/>
          </a:ln>
        </p:spPr>
      </p:sp>
      <p:sp>
        <p:nvSpPr>
          <p:cNvPr id="4" name="shape-46">
            <a:extLst xmlns:a="http://schemas.openxmlformats.org/drawingml/2006/main">
              <a:ext uri="{FF2B5EF4-FFF2-40B4-BE49-F238E27FC236}">
                <a16:creationId xmlns:a16="http://schemas.microsoft.com/office/drawing/2014/main" id="{4554E77B-8E0B-47FD-A7E0-05CE5497535E}"/>
              </a:ext>
            </a:extLst>
          </p:cNvPr>
          <p:cNvSpPr>
            <a:spLocks xmlns:a="http://schemas.openxmlformats.org/drawingml/2006/main" noGrp="1"/>
          </p:cNvSpPr>
          <p:nvPr/>
        </p:nvSpPr>
        <p:spPr>
          <a:xfrm xmlns:a="http://schemas.openxmlformats.org/drawingml/2006/main" rot="0">
            <a:off x="714375" y="4586288"/>
            <a:ext cx="5467350" cy="28575"/>
          </a:xfrm>
          <a:prstGeom xmlns:a="http://schemas.openxmlformats.org/drawingml/2006/main" prst="rect">
            <a:avLst/>
          </a:prstGeom>
          <a:solidFill xmlns:a="http://schemas.openxmlformats.org/drawingml/2006/main">
            <a:srgbClr val="53675A"/>
          </a:solidFill>
          <a:ln xmlns:a="http://schemas.openxmlformats.org/drawingml/2006/main" w="0">
            <a:noFill/>
            <a:prstDash val="solid"/>
          </a:ln>
        </p:spPr>
      </p:sp>
      <p:sp>
        <p:nvSpPr>
          <p:cNvPr id="5" name="shape-47">
            <a:extLst xmlns:a="http://schemas.openxmlformats.org/drawingml/2006/main">
              <a:ext uri="{FF2B5EF4-FFF2-40B4-BE49-F238E27FC236}">
                <a16:creationId xmlns:a16="http://schemas.microsoft.com/office/drawing/2014/main" id="{1CDC7DA8-E0E0-4358-9F9C-C95CEBF9F017}"/>
              </a:ext>
            </a:extLst>
          </p:cNvPr>
          <p:cNvSpPr>
            <a:spLocks xmlns:a="http://schemas.openxmlformats.org/drawingml/2006/main" noGrp="1"/>
          </p:cNvSpPr>
          <p:nvPr/>
        </p:nvSpPr>
        <p:spPr>
          <a:xfrm xmlns:a="http://schemas.openxmlformats.org/drawingml/2006/main" rot="1896450">
            <a:off x="1127513" y="3248025"/>
            <a:ext cx="5088749" cy="38100"/>
          </a:xfrm>
          <a:prstGeom xmlns:a="http://schemas.openxmlformats.org/drawingml/2006/main" prst="rect">
            <a:avLst/>
          </a:prstGeom>
          <a:solidFill xmlns:a="http://schemas.openxmlformats.org/drawingml/2006/main">
            <a:srgbClr val="143B2C"/>
          </a:solidFill>
          <a:ln xmlns:a="http://schemas.openxmlformats.org/drawingml/2006/main" w="0">
            <a:noFill/>
            <a:prstDash val="solid"/>
          </a:ln>
        </p:spPr>
      </p:sp>
      <p:sp>
        <p:nvSpPr>
          <p:cNvPr id="6" name="shape-48">
            <a:extLst xmlns:a="http://schemas.openxmlformats.org/drawingml/2006/main">
              <a:ext uri="{FF2B5EF4-FFF2-40B4-BE49-F238E27FC236}">
                <a16:creationId xmlns:a16="http://schemas.microsoft.com/office/drawing/2014/main" id="{98D1E073-0098-472A-9900-6D3C0C94067A}"/>
              </a:ext>
            </a:extLst>
          </p:cNvPr>
          <p:cNvSpPr>
            <a:spLocks xmlns:a="http://schemas.openxmlformats.org/drawingml/2006/main" noGrp="1"/>
          </p:cNvSpPr>
          <p:nvPr/>
        </p:nvSpPr>
        <p:spPr>
          <a:xfrm xmlns:a="http://schemas.openxmlformats.org/drawingml/2006/main" rot="0">
            <a:off x="2257425" y="4600575"/>
            <a:ext cx="3581400" cy="114300"/>
          </a:xfrm>
          <a:prstGeom xmlns:a="http://schemas.openxmlformats.org/drawingml/2006/main" prst="rect">
            <a:avLst/>
          </a:prstGeom>
          <a:solidFill xmlns:a="http://schemas.openxmlformats.org/drawingml/2006/main">
            <a:srgbClr val="00734B"/>
          </a:solidFill>
          <a:ln xmlns:a="http://schemas.openxmlformats.org/drawingml/2006/main" w="0">
            <a:noFill/>
            <a:prstDash val="solid"/>
          </a:ln>
        </p:spPr>
      </p:sp>
      <p:sp>
        <p:nvSpPr>
          <p:cNvPr id="7" name="shape-49">
            <a:extLst xmlns:a="http://schemas.openxmlformats.org/drawingml/2006/main">
              <a:ext uri="{FF2B5EF4-FFF2-40B4-BE49-F238E27FC236}">
                <a16:creationId xmlns:a16="http://schemas.microsoft.com/office/drawing/2014/main" id="{B048A512-5136-448B-98FC-7E764C99231F}"/>
              </a:ext>
            </a:extLst>
          </p:cNvPr>
          <p:cNvSpPr>
            <a:spLocks xmlns:a="http://schemas.openxmlformats.org/drawingml/2006/main" noGrp="1"/>
          </p:cNvSpPr>
          <p:nvPr/>
        </p:nvSpPr>
        <p:spPr>
          <a:xfrm xmlns:a="http://schemas.openxmlformats.org/drawingml/2006/main" rot="5400000">
            <a:off x="-128587" y="3481388"/>
            <a:ext cx="2181225" cy="19050"/>
          </a:xfrm>
          <a:prstGeom xmlns:a="http://schemas.openxmlformats.org/drawingml/2006/main" prst="rect">
            <a:avLst/>
          </a:prstGeom>
          <a:solidFill xmlns:a="http://schemas.openxmlformats.org/drawingml/2006/main">
            <a:srgbClr val="00734B"/>
          </a:solidFill>
          <a:ln xmlns:a="http://schemas.openxmlformats.org/drawingml/2006/main" w="0">
            <a:noFill/>
            <a:prstDash val="solid"/>
          </a:ln>
        </p:spPr>
      </p:sp>
      <p:sp>
        <p:nvSpPr>
          <p:cNvPr id="8" name="text-50">
            <a:extLst xmlns:a="http://schemas.openxmlformats.org/drawingml/2006/main">
              <a:ext uri="{FF2B5EF4-FFF2-40B4-BE49-F238E27FC236}">
                <a16:creationId xmlns:a16="http://schemas.microsoft.com/office/drawing/2014/main" id="{7F5216FD-AEDD-453D-9156-FB06AC40ACDB}"/>
              </a:ext>
            </a:extLst>
          </p:cNvPr>
          <p:cNvSpPr>
            <a:spLocks xmlns:a="http://schemas.openxmlformats.org/drawingml/2006/main" noGrp="1"/>
          </p:cNvSpPr>
          <p:nvPr/>
        </p:nvSpPr>
        <p:spPr>
          <a:xfrm xmlns:a="http://schemas.openxmlformats.org/drawingml/2006/main">
            <a:off x="619125" y="3381375"/>
            <a:ext cx="3619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775" b="1">
                <a:solidFill>
                  <a:srgbClr val="00734B"/>
                </a:solidFill>
                <a:latin typeface="Arial"/>
                <a:ea typeface="Arial"/>
                <a:cs typeface="Arial"/>
              </a:defRPr>
            </a:defPPr>
            <a:lvl1pPr>
              <a:defRPr sz="2775" b="1">
                <a:solidFill>
                  <a:srgbClr val="00734B"/>
                </a:solidFill>
                <a:latin typeface="Arial"/>
                <a:ea typeface="Arial"/>
                <a:cs typeface="Arial"/>
              </a:defRPr>
            </a:lvl1pPr>
            <a:lvl2pPr>
              <a:defRPr sz="2775" b="1">
                <a:solidFill>
                  <a:srgbClr val="00734B"/>
                </a:solidFill>
                <a:latin typeface="Arial"/>
                <a:ea typeface="Arial"/>
                <a:cs typeface="Arial"/>
              </a:defRPr>
            </a:lvl2pPr>
            <a:lvl3pPr>
              <a:defRPr sz="2775" b="1">
                <a:solidFill>
                  <a:srgbClr val="00734B"/>
                </a:solidFill>
                <a:latin typeface="Arial"/>
                <a:ea typeface="Arial"/>
                <a:cs typeface="Arial"/>
              </a:defRPr>
            </a:lvl3pPr>
            <a:lvl4pPr>
              <a:defRPr sz="2775" b="1">
                <a:solidFill>
                  <a:srgbClr val="00734B"/>
                </a:solidFill>
                <a:latin typeface="Arial"/>
                <a:ea typeface="Arial"/>
                <a:cs typeface="Arial"/>
              </a:defRPr>
            </a:lvl4pPr>
            <a:lvl5pPr>
              <a:defRPr sz="2775" b="1">
                <a:solidFill>
                  <a:srgbClr val="00734B"/>
                </a:solidFill>
                <a:latin typeface="Arial"/>
                <a:ea typeface="Arial"/>
                <a:cs typeface="Arial"/>
              </a:defRPr>
            </a:lvl5pPr>
            <a:lvl6pPr>
              <a:defRPr sz="2775" b="1">
                <a:solidFill>
                  <a:srgbClr val="00734B"/>
                </a:solidFill>
                <a:latin typeface="Arial"/>
                <a:ea typeface="Arial"/>
                <a:cs typeface="Arial"/>
              </a:defRPr>
            </a:lvl6pPr>
            <a:lvl7pPr>
              <a:defRPr sz="2775" b="1">
                <a:solidFill>
                  <a:srgbClr val="00734B"/>
                </a:solidFill>
                <a:latin typeface="Arial"/>
                <a:ea typeface="Arial"/>
                <a:cs typeface="Arial"/>
              </a:defRPr>
            </a:lvl7pPr>
            <a:lvl8pPr>
              <a:defRPr sz="2775" b="1">
                <a:solidFill>
                  <a:srgbClr val="00734B"/>
                </a:solidFill>
                <a:latin typeface="Arial"/>
                <a:ea typeface="Arial"/>
                <a:cs typeface="Arial"/>
              </a:defRPr>
            </a:lvl8pPr>
            <a:lvl9pPr>
              <a:defRPr sz="2775" b="1">
                <a:solidFill>
                  <a:srgbClr val="00734B"/>
                </a:solidFill>
                <a:latin typeface="Arial"/>
                <a:ea typeface="Arial"/>
                <a:cs typeface="Arial"/>
              </a:defRPr>
            </a:lvl9pPr>
          </a:lstStyle>
          <a:p xmlns:a="http://schemas.openxmlformats.org/drawingml/2006/main">
            <a:pPr>
              <a:defRPr sz="2775" b="1">
                <a:solidFill>
                  <a:srgbClr val="00734B"/>
                </a:solidFill>
                <a:latin typeface="Arial"/>
                <a:ea typeface="Arial"/>
                <a:cs typeface="Arial"/>
              </a:defRPr>
            </a:pPr>
            <a:r>
              <a:rPr sz="2775" b="1">
                <a:solidFill>
                  <a:srgbClr val="00734B"/>
                </a:solidFill>
                <a:latin typeface="Arial"/>
                <a:ea typeface="Arial"/>
                <a:cs typeface="Arial"/>
              </a:rPr>
              <a:t>h</a:t>
            </a:r>
          </a:p>
        </p:txBody>
      </p:sp>
      <p:sp>
        <p:nvSpPr>
          <p:cNvPr id="9" name="text-51">
            <a:extLst xmlns:a="http://schemas.openxmlformats.org/drawingml/2006/main">
              <a:ext uri="{FF2B5EF4-FFF2-40B4-BE49-F238E27FC236}">
                <a16:creationId xmlns:a16="http://schemas.microsoft.com/office/drawing/2014/main" id="{15C00F68-0E25-428F-AEB7-6EF5675ABD39}"/>
              </a:ext>
            </a:extLst>
          </p:cNvPr>
          <p:cNvSpPr>
            <a:spLocks xmlns:a="http://schemas.openxmlformats.org/drawingml/2006/main" noGrp="1"/>
          </p:cNvSpPr>
          <p:nvPr/>
        </p:nvSpPr>
        <p:spPr>
          <a:xfrm xmlns:a="http://schemas.openxmlformats.org/drawingml/2006/main">
            <a:off x="3924300" y="4819650"/>
            <a:ext cx="40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00734B"/>
                </a:solidFill>
                <a:latin typeface="Arial"/>
                <a:ea typeface="Arial"/>
                <a:cs typeface="Arial"/>
              </a:defRPr>
            </a:defPPr>
            <a:lvl1pPr>
              <a:defRPr sz="2550" b="1">
                <a:solidFill>
                  <a:srgbClr val="00734B"/>
                </a:solidFill>
                <a:latin typeface="Arial"/>
                <a:ea typeface="Arial"/>
                <a:cs typeface="Arial"/>
              </a:defRPr>
            </a:lvl1pPr>
            <a:lvl2pPr>
              <a:defRPr sz="2550" b="1">
                <a:solidFill>
                  <a:srgbClr val="00734B"/>
                </a:solidFill>
                <a:latin typeface="Arial"/>
                <a:ea typeface="Arial"/>
                <a:cs typeface="Arial"/>
              </a:defRPr>
            </a:lvl2pPr>
            <a:lvl3pPr>
              <a:defRPr sz="2550" b="1">
                <a:solidFill>
                  <a:srgbClr val="00734B"/>
                </a:solidFill>
                <a:latin typeface="Arial"/>
                <a:ea typeface="Arial"/>
                <a:cs typeface="Arial"/>
              </a:defRPr>
            </a:lvl3pPr>
            <a:lvl4pPr>
              <a:defRPr sz="2550" b="1">
                <a:solidFill>
                  <a:srgbClr val="00734B"/>
                </a:solidFill>
                <a:latin typeface="Arial"/>
                <a:ea typeface="Arial"/>
                <a:cs typeface="Arial"/>
              </a:defRPr>
            </a:lvl4pPr>
            <a:lvl5pPr>
              <a:defRPr sz="2550" b="1">
                <a:solidFill>
                  <a:srgbClr val="00734B"/>
                </a:solidFill>
                <a:latin typeface="Arial"/>
                <a:ea typeface="Arial"/>
                <a:cs typeface="Arial"/>
              </a:defRPr>
            </a:lvl5pPr>
            <a:lvl6pPr>
              <a:defRPr sz="2550" b="1">
                <a:solidFill>
                  <a:srgbClr val="00734B"/>
                </a:solidFill>
                <a:latin typeface="Arial"/>
                <a:ea typeface="Arial"/>
                <a:cs typeface="Arial"/>
              </a:defRPr>
            </a:lvl6pPr>
            <a:lvl7pPr>
              <a:defRPr sz="2550" b="1">
                <a:solidFill>
                  <a:srgbClr val="00734B"/>
                </a:solidFill>
                <a:latin typeface="Arial"/>
                <a:ea typeface="Arial"/>
                <a:cs typeface="Arial"/>
              </a:defRPr>
            </a:lvl7pPr>
            <a:lvl8pPr>
              <a:defRPr sz="2550" b="1">
                <a:solidFill>
                  <a:srgbClr val="00734B"/>
                </a:solidFill>
                <a:latin typeface="Arial"/>
                <a:ea typeface="Arial"/>
                <a:cs typeface="Arial"/>
              </a:defRPr>
            </a:lvl8pPr>
            <a:lvl9pPr>
              <a:defRPr sz="2550" b="1">
                <a:solidFill>
                  <a:srgbClr val="00734B"/>
                </a:solidFill>
                <a:latin typeface="Arial"/>
                <a:ea typeface="Arial"/>
                <a:cs typeface="Arial"/>
              </a:defRPr>
            </a:lvl9pPr>
          </a:lstStyle>
          <a:p xmlns:a="http://schemas.openxmlformats.org/drawingml/2006/main">
            <a:pPr>
              <a:defRPr sz="2550" b="1">
                <a:solidFill>
                  <a:srgbClr val="00734B"/>
                </a:solidFill>
                <a:latin typeface="Arial"/>
                <a:ea typeface="Arial"/>
                <a:cs typeface="Arial"/>
              </a:defRPr>
            </a:pPr>
            <a:r>
              <a:rPr sz="2550" b="1">
                <a:solidFill>
                  <a:srgbClr val="00734B"/>
                </a:solidFill>
                <a:latin typeface="Arial"/>
                <a:ea typeface="Arial"/>
                <a:cs typeface="Arial"/>
              </a:rPr>
              <a:t>L</a:t>
            </a:r>
          </a:p>
        </p:txBody>
      </p:sp>
      <p:sp>
        <p:nvSpPr>
          <p:cNvPr id="10" name="text-52">
            <a:extLst xmlns:a="http://schemas.openxmlformats.org/drawingml/2006/main">
              <a:ext uri="{FF2B5EF4-FFF2-40B4-BE49-F238E27FC236}">
                <a16:creationId xmlns:a16="http://schemas.microsoft.com/office/drawing/2014/main" id="{609DC940-C78F-4FC8-8F27-1387164C4D8A}"/>
              </a:ext>
            </a:extLst>
          </p:cNvPr>
          <p:cNvSpPr>
            <a:spLocks xmlns:a="http://schemas.openxmlformats.org/drawingml/2006/main" noGrp="1"/>
          </p:cNvSpPr>
          <p:nvPr/>
        </p:nvSpPr>
        <p:spPr>
          <a:xfrm xmlns:a="http://schemas.openxmlformats.org/drawingml/2006/main">
            <a:off x="5238750" y="4210050"/>
            <a:ext cx="333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1">
                <a:solidFill>
                  <a:srgbClr val="00734B"/>
                </a:solidFill>
                <a:latin typeface="Arial"/>
                <a:ea typeface="Arial"/>
                <a:cs typeface="Arial"/>
              </a:defRPr>
            </a:defPPr>
            <a:lvl1pPr>
              <a:defRPr sz="1875" b="1">
                <a:solidFill>
                  <a:srgbClr val="00734B"/>
                </a:solidFill>
                <a:latin typeface="Arial"/>
                <a:ea typeface="Arial"/>
                <a:cs typeface="Arial"/>
              </a:defRPr>
            </a:lvl1pPr>
            <a:lvl2pPr>
              <a:defRPr sz="1875" b="1">
                <a:solidFill>
                  <a:srgbClr val="00734B"/>
                </a:solidFill>
                <a:latin typeface="Arial"/>
                <a:ea typeface="Arial"/>
                <a:cs typeface="Arial"/>
              </a:defRPr>
            </a:lvl2pPr>
            <a:lvl3pPr>
              <a:defRPr sz="1875" b="1">
                <a:solidFill>
                  <a:srgbClr val="00734B"/>
                </a:solidFill>
                <a:latin typeface="Arial"/>
                <a:ea typeface="Arial"/>
                <a:cs typeface="Arial"/>
              </a:defRPr>
            </a:lvl3pPr>
            <a:lvl4pPr>
              <a:defRPr sz="1875" b="1">
                <a:solidFill>
                  <a:srgbClr val="00734B"/>
                </a:solidFill>
                <a:latin typeface="Arial"/>
                <a:ea typeface="Arial"/>
                <a:cs typeface="Arial"/>
              </a:defRPr>
            </a:lvl4pPr>
            <a:lvl5pPr>
              <a:defRPr sz="1875" b="1">
                <a:solidFill>
                  <a:srgbClr val="00734B"/>
                </a:solidFill>
                <a:latin typeface="Arial"/>
                <a:ea typeface="Arial"/>
                <a:cs typeface="Arial"/>
              </a:defRPr>
            </a:lvl5pPr>
            <a:lvl6pPr>
              <a:defRPr sz="1875" b="1">
                <a:solidFill>
                  <a:srgbClr val="00734B"/>
                </a:solidFill>
                <a:latin typeface="Arial"/>
                <a:ea typeface="Arial"/>
                <a:cs typeface="Arial"/>
              </a:defRPr>
            </a:lvl6pPr>
            <a:lvl7pPr>
              <a:defRPr sz="1875" b="1">
                <a:solidFill>
                  <a:srgbClr val="00734B"/>
                </a:solidFill>
                <a:latin typeface="Arial"/>
                <a:ea typeface="Arial"/>
                <a:cs typeface="Arial"/>
              </a:defRPr>
            </a:lvl7pPr>
            <a:lvl8pPr>
              <a:defRPr sz="1875" b="1">
                <a:solidFill>
                  <a:srgbClr val="00734B"/>
                </a:solidFill>
                <a:latin typeface="Arial"/>
                <a:ea typeface="Arial"/>
                <a:cs typeface="Arial"/>
              </a:defRPr>
            </a:lvl8pPr>
            <a:lvl9pPr>
              <a:defRPr sz="1875" b="1">
                <a:solidFill>
                  <a:srgbClr val="00734B"/>
                </a:solidFill>
                <a:latin typeface="Arial"/>
                <a:ea typeface="Arial"/>
                <a:cs typeface="Arial"/>
              </a:defRPr>
            </a:lvl9pPr>
          </a:lstStyle>
          <a:p xmlns:a="http://schemas.openxmlformats.org/drawingml/2006/main">
            <a:pPr>
              <a:defRPr sz="1875" b="1">
                <a:solidFill>
                  <a:srgbClr val="00734B"/>
                </a:solidFill>
                <a:latin typeface="Arial"/>
                <a:ea typeface="Arial"/>
                <a:cs typeface="Arial"/>
              </a:defRPr>
            </a:pPr>
            <a:r>
              <a:rPr sz="1875" b="1">
                <a:solidFill>
                  <a:srgbClr val="00734B"/>
                </a:solidFill>
                <a:latin typeface="Arial"/>
                <a:ea typeface="Arial"/>
                <a:cs typeface="Arial"/>
              </a:rPr>
              <a:t>e</a:t>
            </a:r>
          </a:p>
        </p:txBody>
      </p:sp>
      <p:sp>
        <p:nvSpPr>
          <p:cNvPr id="11" name="text-53">
            <a:extLst xmlns:a="http://schemas.openxmlformats.org/drawingml/2006/main">
              <a:ext uri="{FF2B5EF4-FFF2-40B4-BE49-F238E27FC236}">
                <a16:creationId xmlns:a16="http://schemas.microsoft.com/office/drawing/2014/main" id="{170FF114-2058-4D89-9EAF-EC17916C4D48}"/>
              </a:ext>
            </a:extLst>
          </p:cNvPr>
          <p:cNvSpPr>
            <a:spLocks xmlns:a="http://schemas.openxmlformats.org/drawingml/2006/main" noGrp="1"/>
          </p:cNvSpPr>
          <p:nvPr/>
        </p:nvSpPr>
        <p:spPr>
          <a:xfrm xmlns:a="http://schemas.openxmlformats.org/drawingml/2006/main">
            <a:off x="3143250" y="2152650"/>
            <a:ext cx="22669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Rază solară</a:t>
            </a:r>
          </a:p>
        </p:txBody>
      </p:sp>
      <p:sp>
        <p:nvSpPr>
          <p:cNvPr id="12" name="text-54">
            <a:extLst xmlns:a="http://schemas.openxmlformats.org/drawingml/2006/main">
              <a:ext uri="{FF2B5EF4-FFF2-40B4-BE49-F238E27FC236}">
                <a16:creationId xmlns:a16="http://schemas.microsoft.com/office/drawing/2014/main" id="{5A54F956-2048-4E54-929E-9DBCB18AC017}"/>
              </a:ext>
            </a:extLst>
          </p:cNvPr>
          <p:cNvSpPr>
            <a:spLocks xmlns:a="http://schemas.openxmlformats.org/drawingml/2006/main" noGrp="1"/>
          </p:cNvSpPr>
          <p:nvPr/>
        </p:nvSpPr>
        <p:spPr>
          <a:xfrm xmlns:a="http://schemas.openxmlformats.org/drawingml/2006/main">
            <a:off x="6810375" y="2076450"/>
            <a:ext cx="4857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500" b="1">
                <a:solidFill>
                  <a:srgbClr val="143B2C"/>
                </a:solidFill>
                <a:latin typeface="Arial"/>
                <a:ea typeface="Arial"/>
                <a:cs typeface="Arial"/>
              </a:defRPr>
            </a:defPPr>
            <a:lvl1pPr>
              <a:defRPr sz="4500" b="1">
                <a:solidFill>
                  <a:srgbClr val="143B2C"/>
                </a:solidFill>
                <a:latin typeface="Arial"/>
                <a:ea typeface="Arial"/>
                <a:cs typeface="Arial"/>
              </a:defRPr>
            </a:lvl1pPr>
            <a:lvl2pPr>
              <a:defRPr sz="4500" b="1">
                <a:solidFill>
                  <a:srgbClr val="143B2C"/>
                </a:solidFill>
                <a:latin typeface="Arial"/>
                <a:ea typeface="Arial"/>
                <a:cs typeface="Arial"/>
              </a:defRPr>
            </a:lvl2pPr>
            <a:lvl3pPr>
              <a:defRPr sz="4500" b="1">
                <a:solidFill>
                  <a:srgbClr val="143B2C"/>
                </a:solidFill>
                <a:latin typeface="Arial"/>
                <a:ea typeface="Arial"/>
                <a:cs typeface="Arial"/>
              </a:defRPr>
            </a:lvl3pPr>
            <a:lvl4pPr>
              <a:defRPr sz="4500" b="1">
                <a:solidFill>
                  <a:srgbClr val="143B2C"/>
                </a:solidFill>
                <a:latin typeface="Arial"/>
                <a:ea typeface="Arial"/>
                <a:cs typeface="Arial"/>
              </a:defRPr>
            </a:lvl4pPr>
            <a:lvl5pPr>
              <a:defRPr sz="4500" b="1">
                <a:solidFill>
                  <a:srgbClr val="143B2C"/>
                </a:solidFill>
                <a:latin typeface="Arial"/>
                <a:ea typeface="Arial"/>
                <a:cs typeface="Arial"/>
              </a:defRPr>
            </a:lvl5pPr>
            <a:lvl6pPr>
              <a:defRPr sz="4500" b="1">
                <a:solidFill>
                  <a:srgbClr val="143B2C"/>
                </a:solidFill>
                <a:latin typeface="Arial"/>
                <a:ea typeface="Arial"/>
                <a:cs typeface="Arial"/>
              </a:defRPr>
            </a:lvl6pPr>
            <a:lvl7pPr>
              <a:defRPr sz="4500" b="1">
                <a:solidFill>
                  <a:srgbClr val="143B2C"/>
                </a:solidFill>
                <a:latin typeface="Arial"/>
                <a:ea typeface="Arial"/>
                <a:cs typeface="Arial"/>
              </a:defRPr>
            </a:lvl7pPr>
            <a:lvl8pPr>
              <a:defRPr sz="4500" b="1">
                <a:solidFill>
                  <a:srgbClr val="143B2C"/>
                </a:solidFill>
                <a:latin typeface="Arial"/>
                <a:ea typeface="Arial"/>
                <a:cs typeface="Arial"/>
              </a:defRPr>
            </a:lvl8pPr>
            <a:lvl9pPr>
              <a:defRPr sz="4500" b="1">
                <a:solidFill>
                  <a:srgbClr val="143B2C"/>
                </a:solidFill>
                <a:latin typeface="Arial"/>
                <a:ea typeface="Arial"/>
                <a:cs typeface="Arial"/>
              </a:defRPr>
            </a:lvl9pPr>
          </a:lstStyle>
          <a:p xmlns:a="http://schemas.openxmlformats.org/drawingml/2006/main">
            <a:pPr>
              <a:defRPr sz="4500" b="1">
                <a:solidFill>
                  <a:srgbClr val="143B2C"/>
                </a:solidFill>
                <a:latin typeface="Arial"/>
                <a:ea typeface="Arial"/>
                <a:cs typeface="Arial"/>
              </a:defRPr>
            </a:pPr>
            <a:r>
              <a:rPr sz="4500" b="1">
                <a:solidFill>
                  <a:srgbClr val="143B2C"/>
                </a:solidFill>
                <a:latin typeface="Arial"/>
                <a:ea typeface="Arial"/>
                <a:cs typeface="Arial"/>
              </a:rPr>
              <a:t>h = L × tan(e)</a:t>
            </a:r>
          </a:p>
        </p:txBody>
      </p:sp>
      <p:sp>
        <p:nvSpPr>
          <p:cNvPr id="13" name="text-55">
            <a:extLst xmlns:a="http://schemas.openxmlformats.org/drawingml/2006/main">
              <a:ext uri="{FF2B5EF4-FFF2-40B4-BE49-F238E27FC236}">
                <a16:creationId xmlns:a16="http://schemas.microsoft.com/office/drawing/2014/main" id="{11915774-E541-474D-9A6E-B9E1BECA5A67}"/>
              </a:ext>
            </a:extLst>
          </p:cNvPr>
          <p:cNvSpPr>
            <a:spLocks xmlns:a="http://schemas.openxmlformats.org/drawingml/2006/main" noGrp="1"/>
          </p:cNvSpPr>
          <p:nvPr/>
        </p:nvSpPr>
        <p:spPr>
          <a:xfrm xmlns:a="http://schemas.openxmlformats.org/drawingml/2006/main">
            <a:off x="6858000" y="3076575"/>
            <a:ext cx="447675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175" b="0">
                <a:solidFill>
                  <a:srgbClr val="183427"/>
                </a:solidFill>
                <a:latin typeface="Arial"/>
                <a:ea typeface="Arial"/>
                <a:cs typeface="Arial"/>
              </a:defRPr>
            </a:defPPr>
            <a:lvl1pPr>
              <a:defRPr sz="2175" b="0">
                <a:solidFill>
                  <a:srgbClr val="183427"/>
                </a:solidFill>
                <a:latin typeface="Arial"/>
                <a:ea typeface="Arial"/>
                <a:cs typeface="Arial"/>
              </a:defRPr>
            </a:lvl1pPr>
            <a:lvl2pPr>
              <a:defRPr sz="2175" b="0">
                <a:solidFill>
                  <a:srgbClr val="183427"/>
                </a:solidFill>
                <a:latin typeface="Arial"/>
                <a:ea typeface="Arial"/>
                <a:cs typeface="Arial"/>
              </a:defRPr>
            </a:lvl2pPr>
            <a:lvl3pPr>
              <a:defRPr sz="2175" b="0">
                <a:solidFill>
                  <a:srgbClr val="183427"/>
                </a:solidFill>
                <a:latin typeface="Arial"/>
                <a:ea typeface="Arial"/>
                <a:cs typeface="Arial"/>
              </a:defRPr>
            </a:lvl3pPr>
            <a:lvl4pPr>
              <a:defRPr sz="2175" b="0">
                <a:solidFill>
                  <a:srgbClr val="183427"/>
                </a:solidFill>
                <a:latin typeface="Arial"/>
                <a:ea typeface="Arial"/>
                <a:cs typeface="Arial"/>
              </a:defRPr>
            </a:lvl4pPr>
            <a:lvl5pPr>
              <a:defRPr sz="2175" b="0">
                <a:solidFill>
                  <a:srgbClr val="183427"/>
                </a:solidFill>
                <a:latin typeface="Arial"/>
                <a:ea typeface="Arial"/>
                <a:cs typeface="Arial"/>
              </a:defRPr>
            </a:lvl5pPr>
            <a:lvl6pPr>
              <a:defRPr sz="2175" b="0">
                <a:solidFill>
                  <a:srgbClr val="183427"/>
                </a:solidFill>
                <a:latin typeface="Arial"/>
                <a:ea typeface="Arial"/>
                <a:cs typeface="Arial"/>
              </a:defRPr>
            </a:lvl6pPr>
            <a:lvl7pPr>
              <a:defRPr sz="2175" b="0">
                <a:solidFill>
                  <a:srgbClr val="183427"/>
                </a:solidFill>
                <a:latin typeface="Arial"/>
                <a:ea typeface="Arial"/>
                <a:cs typeface="Arial"/>
              </a:defRPr>
            </a:lvl7pPr>
            <a:lvl8pPr>
              <a:defRPr sz="2175" b="0">
                <a:solidFill>
                  <a:srgbClr val="183427"/>
                </a:solidFill>
                <a:latin typeface="Arial"/>
                <a:ea typeface="Arial"/>
                <a:cs typeface="Arial"/>
              </a:defRPr>
            </a:lvl8pPr>
            <a:lvl9pPr>
              <a:defRPr sz="2175" b="0">
                <a:solidFill>
                  <a:srgbClr val="183427"/>
                </a:solidFill>
                <a:latin typeface="Arial"/>
                <a:ea typeface="Arial"/>
                <a:cs typeface="Arial"/>
              </a:defRPr>
            </a:lvl9pPr>
          </a:lstStyle>
          <a:p xmlns:a="http://schemas.openxmlformats.org/drawingml/2006/main">
            <a:pPr>
              <a:defRPr sz="2175" b="0">
                <a:solidFill>
                  <a:srgbClr val="183427"/>
                </a:solidFill>
                <a:latin typeface="Arial"/>
                <a:ea typeface="Arial"/>
                <a:cs typeface="Arial"/>
              </a:defRPr>
            </a:pPr>
            <a:r>
              <a:rPr sz="2175" b="0">
                <a:solidFill>
                  <a:srgbClr val="183427"/>
                </a:solidFill>
                <a:latin typeface="Arial"/>
                <a:ea typeface="Arial"/>
                <a:cs typeface="Arial"/>
              </a:rPr>
              <a:t>L: lungimea umbrei</a:t>
            </a:r>
          </a:p>
          <a:p xmlns:a="http://schemas.openxmlformats.org/drawingml/2006/main">
            <a:pPr>
              <a:defRPr sz="2175" b="0">
                <a:solidFill>
                  <a:srgbClr val="183427"/>
                </a:solidFill>
                <a:latin typeface="Arial"/>
                <a:ea typeface="Arial"/>
                <a:cs typeface="Arial"/>
              </a:defRPr>
            </a:pPr>
            <a:r>
              <a:rPr sz="2175" b="0">
                <a:solidFill>
                  <a:srgbClr val="183427"/>
                </a:solidFill>
                <a:latin typeface="Arial"/>
                <a:ea typeface="Arial"/>
                <a:cs typeface="Arial"/>
              </a:rPr>
              <a:t>e: unghiul Soarelui</a:t>
            </a:r>
          </a:p>
          <a:p xmlns:a="http://schemas.openxmlformats.org/drawingml/2006/main">
            <a:pPr>
              <a:defRPr sz="2175" b="0">
                <a:solidFill>
                  <a:srgbClr val="183427"/>
                </a:solidFill>
                <a:latin typeface="Arial"/>
                <a:ea typeface="Arial"/>
                <a:cs typeface="Arial"/>
              </a:defRPr>
            </a:pPr>
            <a:r>
              <a:rPr sz="2175" b="0">
                <a:solidFill>
                  <a:srgbClr val="183427"/>
                </a:solidFill>
                <a:latin typeface="Arial"/>
                <a:ea typeface="Arial"/>
                <a:cs typeface="Arial"/>
              </a:rPr>
              <a:t>h: înălțimea estimată</a:t>
            </a:r>
          </a:p>
        </p:txBody>
      </p:sp>
      <p:sp>
        <p:nvSpPr>
          <p:cNvPr id="14" name="text-56">
            <a:extLst xmlns:a="http://schemas.openxmlformats.org/drawingml/2006/main">
              <a:ext uri="{FF2B5EF4-FFF2-40B4-BE49-F238E27FC236}">
                <a16:creationId xmlns:a16="http://schemas.microsoft.com/office/drawing/2014/main" id="{3A78F66C-0074-4B75-A4C7-9A3996561B24}"/>
              </a:ext>
            </a:extLst>
          </p:cNvPr>
          <p:cNvSpPr>
            <a:spLocks xmlns:a="http://schemas.openxmlformats.org/drawingml/2006/main" noGrp="1"/>
          </p:cNvSpPr>
          <p:nvPr/>
        </p:nvSpPr>
        <p:spPr>
          <a:xfrm xmlns:a="http://schemas.openxmlformats.org/drawingml/2006/main">
            <a:off x="6858000" y="4619625"/>
            <a:ext cx="452437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75" b="0">
                <a:solidFill>
                  <a:srgbClr val="53675A"/>
                </a:solidFill>
                <a:latin typeface="Arial"/>
                <a:ea typeface="Arial"/>
                <a:cs typeface="Arial"/>
              </a:defRPr>
            </a:defPPr>
            <a:lvl1pPr>
              <a:defRPr sz="1875" b="0">
                <a:solidFill>
                  <a:srgbClr val="53675A"/>
                </a:solidFill>
                <a:latin typeface="Arial"/>
                <a:ea typeface="Arial"/>
                <a:cs typeface="Arial"/>
              </a:defRPr>
            </a:lvl1pPr>
            <a:lvl2pPr>
              <a:defRPr sz="1875" b="0">
                <a:solidFill>
                  <a:srgbClr val="53675A"/>
                </a:solidFill>
                <a:latin typeface="Arial"/>
                <a:ea typeface="Arial"/>
                <a:cs typeface="Arial"/>
              </a:defRPr>
            </a:lvl2pPr>
            <a:lvl3pPr>
              <a:defRPr sz="1875" b="0">
                <a:solidFill>
                  <a:srgbClr val="53675A"/>
                </a:solidFill>
                <a:latin typeface="Arial"/>
                <a:ea typeface="Arial"/>
                <a:cs typeface="Arial"/>
              </a:defRPr>
            </a:lvl3pPr>
            <a:lvl4pPr>
              <a:defRPr sz="1875" b="0">
                <a:solidFill>
                  <a:srgbClr val="53675A"/>
                </a:solidFill>
                <a:latin typeface="Arial"/>
                <a:ea typeface="Arial"/>
                <a:cs typeface="Arial"/>
              </a:defRPr>
            </a:lvl4pPr>
            <a:lvl5pPr>
              <a:defRPr sz="1875" b="0">
                <a:solidFill>
                  <a:srgbClr val="53675A"/>
                </a:solidFill>
                <a:latin typeface="Arial"/>
                <a:ea typeface="Arial"/>
                <a:cs typeface="Arial"/>
              </a:defRPr>
            </a:lvl5pPr>
            <a:lvl6pPr>
              <a:defRPr sz="1875" b="0">
                <a:solidFill>
                  <a:srgbClr val="53675A"/>
                </a:solidFill>
                <a:latin typeface="Arial"/>
                <a:ea typeface="Arial"/>
                <a:cs typeface="Arial"/>
              </a:defRPr>
            </a:lvl6pPr>
            <a:lvl7pPr>
              <a:defRPr sz="1875" b="0">
                <a:solidFill>
                  <a:srgbClr val="53675A"/>
                </a:solidFill>
                <a:latin typeface="Arial"/>
                <a:ea typeface="Arial"/>
                <a:cs typeface="Arial"/>
              </a:defRPr>
            </a:lvl7pPr>
            <a:lvl8pPr>
              <a:defRPr sz="1875" b="0">
                <a:solidFill>
                  <a:srgbClr val="53675A"/>
                </a:solidFill>
                <a:latin typeface="Arial"/>
                <a:ea typeface="Arial"/>
                <a:cs typeface="Arial"/>
              </a:defRPr>
            </a:lvl8pPr>
            <a:lvl9pPr>
              <a:defRPr sz="1875" b="0">
                <a:solidFill>
                  <a:srgbClr val="53675A"/>
                </a:solidFill>
                <a:latin typeface="Arial"/>
                <a:ea typeface="Arial"/>
                <a:cs typeface="Arial"/>
              </a:defRPr>
            </a:lvl9pPr>
          </a:lstStyle>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Măsurare: ruletă sau laser, GPS</a:t>
            </a:r>
          </a:p>
          <a:p xmlns:a="http://schemas.openxmlformats.org/drawingml/2006/main">
            <a:pPr>
              <a:defRPr sz="1875" b="0">
                <a:solidFill>
                  <a:srgbClr val="53675A"/>
                </a:solidFill>
                <a:latin typeface="Arial"/>
                <a:ea typeface="Arial"/>
                <a:cs typeface="Arial"/>
              </a:defRPr>
            </a:pPr>
            <a:r>
              <a:rPr sz="1875" b="0">
                <a:solidFill>
                  <a:srgbClr val="53675A"/>
                </a:solidFill>
                <a:latin typeface="Arial"/>
                <a:ea typeface="Arial"/>
                <a:cs typeface="Arial"/>
              </a:rPr>
              <a:t>sau fotografie aeriană.</a:t>
            </a:r>
          </a:p>
        </p:txBody>
      </p:sp>
      <p:sp>
        <p:nvSpPr>
          <p:cNvPr id="15" name="text-57">
            <a:extLst xmlns:a="http://schemas.openxmlformats.org/drawingml/2006/main">
              <a:ext uri="{FF2B5EF4-FFF2-40B4-BE49-F238E27FC236}">
                <a16:creationId xmlns:a16="http://schemas.microsoft.com/office/drawing/2014/main" id="{ED22CE67-E044-435E-B8E1-E773A62075BE}"/>
              </a:ext>
            </a:extLst>
          </p:cNvPr>
          <p:cNvSpPr>
            <a:spLocks xmlns:a="http://schemas.openxmlformats.org/drawingml/2006/main" noGrp="1"/>
          </p:cNvSpPr>
          <p:nvPr/>
        </p:nvSpPr>
        <p:spPr>
          <a:xfrm xmlns:a="http://schemas.openxmlformats.org/drawingml/2006/main">
            <a:off x="666750" y="5629275"/>
            <a:ext cx="10763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800" b="0">
                <a:solidFill>
                  <a:srgbClr val="183427"/>
                </a:solidFill>
                <a:latin typeface="Arial"/>
                <a:ea typeface="Arial"/>
                <a:cs typeface="Arial"/>
              </a:defRPr>
            </a:defPPr>
            <a:lvl1pPr>
              <a:defRPr sz="1800" b="0">
                <a:solidFill>
                  <a:srgbClr val="183427"/>
                </a:solidFill>
                <a:latin typeface="Arial"/>
                <a:ea typeface="Arial"/>
                <a:cs typeface="Arial"/>
              </a:defRPr>
            </a:lvl1pPr>
            <a:lvl2pPr>
              <a:defRPr sz="1800" b="0">
                <a:solidFill>
                  <a:srgbClr val="183427"/>
                </a:solidFill>
                <a:latin typeface="Arial"/>
                <a:ea typeface="Arial"/>
                <a:cs typeface="Arial"/>
              </a:defRPr>
            </a:lvl2pPr>
            <a:lvl3pPr>
              <a:defRPr sz="1800" b="0">
                <a:solidFill>
                  <a:srgbClr val="183427"/>
                </a:solidFill>
                <a:latin typeface="Arial"/>
                <a:ea typeface="Arial"/>
                <a:cs typeface="Arial"/>
              </a:defRPr>
            </a:lvl3pPr>
            <a:lvl4pPr>
              <a:defRPr sz="1800" b="0">
                <a:solidFill>
                  <a:srgbClr val="183427"/>
                </a:solidFill>
                <a:latin typeface="Arial"/>
                <a:ea typeface="Arial"/>
                <a:cs typeface="Arial"/>
              </a:defRPr>
            </a:lvl4pPr>
            <a:lvl5pPr>
              <a:defRPr sz="1800" b="0">
                <a:solidFill>
                  <a:srgbClr val="183427"/>
                </a:solidFill>
                <a:latin typeface="Arial"/>
                <a:ea typeface="Arial"/>
                <a:cs typeface="Arial"/>
              </a:defRPr>
            </a:lvl5pPr>
            <a:lvl6pPr>
              <a:defRPr sz="1800" b="0">
                <a:solidFill>
                  <a:srgbClr val="183427"/>
                </a:solidFill>
                <a:latin typeface="Arial"/>
                <a:ea typeface="Arial"/>
                <a:cs typeface="Arial"/>
              </a:defRPr>
            </a:lvl6pPr>
            <a:lvl7pPr>
              <a:defRPr sz="1800" b="0">
                <a:solidFill>
                  <a:srgbClr val="183427"/>
                </a:solidFill>
                <a:latin typeface="Arial"/>
                <a:ea typeface="Arial"/>
                <a:cs typeface="Arial"/>
              </a:defRPr>
            </a:lvl7pPr>
            <a:lvl8pPr>
              <a:defRPr sz="1800" b="0">
                <a:solidFill>
                  <a:srgbClr val="183427"/>
                </a:solidFill>
                <a:latin typeface="Arial"/>
                <a:ea typeface="Arial"/>
                <a:cs typeface="Arial"/>
              </a:defRPr>
            </a:lvl8pPr>
            <a:lvl9pPr>
              <a:defRPr sz="1800" b="0">
                <a:solidFill>
                  <a:srgbClr val="183427"/>
                </a:solidFill>
                <a:latin typeface="Arial"/>
                <a:ea typeface="Arial"/>
                <a:cs typeface="Arial"/>
              </a:defRPr>
            </a:lvl9pPr>
          </a:lstStyle>
          <a:p xmlns:a="http://schemas.openxmlformats.org/drawingml/2006/main">
            <a:pPr>
              <a:defRPr sz="1800" b="0">
                <a:solidFill>
                  <a:srgbClr val="183427"/>
                </a:solidFill>
                <a:latin typeface="Arial"/>
                <a:ea typeface="Arial"/>
                <a:cs typeface="Arial"/>
              </a:defRPr>
            </a:pPr>
            <a:r>
              <a:rPr sz="1800" b="0">
                <a:solidFill>
                  <a:srgbClr val="183427"/>
                </a:solidFill>
                <a:latin typeface="Arial"/>
                <a:ea typeface="Arial"/>
                <a:cs typeface="Arial"/>
              </a:rPr>
              <a:t>Exemplu calculat: aceeași eroare de ±5 m la lungimea umbrei poate însemna</a:t>
            </a:r>
          </a:p>
          <a:p xmlns:a="http://schemas.openxmlformats.org/drawingml/2006/main">
            <a:pPr>
              <a:defRPr sz="1800" b="0">
                <a:solidFill>
                  <a:srgbClr val="183427"/>
                </a:solidFill>
                <a:latin typeface="Arial"/>
                <a:ea typeface="Arial"/>
                <a:cs typeface="Arial"/>
              </a:defRPr>
            </a:pPr>
            <a:r>
              <a:rPr sz="1800" b="0">
                <a:solidFill>
                  <a:srgbClr val="183427"/>
                </a:solidFill>
                <a:latin typeface="Arial"/>
                <a:ea typeface="Arial"/>
                <a:cs typeface="Arial"/>
              </a:rPr>
              <a:t>±3,2 m la 32,9° sau ±13,2 m la 69,2°.</a:t>
            </a:r>
          </a:p>
        </p:txBody>
      </p:sp>
      <p:sp>
        <p:nvSpPr>
          <p:cNvPr id="16" name="text-58">
            <a:extLst xmlns:a="http://schemas.openxmlformats.org/drawingml/2006/main">
              <a:ext uri="{FF2B5EF4-FFF2-40B4-BE49-F238E27FC236}">
                <a16:creationId xmlns:a16="http://schemas.microsoft.com/office/drawing/2014/main" id="{901E62D0-58D5-443B-A58B-BF3CADDE3F52}"/>
              </a:ext>
            </a:extLst>
          </p:cNvPr>
          <p:cNvSpPr>
            <a:spLocks xmlns:a="http://schemas.openxmlformats.org/drawingml/2006/main" noGrp="1"/>
          </p:cNvSpPr>
          <p:nvPr/>
        </p:nvSpPr>
        <p:spPr>
          <a:xfrm xmlns:a="http://schemas.openxmlformats.org/drawingml/2006/main">
            <a:off x="666750" y="6419850"/>
            <a:ext cx="10477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00" b="0">
                <a:solidFill>
                  <a:srgbClr val="53675A"/>
                </a:solidFill>
                <a:latin typeface="Arial"/>
                <a:ea typeface="Arial"/>
                <a:cs typeface="Arial"/>
              </a:defRPr>
            </a:defPPr>
            <a:lvl1pPr>
              <a:defRPr sz="1200" b="0">
                <a:solidFill>
                  <a:srgbClr val="53675A"/>
                </a:solidFill>
                <a:latin typeface="Arial"/>
                <a:ea typeface="Arial"/>
                <a:cs typeface="Arial"/>
              </a:defRPr>
            </a:lvl1pPr>
            <a:lvl2pPr>
              <a:defRPr sz="1200" b="0">
                <a:solidFill>
                  <a:srgbClr val="53675A"/>
                </a:solidFill>
                <a:latin typeface="Arial"/>
                <a:ea typeface="Arial"/>
                <a:cs typeface="Arial"/>
              </a:defRPr>
            </a:lvl2pPr>
            <a:lvl3pPr>
              <a:defRPr sz="1200" b="0">
                <a:solidFill>
                  <a:srgbClr val="53675A"/>
                </a:solidFill>
                <a:latin typeface="Arial"/>
                <a:ea typeface="Arial"/>
                <a:cs typeface="Arial"/>
              </a:defRPr>
            </a:lvl3pPr>
            <a:lvl4pPr>
              <a:defRPr sz="1200" b="0">
                <a:solidFill>
                  <a:srgbClr val="53675A"/>
                </a:solidFill>
                <a:latin typeface="Arial"/>
                <a:ea typeface="Arial"/>
                <a:cs typeface="Arial"/>
              </a:defRPr>
            </a:lvl4pPr>
            <a:lvl5pPr>
              <a:defRPr sz="1200" b="0">
                <a:solidFill>
                  <a:srgbClr val="53675A"/>
                </a:solidFill>
                <a:latin typeface="Arial"/>
                <a:ea typeface="Arial"/>
                <a:cs typeface="Arial"/>
              </a:defRPr>
            </a:lvl5pPr>
            <a:lvl6pPr>
              <a:defRPr sz="1200" b="0">
                <a:solidFill>
                  <a:srgbClr val="53675A"/>
                </a:solidFill>
                <a:latin typeface="Arial"/>
                <a:ea typeface="Arial"/>
                <a:cs typeface="Arial"/>
              </a:defRPr>
            </a:lvl6pPr>
            <a:lvl7pPr>
              <a:defRPr sz="1200" b="0">
                <a:solidFill>
                  <a:srgbClr val="53675A"/>
                </a:solidFill>
                <a:latin typeface="Arial"/>
                <a:ea typeface="Arial"/>
                <a:cs typeface="Arial"/>
              </a:defRPr>
            </a:lvl7pPr>
            <a:lvl8pPr>
              <a:defRPr sz="1200" b="0">
                <a:solidFill>
                  <a:srgbClr val="53675A"/>
                </a:solidFill>
                <a:latin typeface="Arial"/>
                <a:ea typeface="Arial"/>
                <a:cs typeface="Arial"/>
              </a:defRPr>
            </a:lvl8pPr>
            <a:lvl9pPr>
              <a:defRPr sz="1200" b="0">
                <a:solidFill>
                  <a:srgbClr val="53675A"/>
                </a:solidFill>
                <a:latin typeface="Arial"/>
                <a:ea typeface="Arial"/>
                <a:cs typeface="Arial"/>
              </a:defRPr>
            </a:lvl9pPr>
          </a:lstStyle>
          <a:p xmlns:a="http://schemas.openxmlformats.org/drawingml/2006/main">
            <a:pPr>
              <a:defRPr sz="1200" b="0">
                <a:solidFill>
                  <a:srgbClr val="53675A"/>
                </a:solidFill>
                <a:latin typeface="Arial"/>
                <a:ea typeface="Arial"/>
                <a:cs typeface="Arial"/>
              </a:defRPr>
            </a:pPr>
            <a:r>
              <a:rPr sz="1200" b="0">
                <a:solidFill>
                  <a:srgbClr val="53675A"/>
                </a:solidFill>
                <a:latin typeface="Arial"/>
                <a:ea typeface="Arial"/>
                <a:cs typeface="Arial"/>
              </a:rPr>
              <a:t>Model geometric; teren plan. Valorile nu reprezintă măsurători de teren.</a:t>
            </a:r>
          </a:p>
        </p:txBody>
      </p:sp>
    </p:spTree>
    <p:extLst>
      <p:ext uri="{BB962C8B-B14F-4D97-AF65-F5344CB8AC3E}">
        <p14:creationId xmlns:p14="http://schemas.microsoft.com/office/powerpoint/2010/main" val="790987566"/>
      </p:ext>
    </p:extLst>
  </p:cSld>
</p:sld>
</file>

<file path=ppt/slides/slide6.xml><?xml version="1.0" encoding="utf-8"?>
<p:sld xmlns:p="http://schemas.openxmlformats.org/presentationml/2006/main">
  <p:cSld>
    <p:bg>
      <p:bgPr>
        <a:solidFill xmlns:a="http://schemas.openxmlformats.org/drawingml/2006/main">
          <a:srgbClr val="143B2C"/>
        </a:solidFill>
      </p:bgPr>
    </p:bg>
    <p:spTree>
      <p:nvGrpSpPr>
        <p:cNvPr id="1" name=""/>
        <p:cNvGrpSpPr/>
        <p:nvPr/>
      </p:nvGrpSpPr>
      <p:grpSpPr>
        <a:xfrm xmlns:a="http://schemas.openxmlformats.org/drawingml/2006/main"/>
      </p:grpSpPr>
      <p:sp>
        <p:nvSpPr>
          <p:cNvPr id="9" name="text-59">
            <a:extLst xmlns:a="http://schemas.openxmlformats.org/drawingml/2006/main">
              <a:ext uri="{FF2B5EF4-FFF2-40B4-BE49-F238E27FC236}">
                <a16:creationId xmlns:a16="http://schemas.microsoft.com/office/drawing/2014/main" id="{BD2D6CAB-D791-4491-899C-0C3B1B18D757}"/>
              </a:ext>
            </a:extLst>
          </p:cNvPr>
          <p:cNvSpPr>
            <a:spLocks xmlns:a="http://schemas.openxmlformats.org/drawingml/2006/main" noGrp="1"/>
          </p:cNvSpPr>
          <p:nvPr/>
        </p:nvSpPr>
        <p:spPr>
          <a:xfrm xmlns:a="http://schemas.openxmlformats.org/drawingml/2006/main">
            <a:off x="11249025" y="6381750"/>
            <a:ext cx="428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275" b="0">
                <a:solidFill>
                  <a:srgbClr val="BCD0BC"/>
                </a:solidFill>
                <a:latin typeface="Arial"/>
                <a:ea typeface="Arial"/>
                <a:cs typeface="Arial"/>
              </a:defRPr>
            </a:defPPr>
            <a:lvl1pPr>
              <a:defRPr sz="1275" b="0">
                <a:solidFill>
                  <a:srgbClr val="BCD0BC"/>
                </a:solidFill>
                <a:latin typeface="Arial"/>
                <a:ea typeface="Arial"/>
                <a:cs typeface="Arial"/>
              </a:defRPr>
            </a:lvl1pPr>
            <a:lvl2pPr>
              <a:defRPr sz="1275" b="0">
                <a:solidFill>
                  <a:srgbClr val="BCD0BC"/>
                </a:solidFill>
                <a:latin typeface="Arial"/>
                <a:ea typeface="Arial"/>
                <a:cs typeface="Arial"/>
              </a:defRPr>
            </a:lvl2pPr>
            <a:lvl3pPr>
              <a:defRPr sz="1275" b="0">
                <a:solidFill>
                  <a:srgbClr val="BCD0BC"/>
                </a:solidFill>
                <a:latin typeface="Arial"/>
                <a:ea typeface="Arial"/>
                <a:cs typeface="Arial"/>
              </a:defRPr>
            </a:lvl3pPr>
            <a:lvl4pPr>
              <a:defRPr sz="1275" b="0">
                <a:solidFill>
                  <a:srgbClr val="BCD0BC"/>
                </a:solidFill>
                <a:latin typeface="Arial"/>
                <a:ea typeface="Arial"/>
                <a:cs typeface="Arial"/>
              </a:defRPr>
            </a:lvl4pPr>
            <a:lvl5pPr>
              <a:defRPr sz="1275" b="0">
                <a:solidFill>
                  <a:srgbClr val="BCD0BC"/>
                </a:solidFill>
                <a:latin typeface="Arial"/>
                <a:ea typeface="Arial"/>
                <a:cs typeface="Arial"/>
              </a:defRPr>
            </a:lvl5pPr>
            <a:lvl6pPr>
              <a:defRPr sz="1275" b="0">
                <a:solidFill>
                  <a:srgbClr val="BCD0BC"/>
                </a:solidFill>
                <a:latin typeface="Arial"/>
                <a:ea typeface="Arial"/>
                <a:cs typeface="Arial"/>
              </a:defRPr>
            </a:lvl6pPr>
            <a:lvl7pPr>
              <a:defRPr sz="1275" b="0">
                <a:solidFill>
                  <a:srgbClr val="BCD0BC"/>
                </a:solidFill>
                <a:latin typeface="Arial"/>
                <a:ea typeface="Arial"/>
                <a:cs typeface="Arial"/>
              </a:defRPr>
            </a:lvl7pPr>
            <a:lvl8pPr>
              <a:defRPr sz="1275" b="0">
                <a:solidFill>
                  <a:srgbClr val="BCD0BC"/>
                </a:solidFill>
                <a:latin typeface="Arial"/>
                <a:ea typeface="Arial"/>
                <a:cs typeface="Arial"/>
              </a:defRPr>
            </a:lvl8pPr>
            <a:lvl9pPr>
              <a:defRPr sz="1275" b="0">
                <a:solidFill>
                  <a:srgbClr val="BCD0BC"/>
                </a:solidFill>
                <a:latin typeface="Arial"/>
                <a:ea typeface="Arial"/>
                <a:cs typeface="Arial"/>
              </a:defRPr>
            </a:lvl9pPr>
          </a:lstStyle>
          <a:p xmlns:a="http://schemas.openxmlformats.org/drawingml/2006/main">
            <a:pPr>
              <a:defRPr sz="1275" b="0">
                <a:solidFill>
                  <a:srgbClr val="BCD0BC"/>
                </a:solidFill>
                <a:latin typeface="Arial"/>
                <a:ea typeface="Arial"/>
                <a:cs typeface="Arial"/>
              </a:defRPr>
            </a:pPr>
            <a:r>
              <a:rPr sz="1275" b="0">
                <a:solidFill>
                  <a:srgbClr val="BCD0BC"/>
                </a:solidFill>
                <a:latin typeface="Arial"/>
                <a:ea typeface="Arial"/>
                <a:cs typeface="Arial"/>
              </a:rPr>
              <a:t>06</a:t>
            </a:r>
          </a:p>
        </p:txBody>
      </p:sp>
      <p:pic>
        <p:nvPicPr>
          <p:cNvPr id="2" name="">
            <a:extLst xmlns:a="http://schemas.openxmlformats.org/drawingml/2006/main">
              <a:ext uri="{FF2B5EF4-FFF2-40B4-BE49-F238E27FC236}">
                <a16:creationId xmlns:a16="http://schemas.microsoft.com/office/drawing/2014/main" id="{B804EC63-8727-42C2-AB4D-706A3C46AE47}"/>
              </a:ext>
            </a:extLst>
          </p:cNvPr>
          <p:cNvPicPr>
            <a:picLocks xmlns:a="http://schemas.openxmlformats.org/drawingml/2006/main" noChangeAspect="1"/>
          </p:cNvPicPr>
          <p:nvPr/>
        </p:nvPicPr>
        <p:blipFill>
          <a:blip xmlns:r="http://schemas.openxmlformats.org/officeDocument/2006/relationships" xmlns:a="http://schemas.openxmlformats.org/drawingml/2006/main" r:embed="Rd19585bc08444a32"/>
          <a:srcRect xmlns:a="http://schemas.openxmlformats.org/drawingml/2006/main" l="1444" t="0" r="1444" b="0"/>
          <a:stretch xmlns:a="http://schemas.openxmlformats.org/drawingml/2006/main">
            <a:fillRect l="0" t="0" r="0" b="0"/>
          </a:stretch>
        </p:blipFill>
        <p:spPr>
          <a:xfrm xmlns:a="http://schemas.openxmlformats.org/drawingml/2006/main">
            <a:off x="7848600" y="0"/>
            <a:ext cx="4343400" cy="6858000"/>
          </a:xfrm>
          <a:prstGeom xmlns:a="http://schemas.openxmlformats.org/drawingml/2006/main" prst="rect">
            <a:avLst/>
          </a:prstGeom>
        </p:spPr>
      </p:pic>
      <p:sp>
        <p:nvSpPr>
          <p:cNvPr id="3" name="text-60">
            <a:extLst xmlns:a="http://schemas.openxmlformats.org/drawingml/2006/main">
              <a:ext uri="{FF2B5EF4-FFF2-40B4-BE49-F238E27FC236}">
                <a16:creationId xmlns:a16="http://schemas.microsoft.com/office/drawing/2014/main" id="{83D87A84-B8DB-4FA6-B1BA-69A54E8C4261}"/>
              </a:ext>
            </a:extLst>
          </p:cNvPr>
          <p:cNvSpPr>
            <a:spLocks xmlns:a="http://schemas.openxmlformats.org/drawingml/2006/main" noGrp="1"/>
          </p:cNvSpPr>
          <p:nvPr/>
        </p:nvSpPr>
        <p:spPr>
          <a:xfrm xmlns:a="http://schemas.openxmlformats.org/drawingml/2006/main">
            <a:off x="628650" y="68580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550" b="1">
                <a:solidFill>
                  <a:srgbClr val="BBD8A8"/>
                </a:solidFill>
                <a:latin typeface="Arial"/>
                <a:ea typeface="Arial"/>
                <a:cs typeface="Arial"/>
              </a:defRPr>
            </a:defPPr>
            <a:lvl1pPr>
              <a:defRPr sz="2550" b="1">
                <a:solidFill>
                  <a:srgbClr val="BBD8A8"/>
                </a:solidFill>
                <a:latin typeface="Arial"/>
                <a:ea typeface="Arial"/>
                <a:cs typeface="Arial"/>
              </a:defRPr>
            </a:lvl1pPr>
            <a:lvl2pPr>
              <a:defRPr sz="2550" b="1">
                <a:solidFill>
                  <a:srgbClr val="BBD8A8"/>
                </a:solidFill>
                <a:latin typeface="Arial"/>
                <a:ea typeface="Arial"/>
                <a:cs typeface="Arial"/>
              </a:defRPr>
            </a:lvl2pPr>
            <a:lvl3pPr>
              <a:defRPr sz="2550" b="1">
                <a:solidFill>
                  <a:srgbClr val="BBD8A8"/>
                </a:solidFill>
                <a:latin typeface="Arial"/>
                <a:ea typeface="Arial"/>
                <a:cs typeface="Arial"/>
              </a:defRPr>
            </a:lvl3pPr>
            <a:lvl4pPr>
              <a:defRPr sz="2550" b="1">
                <a:solidFill>
                  <a:srgbClr val="BBD8A8"/>
                </a:solidFill>
                <a:latin typeface="Arial"/>
                <a:ea typeface="Arial"/>
                <a:cs typeface="Arial"/>
              </a:defRPr>
            </a:lvl4pPr>
            <a:lvl5pPr>
              <a:defRPr sz="2550" b="1">
                <a:solidFill>
                  <a:srgbClr val="BBD8A8"/>
                </a:solidFill>
                <a:latin typeface="Arial"/>
                <a:ea typeface="Arial"/>
                <a:cs typeface="Arial"/>
              </a:defRPr>
            </a:lvl5pPr>
            <a:lvl6pPr>
              <a:defRPr sz="2550" b="1">
                <a:solidFill>
                  <a:srgbClr val="BBD8A8"/>
                </a:solidFill>
                <a:latin typeface="Arial"/>
                <a:ea typeface="Arial"/>
                <a:cs typeface="Arial"/>
              </a:defRPr>
            </a:lvl6pPr>
            <a:lvl7pPr>
              <a:defRPr sz="2550" b="1">
                <a:solidFill>
                  <a:srgbClr val="BBD8A8"/>
                </a:solidFill>
                <a:latin typeface="Arial"/>
                <a:ea typeface="Arial"/>
                <a:cs typeface="Arial"/>
              </a:defRPr>
            </a:lvl7pPr>
            <a:lvl8pPr>
              <a:defRPr sz="2550" b="1">
                <a:solidFill>
                  <a:srgbClr val="BBD8A8"/>
                </a:solidFill>
                <a:latin typeface="Arial"/>
                <a:ea typeface="Arial"/>
                <a:cs typeface="Arial"/>
              </a:defRPr>
            </a:lvl8pPr>
            <a:lvl9pPr>
              <a:defRPr sz="2550" b="1">
                <a:solidFill>
                  <a:srgbClr val="BBD8A8"/>
                </a:solidFill>
                <a:latin typeface="Arial"/>
                <a:ea typeface="Arial"/>
                <a:cs typeface="Arial"/>
              </a:defRPr>
            </a:lvl9pPr>
          </a:lstStyle>
          <a:p xmlns:a="http://schemas.openxmlformats.org/drawingml/2006/main">
            <a:pPr>
              <a:defRPr sz="2550" b="1">
                <a:solidFill>
                  <a:srgbClr val="BBD8A8"/>
                </a:solidFill>
                <a:latin typeface="Arial"/>
                <a:ea typeface="Arial"/>
                <a:cs typeface="Arial"/>
              </a:defRPr>
            </a:pPr>
            <a:r>
              <a:rPr sz="2550" b="1">
                <a:solidFill>
                  <a:srgbClr val="BBD8A8"/>
                </a:solidFill>
                <a:latin typeface="Arial"/>
                <a:ea typeface="Arial"/>
                <a:cs typeface="Arial"/>
              </a:rPr>
              <a:t>UMBRA</a:t>
            </a:r>
          </a:p>
        </p:txBody>
      </p:sp>
      <p:sp>
        <p:nvSpPr>
          <p:cNvPr id="4" name="text-61">
            <a:extLst xmlns:a="http://schemas.openxmlformats.org/drawingml/2006/main">
              <a:ext uri="{FF2B5EF4-FFF2-40B4-BE49-F238E27FC236}">
                <a16:creationId xmlns:a16="http://schemas.microsoft.com/office/drawing/2014/main" id="{F2825283-67B6-4E1D-AB44-DD11F3B434FA}"/>
              </a:ext>
            </a:extLst>
          </p:cNvPr>
          <p:cNvSpPr>
            <a:spLocks xmlns:a="http://schemas.openxmlformats.org/drawingml/2006/main" noGrp="1"/>
          </p:cNvSpPr>
          <p:nvPr/>
        </p:nvSpPr>
        <p:spPr>
          <a:xfrm xmlns:a="http://schemas.openxmlformats.org/drawingml/2006/main">
            <a:off x="619125" y="1695450"/>
            <a:ext cx="685800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4500" b="1">
                <a:solidFill>
                  <a:srgbClr val="FFFFFF"/>
                </a:solidFill>
                <a:latin typeface="Arial"/>
                <a:ea typeface="Arial"/>
                <a:cs typeface="Arial"/>
              </a:defRPr>
            </a:defPPr>
            <a:lvl1pPr>
              <a:defRPr sz="4500" b="1">
                <a:solidFill>
                  <a:srgbClr val="FFFFFF"/>
                </a:solidFill>
                <a:latin typeface="Arial"/>
                <a:ea typeface="Arial"/>
                <a:cs typeface="Arial"/>
              </a:defRPr>
            </a:lvl1pPr>
            <a:lvl2pPr>
              <a:defRPr sz="4500" b="1">
                <a:solidFill>
                  <a:srgbClr val="FFFFFF"/>
                </a:solidFill>
                <a:latin typeface="Arial"/>
                <a:ea typeface="Arial"/>
                <a:cs typeface="Arial"/>
              </a:defRPr>
            </a:lvl2pPr>
            <a:lvl3pPr>
              <a:defRPr sz="4500" b="1">
                <a:solidFill>
                  <a:srgbClr val="FFFFFF"/>
                </a:solidFill>
                <a:latin typeface="Arial"/>
                <a:ea typeface="Arial"/>
                <a:cs typeface="Arial"/>
              </a:defRPr>
            </a:lvl3pPr>
            <a:lvl4pPr>
              <a:defRPr sz="4500" b="1">
                <a:solidFill>
                  <a:srgbClr val="FFFFFF"/>
                </a:solidFill>
                <a:latin typeface="Arial"/>
                <a:ea typeface="Arial"/>
                <a:cs typeface="Arial"/>
              </a:defRPr>
            </a:lvl4pPr>
            <a:lvl5pPr>
              <a:defRPr sz="4500" b="1">
                <a:solidFill>
                  <a:srgbClr val="FFFFFF"/>
                </a:solidFill>
                <a:latin typeface="Arial"/>
                <a:ea typeface="Arial"/>
                <a:cs typeface="Arial"/>
              </a:defRPr>
            </a:lvl5pPr>
            <a:lvl6pPr>
              <a:defRPr sz="4500" b="1">
                <a:solidFill>
                  <a:srgbClr val="FFFFFF"/>
                </a:solidFill>
                <a:latin typeface="Arial"/>
                <a:ea typeface="Arial"/>
                <a:cs typeface="Arial"/>
              </a:defRPr>
            </a:lvl6pPr>
            <a:lvl7pPr>
              <a:defRPr sz="4500" b="1">
                <a:solidFill>
                  <a:srgbClr val="FFFFFF"/>
                </a:solidFill>
                <a:latin typeface="Arial"/>
                <a:ea typeface="Arial"/>
                <a:cs typeface="Arial"/>
              </a:defRPr>
            </a:lvl7pPr>
            <a:lvl8pPr>
              <a:defRPr sz="4500" b="1">
                <a:solidFill>
                  <a:srgbClr val="FFFFFF"/>
                </a:solidFill>
                <a:latin typeface="Arial"/>
                <a:ea typeface="Arial"/>
                <a:cs typeface="Arial"/>
              </a:defRPr>
            </a:lvl8pPr>
            <a:lvl9pPr>
              <a:defRPr sz="4500" b="1">
                <a:solidFill>
                  <a:srgbClr val="FFFFFF"/>
                </a:solidFill>
                <a:latin typeface="Arial"/>
                <a:ea typeface="Arial"/>
                <a:cs typeface="Arial"/>
              </a:defRPr>
            </a:lvl9pPr>
          </a:lstStyle>
          <a:p xmlns:a="http://schemas.openxmlformats.org/drawingml/2006/main">
            <a:pPr>
              <a:defRPr sz="4500" b="1">
                <a:solidFill>
                  <a:srgbClr val="FFFFFF"/>
                </a:solidFill>
                <a:latin typeface="Arial"/>
                <a:ea typeface="Arial"/>
                <a:cs typeface="Arial"/>
              </a:defRPr>
            </a:pPr>
            <a:r>
              <a:rPr sz="4500" b="1">
                <a:solidFill>
                  <a:srgbClr val="FFFFFF"/>
                </a:solidFill>
                <a:latin typeface="Arial"/>
                <a:ea typeface="Arial"/>
                <a:cs typeface="Arial"/>
              </a:rPr>
              <a:t>O hartă care</a:t>
            </a:r>
          </a:p>
          <a:p xmlns:a="http://schemas.openxmlformats.org/drawingml/2006/main">
            <a:pPr>
              <a:defRPr sz="4500" b="1">
                <a:solidFill>
                  <a:srgbClr val="FFFFFF"/>
                </a:solidFill>
                <a:latin typeface="Arial"/>
                <a:ea typeface="Arial"/>
                <a:cs typeface="Arial"/>
              </a:defRPr>
            </a:pPr>
            <a:r>
              <a:rPr sz="4500" b="1">
                <a:solidFill>
                  <a:srgbClr val="FFFFFF"/>
                </a:solidFill>
                <a:latin typeface="Arial"/>
                <a:ea typeface="Arial"/>
                <a:cs typeface="Arial"/>
              </a:rPr>
              <a:t>te ajută să</a:t>
            </a:r>
          </a:p>
          <a:p xmlns:a="http://schemas.openxmlformats.org/drawingml/2006/main">
            <a:pPr>
              <a:defRPr sz="4500" b="1">
                <a:solidFill>
                  <a:srgbClr val="FFFFFF"/>
                </a:solidFill>
                <a:latin typeface="Arial"/>
                <a:ea typeface="Arial"/>
                <a:cs typeface="Arial"/>
              </a:defRPr>
            </a:pPr>
            <a:r>
              <a:rPr sz="4500" b="1">
                <a:solidFill>
                  <a:srgbClr val="FFFFFF"/>
                </a:solidFill>
                <a:latin typeface="Arial"/>
                <a:ea typeface="Arial"/>
                <a:cs typeface="Arial"/>
              </a:rPr>
              <a:t>alegi traseul.</a:t>
            </a:r>
          </a:p>
        </p:txBody>
      </p:sp>
      <p:sp>
        <p:nvSpPr>
          <p:cNvPr id="5" name="shape-62">
            <a:extLst xmlns:a="http://schemas.openxmlformats.org/drawingml/2006/main">
              <a:ext uri="{FF2B5EF4-FFF2-40B4-BE49-F238E27FC236}">
                <a16:creationId xmlns:a16="http://schemas.microsoft.com/office/drawing/2014/main" id="{2BEB5ADC-D0DE-4686-B67E-2A9C88314B99}"/>
              </a:ext>
            </a:extLst>
          </p:cNvPr>
          <p:cNvSpPr>
            <a:spLocks xmlns:a="http://schemas.openxmlformats.org/drawingml/2006/main" noGrp="1"/>
          </p:cNvSpPr>
          <p:nvPr/>
        </p:nvSpPr>
        <p:spPr>
          <a:xfrm xmlns:a="http://schemas.openxmlformats.org/drawingml/2006/main" rot="0">
            <a:off x="666750" y="4257675"/>
            <a:ext cx="4857750" cy="19050"/>
          </a:xfrm>
          <a:prstGeom xmlns:a="http://schemas.openxmlformats.org/drawingml/2006/main" prst="rect">
            <a:avLst/>
          </a:prstGeom>
          <a:solidFill xmlns:a="http://schemas.openxmlformats.org/drawingml/2006/main">
            <a:srgbClr val="6B916B"/>
          </a:solidFill>
          <a:ln xmlns:a="http://schemas.openxmlformats.org/drawingml/2006/main" w="0">
            <a:noFill/>
            <a:prstDash val="solid"/>
          </a:ln>
        </p:spPr>
      </p:sp>
      <p:sp>
        <p:nvSpPr>
          <p:cNvPr id="6" name="text-63">
            <a:extLst xmlns:a="http://schemas.openxmlformats.org/drawingml/2006/main">
              <a:ext uri="{FF2B5EF4-FFF2-40B4-BE49-F238E27FC236}">
                <a16:creationId xmlns:a16="http://schemas.microsoft.com/office/drawing/2014/main" id="{03C61B9D-C61E-4593-9BFD-8DB410D358F5}"/>
              </a:ext>
            </a:extLst>
          </p:cNvPr>
          <p:cNvSpPr>
            <a:spLocks xmlns:a="http://schemas.openxmlformats.org/drawingml/2006/main" noGrp="1"/>
          </p:cNvSpPr>
          <p:nvPr/>
        </p:nvSpPr>
        <p:spPr>
          <a:xfrm xmlns:a="http://schemas.openxmlformats.org/drawingml/2006/main">
            <a:off x="666750" y="4552950"/>
            <a:ext cx="666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2250" b="0">
                <a:solidFill>
                  <a:srgbClr val="D5E3D0"/>
                </a:solidFill>
                <a:latin typeface="Arial"/>
                <a:ea typeface="Arial"/>
                <a:cs typeface="Arial"/>
              </a:defRPr>
            </a:defPPr>
            <a:lvl1pPr>
              <a:defRPr sz="2250" b="0">
                <a:solidFill>
                  <a:srgbClr val="D5E3D0"/>
                </a:solidFill>
                <a:latin typeface="Arial"/>
                <a:ea typeface="Arial"/>
                <a:cs typeface="Arial"/>
              </a:defRPr>
            </a:lvl1pPr>
            <a:lvl2pPr>
              <a:defRPr sz="2250" b="0">
                <a:solidFill>
                  <a:srgbClr val="D5E3D0"/>
                </a:solidFill>
                <a:latin typeface="Arial"/>
                <a:ea typeface="Arial"/>
                <a:cs typeface="Arial"/>
              </a:defRPr>
            </a:lvl2pPr>
            <a:lvl3pPr>
              <a:defRPr sz="2250" b="0">
                <a:solidFill>
                  <a:srgbClr val="D5E3D0"/>
                </a:solidFill>
                <a:latin typeface="Arial"/>
                <a:ea typeface="Arial"/>
                <a:cs typeface="Arial"/>
              </a:defRPr>
            </a:lvl3pPr>
            <a:lvl4pPr>
              <a:defRPr sz="2250" b="0">
                <a:solidFill>
                  <a:srgbClr val="D5E3D0"/>
                </a:solidFill>
                <a:latin typeface="Arial"/>
                <a:ea typeface="Arial"/>
                <a:cs typeface="Arial"/>
              </a:defRPr>
            </a:lvl4pPr>
            <a:lvl5pPr>
              <a:defRPr sz="2250" b="0">
                <a:solidFill>
                  <a:srgbClr val="D5E3D0"/>
                </a:solidFill>
                <a:latin typeface="Arial"/>
                <a:ea typeface="Arial"/>
                <a:cs typeface="Arial"/>
              </a:defRPr>
            </a:lvl5pPr>
            <a:lvl6pPr>
              <a:defRPr sz="2250" b="0">
                <a:solidFill>
                  <a:srgbClr val="D5E3D0"/>
                </a:solidFill>
                <a:latin typeface="Arial"/>
                <a:ea typeface="Arial"/>
                <a:cs typeface="Arial"/>
              </a:defRPr>
            </a:lvl6pPr>
            <a:lvl7pPr>
              <a:defRPr sz="2250" b="0">
                <a:solidFill>
                  <a:srgbClr val="D5E3D0"/>
                </a:solidFill>
                <a:latin typeface="Arial"/>
                <a:ea typeface="Arial"/>
                <a:cs typeface="Arial"/>
              </a:defRPr>
            </a:lvl7pPr>
            <a:lvl8pPr>
              <a:defRPr sz="2250" b="0">
                <a:solidFill>
                  <a:srgbClr val="D5E3D0"/>
                </a:solidFill>
                <a:latin typeface="Arial"/>
                <a:ea typeface="Arial"/>
                <a:cs typeface="Arial"/>
              </a:defRPr>
            </a:lvl8pPr>
            <a:lvl9pPr>
              <a:defRPr sz="2250" b="0">
                <a:solidFill>
                  <a:srgbClr val="D5E3D0"/>
                </a:solidFill>
                <a:latin typeface="Arial"/>
                <a:ea typeface="Arial"/>
                <a:cs typeface="Arial"/>
              </a:defRPr>
            </a:lvl9pPr>
          </a:lstStyle>
          <a:p xmlns:a="http://schemas.openxmlformats.org/drawingml/2006/main">
            <a:pPr>
              <a:defRPr sz="2250" b="0">
                <a:solidFill>
                  <a:srgbClr val="D5E3D0"/>
                </a:solidFill>
                <a:latin typeface="Arial"/>
                <a:ea typeface="Arial"/>
                <a:cs typeface="Arial"/>
              </a:defRPr>
            </a:pPr>
            <a:r>
              <a:rPr sz="2250" b="0">
                <a:solidFill>
                  <a:srgbClr val="D5E3D0"/>
                </a:solidFill>
                <a:latin typeface="Arial"/>
                <a:ea typeface="Arial"/>
                <a:cs typeface="Arial"/>
              </a:rPr>
              <a:t>Compari traseele după durată</a:t>
            </a:r>
          </a:p>
          <a:p xmlns:a="http://schemas.openxmlformats.org/drawingml/2006/main">
            <a:pPr>
              <a:defRPr sz="2250" b="0">
                <a:solidFill>
                  <a:srgbClr val="D5E3D0"/>
                </a:solidFill>
                <a:latin typeface="Arial"/>
                <a:ea typeface="Arial"/>
                <a:cs typeface="Arial"/>
              </a:defRPr>
            </a:pPr>
            <a:r>
              <a:rPr sz="2250" b="0">
                <a:solidFill>
                  <a:srgbClr val="D5E3D0"/>
                </a:solidFill>
                <a:latin typeface="Arial"/>
                <a:ea typeface="Arial"/>
                <a:cs typeface="Arial"/>
              </a:rPr>
              <a:t>și după umbra estimată.</a:t>
            </a:r>
          </a:p>
        </p:txBody>
      </p:sp>
      <p:sp>
        <p:nvSpPr>
          <p:cNvPr id="7" name="text-64">
            <a:extLst xmlns:a="http://schemas.openxmlformats.org/drawingml/2006/main">
              <a:ext uri="{FF2B5EF4-FFF2-40B4-BE49-F238E27FC236}">
                <a16:creationId xmlns:a16="http://schemas.microsoft.com/office/drawing/2014/main" id="{958809AA-564C-4E06-995A-3AADB2CBA4DB}"/>
              </a:ext>
            </a:extLst>
          </p:cNvPr>
          <p:cNvSpPr>
            <a:spLocks xmlns:a="http://schemas.openxmlformats.org/drawingml/2006/main" noGrp="1"/>
          </p:cNvSpPr>
          <p:nvPr/>
        </p:nvSpPr>
        <p:spPr>
          <a:xfrm xmlns:a="http://schemas.openxmlformats.org/drawingml/2006/main">
            <a:off x="666750" y="5972175"/>
            <a:ext cx="6381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1950" b="1">
                <a:solidFill>
                  <a:srgbClr val="BBD8A8"/>
                </a:solidFill>
                <a:latin typeface="Arial"/>
                <a:ea typeface="Arial"/>
                <a:cs typeface="Arial"/>
              </a:defRPr>
            </a:defPPr>
            <a:lvl1pPr>
              <a:defRPr sz="1950" b="1">
                <a:solidFill>
                  <a:srgbClr val="BBD8A8"/>
                </a:solidFill>
                <a:latin typeface="Arial"/>
                <a:ea typeface="Arial"/>
                <a:cs typeface="Arial"/>
              </a:defRPr>
            </a:lvl1pPr>
            <a:lvl2pPr>
              <a:defRPr sz="1950" b="1">
                <a:solidFill>
                  <a:srgbClr val="BBD8A8"/>
                </a:solidFill>
                <a:latin typeface="Arial"/>
                <a:ea typeface="Arial"/>
                <a:cs typeface="Arial"/>
              </a:defRPr>
            </a:lvl2pPr>
            <a:lvl3pPr>
              <a:defRPr sz="1950" b="1">
                <a:solidFill>
                  <a:srgbClr val="BBD8A8"/>
                </a:solidFill>
                <a:latin typeface="Arial"/>
                <a:ea typeface="Arial"/>
                <a:cs typeface="Arial"/>
              </a:defRPr>
            </a:lvl3pPr>
            <a:lvl4pPr>
              <a:defRPr sz="1950" b="1">
                <a:solidFill>
                  <a:srgbClr val="BBD8A8"/>
                </a:solidFill>
                <a:latin typeface="Arial"/>
                <a:ea typeface="Arial"/>
                <a:cs typeface="Arial"/>
              </a:defRPr>
            </a:lvl4pPr>
            <a:lvl5pPr>
              <a:defRPr sz="1950" b="1">
                <a:solidFill>
                  <a:srgbClr val="BBD8A8"/>
                </a:solidFill>
                <a:latin typeface="Arial"/>
                <a:ea typeface="Arial"/>
                <a:cs typeface="Arial"/>
              </a:defRPr>
            </a:lvl5pPr>
            <a:lvl6pPr>
              <a:defRPr sz="1950" b="1">
                <a:solidFill>
                  <a:srgbClr val="BBD8A8"/>
                </a:solidFill>
                <a:latin typeface="Arial"/>
                <a:ea typeface="Arial"/>
                <a:cs typeface="Arial"/>
              </a:defRPr>
            </a:lvl6pPr>
            <a:lvl7pPr>
              <a:defRPr sz="1950" b="1">
                <a:solidFill>
                  <a:srgbClr val="BBD8A8"/>
                </a:solidFill>
                <a:latin typeface="Arial"/>
                <a:ea typeface="Arial"/>
                <a:cs typeface="Arial"/>
              </a:defRPr>
            </a:lvl7pPr>
            <a:lvl8pPr>
              <a:defRPr sz="1950" b="1">
                <a:solidFill>
                  <a:srgbClr val="BBD8A8"/>
                </a:solidFill>
                <a:latin typeface="Arial"/>
                <a:ea typeface="Arial"/>
                <a:cs typeface="Arial"/>
              </a:defRPr>
            </a:lvl8pPr>
            <a:lvl9pPr>
              <a:defRPr sz="1950" b="1">
                <a:solidFill>
                  <a:srgbClr val="BBD8A8"/>
                </a:solidFill>
                <a:latin typeface="Arial"/>
                <a:ea typeface="Arial"/>
                <a:cs typeface="Arial"/>
              </a:defRPr>
            </a:lvl9pPr>
          </a:lstStyle>
          <a:p xmlns:a="http://schemas.openxmlformats.org/drawingml/2006/main">
            <a:pPr>
              <a:defRPr sz="1950" b="1">
                <a:solidFill>
                  <a:srgbClr val="BBD8A8"/>
                </a:solidFill>
                <a:latin typeface="Arial"/>
                <a:ea typeface="Arial"/>
                <a:cs typeface="Arial"/>
              </a:defRPr>
            </a:pPr>
            <a:r>
              <a:rPr sz="1950" b="1">
                <a:solidFill>
                  <a:srgbClr val="BBD8A8"/>
                </a:solidFill>
                <a:latin typeface="Arial"/>
                <a:ea typeface="Arial"/>
                <a:cs typeface="Arial"/>
              </a:rPr>
              <a:t>Vă mulțumim!</a:t>
            </a:r>
          </a:p>
        </p:txBody>
      </p:sp>
      <p:sp>
        <p:nvSpPr>
          <p:cNvPr id="8" name="text-65">
            <a:extLst xmlns:a="http://schemas.openxmlformats.org/drawingml/2006/main">
              <a:ext uri="{FF2B5EF4-FFF2-40B4-BE49-F238E27FC236}">
                <a16:creationId xmlns:a16="http://schemas.microsoft.com/office/drawing/2014/main" id="{7D2D607B-CEAC-48F6-8BC9-20DE562BA0B8}"/>
              </a:ext>
            </a:extLst>
          </p:cNvPr>
          <p:cNvSpPr>
            <a:spLocks xmlns:a="http://schemas.openxmlformats.org/drawingml/2006/main" noGrp="1"/>
          </p:cNvSpPr>
          <p:nvPr/>
        </p:nvSpPr>
        <p:spPr>
          <a:xfrm xmlns:a="http://schemas.openxmlformats.org/drawingml/2006/main">
            <a:off x="8039100" y="6572250"/>
            <a:ext cx="4000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lstStyle xmlns:a="http://schemas.openxmlformats.org/drawingml/2006/main">
            <a:defPPr>
              <a:defRPr sz="975" b="0">
                <a:solidFill>
                  <a:srgbClr val="53675A"/>
                </a:solidFill>
                <a:latin typeface="Arial"/>
                <a:ea typeface="Arial"/>
                <a:cs typeface="Arial"/>
              </a:defRPr>
            </a:defPPr>
            <a:lvl1pPr>
              <a:defRPr sz="975" b="0">
                <a:solidFill>
                  <a:srgbClr val="53675A"/>
                </a:solidFill>
                <a:latin typeface="Arial"/>
                <a:ea typeface="Arial"/>
                <a:cs typeface="Arial"/>
              </a:defRPr>
            </a:lvl1pPr>
            <a:lvl2pPr>
              <a:defRPr sz="975" b="0">
                <a:solidFill>
                  <a:srgbClr val="53675A"/>
                </a:solidFill>
                <a:latin typeface="Arial"/>
                <a:ea typeface="Arial"/>
                <a:cs typeface="Arial"/>
              </a:defRPr>
            </a:lvl2pPr>
            <a:lvl3pPr>
              <a:defRPr sz="975" b="0">
                <a:solidFill>
                  <a:srgbClr val="53675A"/>
                </a:solidFill>
                <a:latin typeface="Arial"/>
                <a:ea typeface="Arial"/>
                <a:cs typeface="Arial"/>
              </a:defRPr>
            </a:lvl3pPr>
            <a:lvl4pPr>
              <a:defRPr sz="975" b="0">
                <a:solidFill>
                  <a:srgbClr val="53675A"/>
                </a:solidFill>
                <a:latin typeface="Arial"/>
                <a:ea typeface="Arial"/>
                <a:cs typeface="Arial"/>
              </a:defRPr>
            </a:lvl4pPr>
            <a:lvl5pPr>
              <a:defRPr sz="975" b="0">
                <a:solidFill>
                  <a:srgbClr val="53675A"/>
                </a:solidFill>
                <a:latin typeface="Arial"/>
                <a:ea typeface="Arial"/>
                <a:cs typeface="Arial"/>
              </a:defRPr>
            </a:lvl5pPr>
            <a:lvl6pPr>
              <a:defRPr sz="975" b="0">
                <a:solidFill>
                  <a:srgbClr val="53675A"/>
                </a:solidFill>
                <a:latin typeface="Arial"/>
                <a:ea typeface="Arial"/>
                <a:cs typeface="Arial"/>
              </a:defRPr>
            </a:lvl6pPr>
            <a:lvl7pPr>
              <a:defRPr sz="975" b="0">
                <a:solidFill>
                  <a:srgbClr val="53675A"/>
                </a:solidFill>
                <a:latin typeface="Arial"/>
                <a:ea typeface="Arial"/>
                <a:cs typeface="Arial"/>
              </a:defRPr>
            </a:lvl7pPr>
            <a:lvl8pPr>
              <a:defRPr sz="975" b="0">
                <a:solidFill>
                  <a:srgbClr val="53675A"/>
                </a:solidFill>
                <a:latin typeface="Arial"/>
                <a:ea typeface="Arial"/>
                <a:cs typeface="Arial"/>
              </a:defRPr>
            </a:lvl8pPr>
            <a:lvl9pPr>
              <a:defRPr sz="975" b="0">
                <a:solidFill>
                  <a:srgbClr val="53675A"/>
                </a:solidFill>
                <a:latin typeface="Arial"/>
                <a:ea typeface="Arial"/>
                <a:cs typeface="Arial"/>
              </a:defRPr>
            </a:lvl9pPr>
          </a:lstStyle>
          <a:p xmlns:a="http://schemas.openxmlformats.org/drawingml/2006/main">
            <a:pPr>
              <a:defRPr sz="975" b="0">
                <a:solidFill>
                  <a:srgbClr val="53675A"/>
                </a:solidFill>
                <a:latin typeface="Arial"/>
                <a:ea typeface="Arial"/>
                <a:cs typeface="Arial"/>
              </a:defRPr>
            </a:pPr>
            <a:r>
              <a:rPr sz="975" b="0">
                <a:solidFill>
                  <a:srgbClr val="53675A"/>
                </a:solidFill>
                <a:latin typeface="Arial"/>
                <a:ea typeface="Arial"/>
                <a:cs typeface="Arial"/>
              </a:rPr>
              <a:t>Date hartă: © OpenStreetMap contributors</a:t>
            </a:r>
          </a:p>
        </p:txBody>
      </p:sp>
    </p:spTree>
    <p:extLst>
      <p:ext uri="{BB962C8B-B14F-4D97-AF65-F5344CB8AC3E}">
        <p14:creationId xmlns:p14="http://schemas.microsoft.com/office/powerpoint/2010/main" val="11224286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
        <a:cs typeface=""/>
      </a:majorFont>
      <a:minorFont>
        <a:latin typeface="Arial"/>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2026-10-27T12:41:46.0350000Z</dcterms:created>
  <dcterms:modified xsi:type="dcterms:W3CDTF">2026-10-27T12:41:46.0350000Z</dcterms:modified>
</coreProperties>
</file>