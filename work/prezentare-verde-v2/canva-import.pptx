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4fe2d316fa84d4a" /><Relationship Type="http://schemas.openxmlformats.org/officeDocument/2006/relationships/extended-properties" Target="/docProps/app.xml" Id="Rdbecf181aed74d7e" /><Relationship Type="http://schemas.openxmlformats.org/officeDocument/2006/relationships/officeDocument" Target="/ppt/presentation.xml" Id="R7378bbcf243d4df7" /></Relationships>
</file>

<file path=ppt/presentation.xml><?xml version="1.0" encoding="utf-8"?>
<p:presentation xmlns:p="http://schemas.openxmlformats.org/presentationml/2006/main">
  <p:sldMasterIdLst>
    <p:sldMasterId xmlns:r="http://schemas.openxmlformats.org/officeDocument/2006/relationships" id="2147483648" r:id="R89459bfbea4a4297"/>
  </p:sldMasterIdLst>
  <p:notesMasterIdLst>
    <p:notesMasterId xmlns:r="http://schemas.openxmlformats.org/officeDocument/2006/relationships" r:id="R8cc65fac837e45d5"/>
  </p:notesMasterIdLst>
  <p:sldIdLst>
    <p:sldId xmlns:r="http://schemas.openxmlformats.org/officeDocument/2006/relationships" id="256" r:id="R66ed4bf3e2ab4d43"/>
    <p:sldId xmlns:r="http://schemas.openxmlformats.org/officeDocument/2006/relationships" id="257" r:id="Rb057cde5c331423c"/>
    <p:sldId xmlns:r="http://schemas.openxmlformats.org/officeDocument/2006/relationships" id="258" r:id="Rba0d0e47cd814519"/>
    <p:sldId xmlns:r="http://schemas.openxmlformats.org/officeDocument/2006/relationships" id="259" r:id="Ra2ba8a90be5548bc"/>
    <p:sldId xmlns:r="http://schemas.openxmlformats.org/officeDocument/2006/relationships" id="260" r:id="R6990f99aa0c6484c"/>
    <p:sldId xmlns:r="http://schemas.openxmlformats.org/officeDocument/2006/relationships" id="261" r:id="Rd3725c39b6194b4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d0fc36dac3b4dce" /><Relationship Type="http://schemas.openxmlformats.org/officeDocument/2006/relationships/slideMaster" Target="/ppt/slideMasters/slideMaster1.xml" Id="R89459bfbea4a4297" /><Relationship Type="http://schemas.openxmlformats.org/officeDocument/2006/relationships/notesMaster" Target="/ppt/notesMasters/notesMaster1.xml" Id="R8cc65fac837e45d5" /><Relationship Type="http://schemas.openxmlformats.org/officeDocument/2006/relationships/presProps" Target="/ppt/presProps.xml" Id="Rb75a80fbb76b4b4e" /><Relationship Type="http://schemas.openxmlformats.org/officeDocument/2006/relationships/tableStyles" Target="/ppt/tableStyles.xml" Id="R7c0b50ed03f14e98" /><Relationship Type="http://schemas.openxmlformats.org/officeDocument/2006/relationships/slide" Target="/ppt/slides/slide1.xml" Id="R66ed4bf3e2ab4d43" /><Relationship Type="http://schemas.openxmlformats.org/officeDocument/2006/relationships/slide" Target="/ppt/slides/slide2.xml" Id="Rb057cde5c331423c" /><Relationship Type="http://schemas.openxmlformats.org/officeDocument/2006/relationships/slide" Target="/ppt/slides/slide3.xml" Id="Rba0d0e47cd814519" /><Relationship Type="http://schemas.openxmlformats.org/officeDocument/2006/relationships/slide" Target="/ppt/slides/slide4.xml" Id="Ra2ba8a90be5548bc" /><Relationship Type="http://schemas.openxmlformats.org/officeDocument/2006/relationships/slide" Target="/ppt/slides/slide5.xml" Id="R6990f99aa0c6484c" /><Relationship Type="http://schemas.openxmlformats.org/officeDocument/2006/relationships/slide" Target="/ppt/slides/slide6.xml" Id="Rd3725c39b6194b4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4f7f09a4bbb43c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76ff1f49c6a414e" /><Relationship Type="http://schemas.openxmlformats.org/officeDocument/2006/relationships/notesMaster" Target="/ppt/notesMasters/notesMaster1.xml" Id="R103d3a78cf8f467c" /></Relationships>
</file>

<file path=ppt/notesSlides/_rels/notesSlide2.xml.rels>&#65279;<?xml version="1.0" encoding="utf-8"?><Relationships xmlns="http://schemas.openxmlformats.org/package/2006/relationships"><Relationship Type="http://schemas.openxmlformats.org/officeDocument/2006/relationships/slide" Target="/ppt/slides/slide2.xml" Id="R60c16e06b7c84bfe" /><Relationship Type="http://schemas.openxmlformats.org/officeDocument/2006/relationships/notesMaster" Target="/ppt/notesMasters/notesMaster1.xml" Id="Rdff257c391af43c0" /></Relationships>
</file>

<file path=ppt/notesSlides/_rels/notesSlide3.xml.rels>&#65279;<?xml version="1.0" encoding="utf-8"?><Relationships xmlns="http://schemas.openxmlformats.org/package/2006/relationships"><Relationship Type="http://schemas.openxmlformats.org/officeDocument/2006/relationships/slide" Target="/ppt/slides/slide3.xml" Id="R64451896ef5e41eb" /><Relationship Type="http://schemas.openxmlformats.org/officeDocument/2006/relationships/notesMaster" Target="/ppt/notesMasters/notesMaster1.xml" Id="Rbc690e2c98cb4cad" /></Relationships>
</file>

<file path=ppt/notesSlides/_rels/notesSlide4.xml.rels>&#65279;<?xml version="1.0" encoding="utf-8"?><Relationships xmlns="http://schemas.openxmlformats.org/package/2006/relationships"><Relationship Type="http://schemas.openxmlformats.org/officeDocument/2006/relationships/slide" Target="/ppt/slides/slide4.xml" Id="Rbc76d215435b4b60" /><Relationship Type="http://schemas.openxmlformats.org/officeDocument/2006/relationships/notesMaster" Target="/ppt/notesMasters/notesMaster1.xml" Id="R404910d6eb204219" /></Relationships>
</file>

<file path=ppt/notesSlides/_rels/notesSlide5.xml.rels>&#65279;<?xml version="1.0" encoding="utf-8"?><Relationships xmlns="http://schemas.openxmlformats.org/package/2006/relationships"><Relationship Type="http://schemas.openxmlformats.org/officeDocument/2006/relationships/slide" Target="/ppt/slides/slide5.xml" Id="R9327fc87c7fd4299" /><Relationship Type="http://schemas.openxmlformats.org/officeDocument/2006/relationships/notesMaster" Target="/ppt/notesMasters/notesMaster1.xml" Id="Rc874c8d028df45b5" /></Relationships>
</file>

<file path=ppt/notesSlides/_rels/notesSlide6.xml.rels>&#65279;<?xml version="1.0" encoding="utf-8"?><Relationships xmlns="http://schemas.openxmlformats.org/package/2006/relationships"><Relationship Type="http://schemas.openxmlformats.org/officeDocument/2006/relationships/slide" Target="/ppt/slides/slide6.xml" Id="R002f905036e7466f" /><Relationship Type="http://schemas.openxmlformats.org/officeDocument/2006/relationships/notesMaster" Target="/ppt/notesMasters/notesMaster1.xml" Id="R5218a4b98cb5409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00:00–00:20 (20 secunde)</a:t>
            </a:r>
          </a:p>
          <a:p xmlns:a="http://schemas.openxmlformats.org/drawingml/2006/main">
            <a:r>
              <a:t/>
            </a:r>
          </a:p>
          <a:p xmlns:a="http://schemas.openxmlformats.org/drawingml/2006/main">
            <a:r>
              <a:t>Pe aceeași stradă, un trotuar poate fi în soare, iar celălalt în umbră. UMBRA ține cont de această diferență când alegem un traseu. În spatele hărții stă o întrebare simplă: de unde aflăm înălțimea clădirilor?</a:t>
            </a:r>
          </a:p>
          <a:p xmlns:a="http://schemas.openxmlformats.org/drawingml/2006/main">
            <a:r>
              <a:t/>
            </a:r>
          </a:p>
          <a:p xmlns:a="http://schemas.openxmlformats.org/drawingml/2006/main">
            <a:r>
              <a:t>SURSE</a:t>
            </a:r>
          </a:p>
          <a:p xmlns:a="http://schemas.openxmlformats.org/drawingml/2006/main">
            <a:r>
              <a:t>README.md</a:t>
            </a:r>
          </a:p>
          <a:p xmlns:a="http://schemas.openxmlformats.org/drawingml/2006/main">
            <a:r>
              <a:t>docs/paper/umbra-lucrare.pdf</a:t>
            </a:r>
          </a:p>
          <a:p xmlns:a="http://schemas.openxmlformats.org/drawingml/2006/main">
            <a:r>
              <a:t>https://www.apple.com/apple-events/</a:t>
            </a:r>
          </a:p>
          <a:p xmlns:a="http://schemas.openxmlformats.org/drawingml/2006/main">
            <a:r>
              <a:t>https://creative.starbucks.com/voice/</a:t>
            </a:r>
          </a:p>
          <a:p xmlns:a="http://schemas.openxmlformats.org/drawingml/2006/main">
            <a:r>
              <a:t>https://mitcommlab.mit.edu/eecs/commkit/slideshow/</a:t>
            </a:r>
          </a:p>
          <a:p xmlns:a="http://schemas.openxmlformats.org/drawingml/2006/main">
            <a:r>
              <a:t/>
            </a:r>
          </a:p>
          <a:p xmlns:a="http://schemas.openxmlformats.org/drawingml/2006/main">
            <a:br/>
            <a:r>
              <a:t>Asistență AI pentru redactare, documentare și design. Autorii verifică și își asumă conținutul. Documentele sursă separă funcțiile existente de cercetarea înălțimilor din umbre.</a:t>
            </a:r>
            <a:b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00:20–01:05 (45 secunde)</a:t>
            </a:r>
          </a:p>
          <a:p xmlns:a="http://schemas.openxmlformats.org/drawingml/2006/main">
            <a:r>
              <a:t/>
            </a:r>
          </a:p>
          <a:p xmlns:a="http://schemas.openxmlformats.org/drawingml/2006/main">
            <a:r>
              <a:t>Am pornit de la datele folosite de aplicație pentru Constanța, Mamaia și Palazu Mare. Setul conține peste cincizeci și una de mii de clădiri. Pentru aproape optzeci și opt la sută nu există informații despre înălțime sau numărul de etaje. Numai două sute șaptezeci și una au înălțimea trecută direct în OpenStreetMap. Alte clădiri au numărul de etaje, din care se poate face o estimare. Aici este problema pe care o tratăm: putem desena conturul unei clădiri, dar pentru umbra ei avem nevoie și de înălțime.</a:t>
            </a:r>
          </a:p>
          <a:p xmlns:a="http://schemas.openxmlformats.org/drawingml/2006/main">
            <a:r>
              <a:t/>
            </a:r>
          </a:p>
          <a:p xmlns:a="http://schemas.openxmlformats.org/drawingml/2006/main">
            <a:r>
              <a:t>SURSE</a:t>
            </a:r>
          </a:p>
          <a:p xmlns:a="http://schemas.openxmlformats.org/drawingml/2006/main">
            <a:r>
              <a:t>docs/shadow-heights.md §1</a:t>
            </a:r>
          </a:p>
          <a:p xmlns:a="http://schemas.openxmlformats.org/drawingml/2006/main">
            <a:r>
              <a:t>mobile/assets/data/constanta-city.json</a:t>
            </a:r>
          </a:p>
          <a:p xmlns:a="http://schemas.openxmlformats.org/drawingml/2006/main">
            <a:r>
              <a:t>https://www.openstreetmap.org/copyright</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01:05–02:00 (55 secunde)</a:t>
            </a:r>
          </a:p>
          <a:p xmlns:a="http://schemas.openxmlformats.org/drawingml/2006/main">
            <a:r>
              <a:t/>
            </a:r>
          </a:p>
          <a:p xmlns:a="http://schemas.openxmlformats.org/drawingml/2006/main">
            <a:r>
              <a:t>Am verificat și GlobalBuildingAtlas, un set global de înălțimi estimate. Am găsit valori pentru aproximativ șaptezeci și nouă la sută dintre clădirile din datele noastre. Graficul arată diferența medie dintre aceste valori și înălțimile etichetate în OpenStreetMap. La clădirile joase diferența este mică. În grupul între douăzeci și patruzeci de metri, valorile GBA sunt în medie cu cincisprezece virgulă șapte metri mai mici. Grupul are zece clădiri, deci nu îl confundăm cu întregul oraș. Comparația este între două baze de date. Etichetele OSM sunt referința acestei analize, nu măsurători făcute de noi.</a:t>
            </a:r>
          </a:p>
          <a:p xmlns:a="http://schemas.openxmlformats.org/drawingml/2006/main">
            <a:r>
              <a:t/>
            </a:r>
          </a:p>
          <a:p xmlns:a="http://schemas.openxmlformats.org/drawingml/2006/main">
            <a:r>
              <a:t>SURSE</a:t>
            </a:r>
          </a:p>
          <a:p xmlns:a="http://schemas.openxmlformats.org/drawingml/2006/main">
            <a:r>
              <a:t>docs/research/gba-heights/summary.json</a:t>
            </a:r>
          </a:p>
          <a:p xmlns:a="http://schemas.openxmlformats.org/drawingml/2006/main">
            <a:r>
              <a:t>docs/research/gba-heights/README.md</a:t>
            </a:r>
          </a:p>
          <a:p xmlns:a="http://schemas.openxmlformats.org/drawingml/2006/main">
            <a:r>
              <a:t>https://doi.org/10.5194/essd-17-6647-2025</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02:00–03:00 (60 secunde)</a:t>
            </a:r>
          </a:p>
          <a:p xmlns:a="http://schemas.openxmlformats.org/drawingml/2006/main">
            <a:r>
              <a:t/>
            </a:r>
          </a:p>
          <a:p xmlns:a="http://schemas.openxmlformats.org/drawingml/2006/main">
            <a:r>
              <a:t>Metoda folosește o relație geometrică simplă. Pe teren plan, înălțimea unei clădiri este lungimea umbrei înmulțită cu tangenta unghiului Soarelui. Unghiul se calculează din loc, dată și oră. Lungimea se măsoară între baza colțului clădirii și marginea umbrei produse de acel colț. Nu alegem vârful unei umbre care vine de la un copac sau de la o construcție de pe acoperiș. Astfel, o lungime măsurată la sol ne dă o estimare a înălțimii. Formula este cunoscută. Rolul ei în UMBRA este să lege o măsurare accesibilă de datele de care are nevoie harta și, mai departe, de calculul traseelor.</a:t>
            </a:r>
          </a:p>
          <a:p xmlns:a="http://schemas.openxmlformats.org/drawingml/2006/main">
            <a:r>
              <a:t/>
            </a:r>
          </a:p>
          <a:p xmlns:a="http://schemas.openxmlformats.org/drawingml/2006/main">
            <a:r>
              <a:t>SURSE</a:t>
            </a:r>
          </a:p>
          <a:p xmlns:a="http://schemas.openxmlformats.org/drawingml/2006/main">
            <a:r>
              <a:t>docs/shadow-heights.md §3</a:t>
            </a:r>
          </a:p>
          <a:p xmlns:a="http://schemas.openxmlformats.org/drawingml/2006/main">
            <a:r>
              <a:t>docs/paper/principiu.png</a:t>
            </a:r>
          </a:p>
          <a:p xmlns:a="http://schemas.openxmlformats.org/drawingml/2006/main">
            <a:r>
              <a:t>https://gml.noaa.gov/grad/solcalc/calcdetails.html</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03:00–04:00 (60 secunde)</a:t>
            </a:r>
          </a:p>
          <a:p xmlns:a="http://schemas.openxmlformats.org/drawingml/2006/main">
            <a:r>
              <a:t/>
            </a:r>
          </a:p>
          <a:p xmlns:a="http://schemas.openxmlformats.org/drawingml/2006/main">
            <a:r>
              <a:t>Ora la care măsurăm contează mult. În exemplul de pe slide, păstrăm aceeași eroare de cinci metri la lungimea umbrei. Calculul arată o eroare de aproximativ trei virgulă doi metri în înălțime la amiază, în octombrie. Pentru o poziție înaltă a Soarelui, în iunie, efectul crește la treisprezece virgulă doi metri. Acestea sunt valori calculate cu modelul geometric. Un Soare mai jos reduce această amplificare, dar produce umbre mai lungi, care pot ajunge pe alte clădiri. De aceea contează împreună ora, terenul și marginea umbrei. La verificare comparăm aceleași clădiri cu o înălțime de referință și păstrăm condițiile de măsurare.</a:t>
            </a:r>
          </a:p>
          <a:p xmlns:a="http://schemas.openxmlformats.org/drawingml/2006/main">
            <a:r>
              <a:t/>
            </a:r>
          </a:p>
          <a:p xmlns:a="http://schemas.openxmlformats.org/drawingml/2006/main">
            <a:r>
              <a:t>SURSE</a:t>
            </a:r>
          </a:p>
          <a:p xmlns:a="http://schemas.openxmlformats.org/drawingml/2006/main">
            <a:r>
              <a:t>docs/paper/measurability.json</a:t>
            </a:r>
          </a:p>
          <a:p xmlns:a="http://schemas.openxmlformats.org/drawingml/2006/main">
            <a:r>
              <a:t>docs/shadow-heights.md §3, §7</a:t>
            </a:r>
          </a:p>
          <a:p xmlns:a="http://schemas.openxmlformats.org/drawingml/2006/main">
            <a:r>
              <a:t>docs/paper/umbra-lucrare.pdf</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04:00–05:00 (60 secunde)</a:t>
            </a:r>
          </a:p>
          <a:p xmlns:a="http://schemas.openxmlformats.org/drawingml/2006/main">
            <a:r>
              <a:t/>
            </a:r>
          </a:p>
          <a:p xmlns:a="http://schemas.openxmlformats.org/drawingml/2006/main">
            <a:r>
              <a:t>În aplicație, informația urmează un traseu clar. Măsurarea umbrei ne ajută să estimăm înălțimea. Înălțimea, împreună cu sursa și precizia ei, intră în harta clădirilor. Din această hartă și poziția Soarelui se calculează umbrele la ora deplasării. Apoi comparăm durata și expunerea estimată pe trasee, în limita ocolului ales. Telefonul afișează harta, iar calculatorul execută calculele. Rutarea folosește în prezent rețeaua pregătită pentru Constanța. Același mod de lucru se poate aplica altor orașe, cu date potrivite pentru fiecare. Aceasta este legătura pe care o construiește UMBRA: măsurarea unei clădiri are un rol direct în felul în care alegem drumul. Vă mulțumim!</a:t>
            </a:r>
          </a:p>
          <a:p xmlns:a="http://schemas.openxmlformats.org/drawingml/2006/main">
            <a:r>
              <a:t/>
            </a:r>
          </a:p>
          <a:p xmlns:a="http://schemas.openxmlformats.org/drawingml/2006/main">
            <a:r>
              <a:t>SURSE</a:t>
            </a:r>
          </a:p>
          <a:p xmlns:a="http://schemas.openxmlformats.org/drawingml/2006/main">
            <a:r>
              <a:t>README.md</a:t>
            </a:r>
          </a:p>
          <a:p xmlns:a="http://schemas.openxmlformats.org/drawingml/2006/main">
            <a:r>
              <a:t>docs/shadow-heights.md §6, §7</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00604d10b7a432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4643e1977044b7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bce54117da4465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0e4d55de3fc4c7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d647c3329f9406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2543b5cea444b6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BEA043F-2E42-4733-86A9-3C63A02CBE3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AFD15C4-A445-4A4B-B20E-74F20BEE809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0B46E14-A48F-4B60-8D6E-64AF683E682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08B4AAD-DD68-4A0C-8EA1-A62565CDFA8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982BA9E-5761-4A82-BE95-A603FEE36F8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4E5F60D-BC7B-47B4-AFA7-148780DCF9A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12C7907-5D92-4424-9B98-658F3C756E5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30BE8EB-7994-418A-94B5-3B34C4A9BCC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263EB9D-519F-4B7F-8D89-6B2234EA082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3D6056F-5F93-43DA-A112-0FBA6BE4B35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691ef8967234833" /><Relationship Type="http://schemas.openxmlformats.org/officeDocument/2006/relationships/slideLayout" Target="/ppt/slideLayouts/slideLayout1.xml" Id="R5c67fcdfda7549e6" /><Relationship Type="http://schemas.openxmlformats.org/officeDocument/2006/relationships/slideLayout" Target="/ppt/slideLayouts/slideLayout2.xml" Id="Rb17379ae47514672" /><Relationship Type="http://schemas.openxmlformats.org/officeDocument/2006/relationships/slideLayout" Target="/ppt/slideLayouts/slideLayout3.xml" Id="Rd4de57ae2d6748a2" /><Relationship Type="http://schemas.openxmlformats.org/officeDocument/2006/relationships/slideLayout" Target="/ppt/slideLayouts/slideLayout4.xml" Id="R3581ddfc28e84c30" /><Relationship Type="http://schemas.openxmlformats.org/officeDocument/2006/relationships/slideLayout" Target="/ppt/slideLayouts/slideLayout5.xml" Id="R5933d21cc0b04d41" /><Relationship Type="http://schemas.openxmlformats.org/officeDocument/2006/relationships/slideLayout" Target="/ppt/slideLayouts/slideLayout6.xml" Id="Rf120efba6dd04d3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c67fcdfda7549e6"/>
    <p:sldLayoutId xmlns:r="http://schemas.openxmlformats.org/officeDocument/2006/relationships" id="2147483650" r:id="Rb17379ae47514672"/>
    <p:sldLayoutId xmlns:r="http://schemas.openxmlformats.org/officeDocument/2006/relationships" id="2147483651" r:id="Rd4de57ae2d6748a2"/>
    <p:sldLayoutId xmlns:r="http://schemas.openxmlformats.org/officeDocument/2006/relationships" id="2147483652" r:id="R3581ddfc28e84c30"/>
    <p:sldLayoutId xmlns:r="http://schemas.openxmlformats.org/officeDocument/2006/relationships" id="2147483653" r:id="R5933d21cc0b04d41"/>
    <p:sldLayoutId xmlns:r="http://schemas.openxmlformats.org/officeDocument/2006/relationships" id="2147483654" r:id="Rf120efba6dd04d3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69403b849ec4103" /><Relationship Type="http://schemas.openxmlformats.org/officeDocument/2006/relationships/image" Target="/ppt/media/image.png" Id="R281f52c228564b37" /><Relationship Type="http://schemas.openxmlformats.org/officeDocument/2006/relationships/notesSlide" Target="/ppt/notesSlides/notesSlide1.xml" Id="R667dd9216cde4c1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de0af0eb0b7403d" /><Relationship Type="http://schemas.openxmlformats.org/officeDocument/2006/relationships/notesSlide" Target="/ppt/notesSlides/notesSlide2.xml" Id="R2d2aeceb6db24c2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d6e509332114607" /><Relationship Type="http://schemas.openxmlformats.org/officeDocument/2006/relationships/notesSlide" Target="/ppt/notesSlides/notesSlide3.xml" Id="Re11171a3eee64bd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e5c5db1171e406f" /><Relationship Type="http://schemas.openxmlformats.org/officeDocument/2006/relationships/notesSlide" Target="/ppt/notesSlides/notesSlide4.xml" Id="R92ff6db3f4724dd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41b738120344fe1" /><Relationship Type="http://schemas.openxmlformats.org/officeDocument/2006/relationships/notesSlide" Target="/ppt/notesSlides/notesSlide5.xml" Id="Rd591aa9f8e5f4fd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62711e889164fdf" /><Relationship Type="http://schemas.openxmlformats.org/officeDocument/2006/relationships/notesSlide" Target="/ppt/notesSlides/notesSlide6.xml" Id="R5648e5184e954f85" /></Relationships>
</file>

<file path=ppt/slides/slide1.xml><?xml version="1.0" encoding="utf-8"?>
<p:sld xmlns:p="http://schemas.openxmlformats.org/presentationml/2006/main">
  <p:cSld>
    <p:bg>
      <p:bgPr>
        <a:solidFill xmlns:a="http://schemas.openxmlformats.org/drawingml/2006/main">
          <a:srgbClr val="FAF8F1"/>
        </a:solidFill>
      </p:bgPr>
    </p:bg>
    <p:spTree>
      <p:nvGrpSpPr>
        <p:cNvPr id="1" name=""/>
        <p:cNvGrpSpPr/>
        <p:nvPr/>
      </p:nvGrpSpPr>
      <p:grpSpPr>
        <a:xfrm xmlns:a="http://schemas.openxmlformats.org/drawingml/2006/main"/>
      </p:grpSpPr>
      <p:sp>
        <p:nvSpPr>
          <p:cNvPr id="12" name="text-1">
            <a:extLst xmlns:a="http://schemas.openxmlformats.org/drawingml/2006/main">
              <a:ext uri="{FF2B5EF4-FFF2-40B4-BE49-F238E27FC236}">
                <a16:creationId xmlns:a16="http://schemas.microsoft.com/office/drawing/2014/main" id="{C7CDC0CA-48AE-464F-93FD-E7B85CE689FE}"/>
              </a:ext>
            </a:extLst>
          </p:cNvPr>
          <p:cNvSpPr>
            <a:spLocks xmlns:a="http://schemas.openxmlformats.org/drawingml/2006/main" noGrp="1"/>
          </p:cNvSpPr>
          <p:nvPr/>
        </p:nvSpPr>
        <p:spPr>
          <a:xfrm xmlns:a="http://schemas.openxmlformats.org/drawingml/2006/main">
            <a:off x="11249025" y="63817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75" b="0">
                <a:solidFill>
                  <a:srgbClr val="53675A"/>
                </a:solidFill>
                <a:latin typeface="Arial"/>
                <a:ea typeface="Arial"/>
                <a:cs typeface="Arial"/>
              </a:defRPr>
            </a:defPPr>
            <a:lvl1pPr>
              <a:defRPr sz="1275" b="0">
                <a:solidFill>
                  <a:srgbClr val="53675A"/>
                </a:solidFill>
                <a:latin typeface="Arial"/>
                <a:ea typeface="Arial"/>
                <a:cs typeface="Arial"/>
              </a:defRPr>
            </a:lvl1pPr>
            <a:lvl2pPr>
              <a:defRPr sz="1275" b="0">
                <a:solidFill>
                  <a:srgbClr val="53675A"/>
                </a:solidFill>
                <a:latin typeface="Arial"/>
                <a:ea typeface="Arial"/>
                <a:cs typeface="Arial"/>
              </a:defRPr>
            </a:lvl2pPr>
            <a:lvl3pPr>
              <a:defRPr sz="1275" b="0">
                <a:solidFill>
                  <a:srgbClr val="53675A"/>
                </a:solidFill>
                <a:latin typeface="Arial"/>
                <a:ea typeface="Arial"/>
                <a:cs typeface="Arial"/>
              </a:defRPr>
            </a:lvl3pPr>
            <a:lvl4pPr>
              <a:defRPr sz="1275" b="0">
                <a:solidFill>
                  <a:srgbClr val="53675A"/>
                </a:solidFill>
                <a:latin typeface="Arial"/>
                <a:ea typeface="Arial"/>
                <a:cs typeface="Arial"/>
              </a:defRPr>
            </a:lvl4pPr>
            <a:lvl5pPr>
              <a:defRPr sz="1275" b="0">
                <a:solidFill>
                  <a:srgbClr val="53675A"/>
                </a:solidFill>
                <a:latin typeface="Arial"/>
                <a:ea typeface="Arial"/>
                <a:cs typeface="Arial"/>
              </a:defRPr>
            </a:lvl5pPr>
            <a:lvl6pPr>
              <a:defRPr sz="1275" b="0">
                <a:solidFill>
                  <a:srgbClr val="53675A"/>
                </a:solidFill>
                <a:latin typeface="Arial"/>
                <a:ea typeface="Arial"/>
                <a:cs typeface="Arial"/>
              </a:defRPr>
            </a:lvl6pPr>
            <a:lvl7pPr>
              <a:defRPr sz="1275" b="0">
                <a:solidFill>
                  <a:srgbClr val="53675A"/>
                </a:solidFill>
                <a:latin typeface="Arial"/>
                <a:ea typeface="Arial"/>
                <a:cs typeface="Arial"/>
              </a:defRPr>
            </a:lvl7pPr>
            <a:lvl8pPr>
              <a:defRPr sz="1275" b="0">
                <a:solidFill>
                  <a:srgbClr val="53675A"/>
                </a:solidFill>
                <a:latin typeface="Arial"/>
                <a:ea typeface="Arial"/>
                <a:cs typeface="Arial"/>
              </a:defRPr>
            </a:lvl8pPr>
            <a:lvl9pPr>
              <a:defRPr sz="1275" b="0">
                <a:solidFill>
                  <a:srgbClr val="53675A"/>
                </a:solidFill>
                <a:latin typeface="Arial"/>
                <a:ea typeface="Arial"/>
                <a:cs typeface="Arial"/>
              </a:defRPr>
            </a:lvl9pPr>
          </a:lstStyle>
          <a:p xmlns:a="http://schemas.openxmlformats.org/drawingml/2006/main">
            <a:pPr>
              <a:defRPr sz="1275" b="0">
                <a:solidFill>
                  <a:srgbClr val="53675A"/>
                </a:solidFill>
                <a:latin typeface="Arial"/>
                <a:ea typeface="Arial"/>
                <a:cs typeface="Arial"/>
              </a:defRPr>
            </a:pPr>
            <a:r>
              <a:rPr sz="1275" b="0">
                <a:solidFill>
                  <a:srgbClr val="53675A"/>
                </a:solidFill>
                <a:latin typeface="Arial"/>
                <a:ea typeface="Arial"/>
                <a:cs typeface="Arial"/>
              </a:rPr>
              <a:t>01</a:t>
            </a:r>
          </a:p>
        </p:txBody>
      </p:sp>
      <p:sp>
        <p:nvSpPr>
          <p:cNvPr id="2" name="shape-2">
            <a:extLst xmlns:a="http://schemas.openxmlformats.org/drawingml/2006/main">
              <a:ext uri="{FF2B5EF4-FFF2-40B4-BE49-F238E27FC236}">
                <a16:creationId xmlns:a16="http://schemas.microsoft.com/office/drawing/2014/main" id="{461E5E45-29DC-47BE-8896-D2B2DD487FBD}"/>
              </a:ext>
            </a:extLst>
          </p:cNvPr>
          <p:cNvSpPr>
            <a:spLocks xmlns:a="http://schemas.openxmlformats.org/drawingml/2006/main" noGrp="1"/>
          </p:cNvSpPr>
          <p:nvPr/>
        </p:nvSpPr>
        <p:spPr>
          <a:xfrm xmlns:a="http://schemas.openxmlformats.org/drawingml/2006/main" rot="0">
            <a:off x="7924800" y="0"/>
            <a:ext cx="4267200" cy="6858000"/>
          </a:xfrm>
          <a:prstGeom xmlns:a="http://schemas.openxmlformats.org/drawingml/2006/main" prst="rect">
            <a:avLst/>
          </a:prstGeom>
          <a:solidFill xmlns:a="http://schemas.openxmlformats.org/drawingml/2006/main">
            <a:srgbClr val="DFE9D9"/>
          </a:solidFill>
          <a:ln xmlns:a="http://schemas.openxmlformats.org/drawingml/2006/main" w="0">
            <a:noFill/>
            <a:prstDash val="solid"/>
          </a:ln>
        </p:spPr>
      </p:sp>
      <p:pic>
        <p:nvPicPr>
          <p:cNvPr id="3" name="">
            <a:extLst xmlns:a="http://schemas.openxmlformats.org/drawingml/2006/main">
              <a:ext uri="{FF2B5EF4-FFF2-40B4-BE49-F238E27FC236}">
                <a16:creationId xmlns:a16="http://schemas.microsoft.com/office/drawing/2014/main" id="{14A3FB2F-8881-4B1F-8530-7944089FFDA6}"/>
              </a:ext>
            </a:extLst>
          </p:cNvPr>
          <p:cNvPicPr>
            <a:picLocks xmlns:a="http://schemas.openxmlformats.org/drawingml/2006/main" noChangeAspect="1"/>
          </p:cNvPicPr>
          <p:nvPr/>
        </p:nvPicPr>
        <p:blipFill>
          <a:blip xmlns:r="http://schemas.openxmlformats.org/officeDocument/2006/relationships" xmlns:a="http://schemas.openxmlformats.org/drawingml/2006/main" r:embed="R281f52c228564b37"/>
          <a:srcRect xmlns:a="http://schemas.openxmlformats.org/drawingml/2006/main" l="5" t="0" r="5" b="0"/>
          <a:stretch xmlns:a="http://schemas.openxmlformats.org/drawingml/2006/main">
            <a:fillRect l="0" t="0" r="0" b="0"/>
          </a:stretch>
        </p:blipFill>
        <p:spPr>
          <a:xfrm xmlns:a="http://schemas.openxmlformats.org/drawingml/2006/main">
            <a:off x="7924800" y="0"/>
            <a:ext cx="4267200" cy="6543675"/>
          </a:xfrm>
          <a:prstGeom xmlns:a="http://schemas.openxmlformats.org/drawingml/2006/main" prst="rect">
            <a:avLst/>
          </a:prstGeom>
        </p:spPr>
      </p:pic>
      <p:sp>
        <p:nvSpPr>
          <p:cNvPr id="4" name="shape-3">
            <a:extLst xmlns:a="http://schemas.openxmlformats.org/drawingml/2006/main">
              <a:ext uri="{FF2B5EF4-FFF2-40B4-BE49-F238E27FC236}">
                <a16:creationId xmlns:a16="http://schemas.microsoft.com/office/drawing/2014/main" id="{7E8C4414-7A85-43A0-9BC4-DF527944921C}"/>
              </a:ext>
            </a:extLst>
          </p:cNvPr>
          <p:cNvSpPr>
            <a:spLocks xmlns:a="http://schemas.openxmlformats.org/drawingml/2006/main" noGrp="1"/>
          </p:cNvSpPr>
          <p:nvPr/>
        </p:nvSpPr>
        <p:spPr>
          <a:xfrm xmlns:a="http://schemas.openxmlformats.org/drawingml/2006/main" rot="0">
            <a:off x="7924800" y="6543675"/>
            <a:ext cx="4267200" cy="314325"/>
          </a:xfrm>
          <a:prstGeom xmlns:a="http://schemas.openxmlformats.org/drawingml/2006/main" prst="rect">
            <a:avLst/>
          </a:prstGeom>
          <a:solidFill xmlns:a="http://schemas.openxmlformats.org/drawingml/2006/main">
            <a:srgbClr val="DFE9D9"/>
          </a:solidFill>
          <a:ln xmlns:a="http://schemas.openxmlformats.org/drawingml/2006/main" w="0">
            <a:noFill/>
            <a:prstDash val="solid"/>
          </a:ln>
        </p:spPr>
      </p:sp>
      <p:sp>
        <p:nvSpPr>
          <p:cNvPr id="5" name="text-4">
            <a:extLst xmlns:a="http://schemas.openxmlformats.org/drawingml/2006/main">
              <a:ext uri="{FF2B5EF4-FFF2-40B4-BE49-F238E27FC236}">
                <a16:creationId xmlns:a16="http://schemas.microsoft.com/office/drawing/2014/main" id="{C81B0C09-5FEC-4DB5-BA2E-1A3B49BD4ACC}"/>
              </a:ext>
            </a:extLst>
          </p:cNvPr>
          <p:cNvSpPr>
            <a:spLocks xmlns:a="http://schemas.openxmlformats.org/drawingml/2006/main" noGrp="1"/>
          </p:cNvSpPr>
          <p:nvPr/>
        </p:nvSpPr>
        <p:spPr>
          <a:xfrm xmlns:a="http://schemas.openxmlformats.org/drawingml/2006/main">
            <a:off x="8086725" y="6619875"/>
            <a:ext cx="3981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050" b="0">
                <a:solidFill>
                  <a:srgbClr val="53675A"/>
                </a:solidFill>
                <a:latin typeface="Arial"/>
                <a:ea typeface="Arial"/>
                <a:cs typeface="Arial"/>
              </a:defRPr>
            </a:defPPr>
            <a:lvl1pPr>
              <a:defRPr sz="1050" b="0">
                <a:solidFill>
                  <a:srgbClr val="53675A"/>
                </a:solidFill>
                <a:latin typeface="Arial"/>
                <a:ea typeface="Arial"/>
                <a:cs typeface="Arial"/>
              </a:defRPr>
            </a:lvl1pPr>
            <a:lvl2pPr>
              <a:defRPr sz="1050" b="0">
                <a:solidFill>
                  <a:srgbClr val="53675A"/>
                </a:solidFill>
                <a:latin typeface="Arial"/>
                <a:ea typeface="Arial"/>
                <a:cs typeface="Arial"/>
              </a:defRPr>
            </a:lvl2pPr>
            <a:lvl3pPr>
              <a:defRPr sz="1050" b="0">
                <a:solidFill>
                  <a:srgbClr val="53675A"/>
                </a:solidFill>
                <a:latin typeface="Arial"/>
                <a:ea typeface="Arial"/>
                <a:cs typeface="Arial"/>
              </a:defRPr>
            </a:lvl3pPr>
            <a:lvl4pPr>
              <a:defRPr sz="1050" b="0">
                <a:solidFill>
                  <a:srgbClr val="53675A"/>
                </a:solidFill>
                <a:latin typeface="Arial"/>
                <a:ea typeface="Arial"/>
                <a:cs typeface="Arial"/>
              </a:defRPr>
            </a:lvl4pPr>
            <a:lvl5pPr>
              <a:defRPr sz="1050" b="0">
                <a:solidFill>
                  <a:srgbClr val="53675A"/>
                </a:solidFill>
                <a:latin typeface="Arial"/>
                <a:ea typeface="Arial"/>
                <a:cs typeface="Arial"/>
              </a:defRPr>
            </a:lvl5pPr>
            <a:lvl6pPr>
              <a:defRPr sz="1050" b="0">
                <a:solidFill>
                  <a:srgbClr val="53675A"/>
                </a:solidFill>
                <a:latin typeface="Arial"/>
                <a:ea typeface="Arial"/>
                <a:cs typeface="Arial"/>
              </a:defRPr>
            </a:lvl6pPr>
            <a:lvl7pPr>
              <a:defRPr sz="1050" b="0">
                <a:solidFill>
                  <a:srgbClr val="53675A"/>
                </a:solidFill>
                <a:latin typeface="Arial"/>
                <a:ea typeface="Arial"/>
                <a:cs typeface="Arial"/>
              </a:defRPr>
            </a:lvl7pPr>
            <a:lvl8pPr>
              <a:defRPr sz="1050" b="0">
                <a:solidFill>
                  <a:srgbClr val="53675A"/>
                </a:solidFill>
                <a:latin typeface="Arial"/>
                <a:ea typeface="Arial"/>
                <a:cs typeface="Arial"/>
              </a:defRPr>
            </a:lvl8pPr>
            <a:lvl9pPr>
              <a:defRPr sz="1050" b="0">
                <a:solidFill>
                  <a:srgbClr val="53675A"/>
                </a:solidFill>
                <a:latin typeface="Arial"/>
                <a:ea typeface="Arial"/>
                <a:cs typeface="Arial"/>
              </a:defRPr>
            </a:lvl9pPr>
          </a:lstStyle>
          <a:p xmlns:a="http://schemas.openxmlformats.org/drawingml/2006/main">
            <a:pPr>
              <a:defRPr sz="1050" b="0">
                <a:solidFill>
                  <a:srgbClr val="53675A"/>
                </a:solidFill>
                <a:latin typeface="Arial"/>
                <a:ea typeface="Arial"/>
                <a:cs typeface="Arial"/>
              </a:defRPr>
            </a:pPr>
            <a:r>
              <a:rPr sz="1050" b="0">
                <a:solidFill>
                  <a:srgbClr val="53675A"/>
                </a:solidFill>
                <a:latin typeface="Arial"/>
                <a:ea typeface="Arial"/>
                <a:cs typeface="Arial"/>
              </a:rPr>
              <a:t>Constanța. Date: © OpenStreetMap contributors</a:t>
            </a:r>
          </a:p>
        </p:txBody>
      </p:sp>
      <p:sp>
        <p:nvSpPr>
          <p:cNvPr id="6" name="text-5">
            <a:extLst xmlns:a="http://schemas.openxmlformats.org/drawingml/2006/main">
              <a:ext uri="{FF2B5EF4-FFF2-40B4-BE49-F238E27FC236}">
                <a16:creationId xmlns:a16="http://schemas.microsoft.com/office/drawing/2014/main" id="{C0DCF0D9-FED6-468E-B024-ACD2E330857E}"/>
              </a:ext>
            </a:extLst>
          </p:cNvPr>
          <p:cNvSpPr>
            <a:spLocks xmlns:a="http://schemas.openxmlformats.org/drawingml/2006/main" noGrp="1"/>
          </p:cNvSpPr>
          <p:nvPr/>
        </p:nvSpPr>
        <p:spPr>
          <a:xfrm xmlns:a="http://schemas.openxmlformats.org/drawingml/2006/main">
            <a:off x="619125" y="590550"/>
            <a:ext cx="676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725" b="1">
                <a:solidFill>
                  <a:srgbClr val="00734B"/>
                </a:solidFill>
                <a:latin typeface="Arial"/>
                <a:ea typeface="Arial"/>
                <a:cs typeface="Arial"/>
              </a:defRPr>
            </a:defPPr>
            <a:lvl1pPr>
              <a:defRPr sz="1725" b="1">
                <a:solidFill>
                  <a:srgbClr val="00734B"/>
                </a:solidFill>
                <a:latin typeface="Arial"/>
                <a:ea typeface="Arial"/>
                <a:cs typeface="Arial"/>
              </a:defRPr>
            </a:lvl1pPr>
            <a:lvl2pPr>
              <a:defRPr sz="1725" b="1">
                <a:solidFill>
                  <a:srgbClr val="00734B"/>
                </a:solidFill>
                <a:latin typeface="Arial"/>
                <a:ea typeface="Arial"/>
                <a:cs typeface="Arial"/>
              </a:defRPr>
            </a:lvl2pPr>
            <a:lvl3pPr>
              <a:defRPr sz="1725" b="1">
                <a:solidFill>
                  <a:srgbClr val="00734B"/>
                </a:solidFill>
                <a:latin typeface="Arial"/>
                <a:ea typeface="Arial"/>
                <a:cs typeface="Arial"/>
              </a:defRPr>
            </a:lvl3pPr>
            <a:lvl4pPr>
              <a:defRPr sz="1725" b="1">
                <a:solidFill>
                  <a:srgbClr val="00734B"/>
                </a:solidFill>
                <a:latin typeface="Arial"/>
                <a:ea typeface="Arial"/>
                <a:cs typeface="Arial"/>
              </a:defRPr>
            </a:lvl4pPr>
            <a:lvl5pPr>
              <a:defRPr sz="1725" b="1">
                <a:solidFill>
                  <a:srgbClr val="00734B"/>
                </a:solidFill>
                <a:latin typeface="Arial"/>
                <a:ea typeface="Arial"/>
                <a:cs typeface="Arial"/>
              </a:defRPr>
            </a:lvl5pPr>
            <a:lvl6pPr>
              <a:defRPr sz="1725" b="1">
                <a:solidFill>
                  <a:srgbClr val="00734B"/>
                </a:solidFill>
                <a:latin typeface="Arial"/>
                <a:ea typeface="Arial"/>
                <a:cs typeface="Arial"/>
              </a:defRPr>
            </a:lvl6pPr>
            <a:lvl7pPr>
              <a:defRPr sz="1725" b="1">
                <a:solidFill>
                  <a:srgbClr val="00734B"/>
                </a:solidFill>
                <a:latin typeface="Arial"/>
                <a:ea typeface="Arial"/>
                <a:cs typeface="Arial"/>
              </a:defRPr>
            </a:lvl7pPr>
            <a:lvl8pPr>
              <a:defRPr sz="1725" b="1">
                <a:solidFill>
                  <a:srgbClr val="00734B"/>
                </a:solidFill>
                <a:latin typeface="Arial"/>
                <a:ea typeface="Arial"/>
                <a:cs typeface="Arial"/>
              </a:defRPr>
            </a:lvl8pPr>
            <a:lvl9pPr>
              <a:defRPr sz="1725" b="1">
                <a:solidFill>
                  <a:srgbClr val="00734B"/>
                </a:solidFill>
                <a:latin typeface="Arial"/>
                <a:ea typeface="Arial"/>
                <a:cs typeface="Arial"/>
              </a:defRPr>
            </a:lvl9pPr>
          </a:lstStyle>
          <a:p xmlns:a="http://schemas.openxmlformats.org/drawingml/2006/main">
            <a:pPr>
              <a:defRPr sz="1725" b="1">
                <a:solidFill>
                  <a:srgbClr val="00734B"/>
                </a:solidFill>
                <a:latin typeface="Arial"/>
                <a:ea typeface="Arial"/>
                <a:cs typeface="Arial"/>
              </a:defRPr>
            </a:pPr>
            <a:r>
              <a:rPr sz="1725" b="1">
                <a:solidFill>
                  <a:srgbClr val="00734B"/>
                </a:solidFill>
                <a:latin typeface="Arial"/>
                <a:ea typeface="Arial"/>
                <a:cs typeface="Arial"/>
              </a:rPr>
              <a:t>RoSEF 2026</a:t>
            </a:r>
          </a:p>
        </p:txBody>
      </p:sp>
      <p:sp>
        <p:nvSpPr>
          <p:cNvPr id="7" name="text-6">
            <a:extLst xmlns:a="http://schemas.openxmlformats.org/drawingml/2006/main">
              <a:ext uri="{FF2B5EF4-FFF2-40B4-BE49-F238E27FC236}">
                <a16:creationId xmlns:a16="http://schemas.microsoft.com/office/drawing/2014/main" id="{3F45CCED-5210-4540-8A08-65433C461B5F}"/>
              </a:ext>
            </a:extLst>
          </p:cNvPr>
          <p:cNvSpPr>
            <a:spLocks xmlns:a="http://schemas.openxmlformats.org/drawingml/2006/main" noGrp="1"/>
          </p:cNvSpPr>
          <p:nvPr/>
        </p:nvSpPr>
        <p:spPr>
          <a:xfrm xmlns:a="http://schemas.openxmlformats.org/drawingml/2006/main">
            <a:off x="542925" y="1562100"/>
            <a:ext cx="70294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8625" b="1">
                <a:solidFill>
                  <a:srgbClr val="143B2C"/>
                </a:solidFill>
                <a:latin typeface="Arial"/>
                <a:ea typeface="Arial"/>
                <a:cs typeface="Arial"/>
              </a:defRPr>
            </a:defPPr>
            <a:lvl1pPr>
              <a:defRPr sz="8625" b="1">
                <a:solidFill>
                  <a:srgbClr val="143B2C"/>
                </a:solidFill>
                <a:latin typeface="Arial"/>
                <a:ea typeface="Arial"/>
                <a:cs typeface="Arial"/>
              </a:defRPr>
            </a:lvl1pPr>
            <a:lvl2pPr>
              <a:defRPr sz="8625" b="1">
                <a:solidFill>
                  <a:srgbClr val="143B2C"/>
                </a:solidFill>
                <a:latin typeface="Arial"/>
                <a:ea typeface="Arial"/>
                <a:cs typeface="Arial"/>
              </a:defRPr>
            </a:lvl2pPr>
            <a:lvl3pPr>
              <a:defRPr sz="8625" b="1">
                <a:solidFill>
                  <a:srgbClr val="143B2C"/>
                </a:solidFill>
                <a:latin typeface="Arial"/>
                <a:ea typeface="Arial"/>
                <a:cs typeface="Arial"/>
              </a:defRPr>
            </a:lvl3pPr>
            <a:lvl4pPr>
              <a:defRPr sz="8625" b="1">
                <a:solidFill>
                  <a:srgbClr val="143B2C"/>
                </a:solidFill>
                <a:latin typeface="Arial"/>
                <a:ea typeface="Arial"/>
                <a:cs typeface="Arial"/>
              </a:defRPr>
            </a:lvl4pPr>
            <a:lvl5pPr>
              <a:defRPr sz="8625" b="1">
                <a:solidFill>
                  <a:srgbClr val="143B2C"/>
                </a:solidFill>
                <a:latin typeface="Arial"/>
                <a:ea typeface="Arial"/>
                <a:cs typeface="Arial"/>
              </a:defRPr>
            </a:lvl5pPr>
            <a:lvl6pPr>
              <a:defRPr sz="8625" b="1">
                <a:solidFill>
                  <a:srgbClr val="143B2C"/>
                </a:solidFill>
                <a:latin typeface="Arial"/>
                <a:ea typeface="Arial"/>
                <a:cs typeface="Arial"/>
              </a:defRPr>
            </a:lvl6pPr>
            <a:lvl7pPr>
              <a:defRPr sz="8625" b="1">
                <a:solidFill>
                  <a:srgbClr val="143B2C"/>
                </a:solidFill>
                <a:latin typeface="Arial"/>
                <a:ea typeface="Arial"/>
                <a:cs typeface="Arial"/>
              </a:defRPr>
            </a:lvl7pPr>
            <a:lvl8pPr>
              <a:defRPr sz="8625" b="1">
                <a:solidFill>
                  <a:srgbClr val="143B2C"/>
                </a:solidFill>
                <a:latin typeface="Arial"/>
                <a:ea typeface="Arial"/>
                <a:cs typeface="Arial"/>
              </a:defRPr>
            </a:lvl8pPr>
            <a:lvl9pPr>
              <a:defRPr sz="8625" b="1">
                <a:solidFill>
                  <a:srgbClr val="143B2C"/>
                </a:solidFill>
                <a:latin typeface="Arial"/>
                <a:ea typeface="Arial"/>
                <a:cs typeface="Arial"/>
              </a:defRPr>
            </a:lvl9pPr>
          </a:lstStyle>
          <a:p xmlns:a="http://schemas.openxmlformats.org/drawingml/2006/main">
            <a:pPr>
              <a:defRPr sz="8625" b="1">
                <a:solidFill>
                  <a:srgbClr val="143B2C"/>
                </a:solidFill>
                <a:latin typeface="Arial"/>
                <a:ea typeface="Arial"/>
                <a:cs typeface="Arial"/>
              </a:defRPr>
            </a:pPr>
            <a:r>
              <a:rPr sz="8625" b="1">
                <a:solidFill>
                  <a:srgbClr val="143B2C"/>
                </a:solidFill>
                <a:latin typeface="Arial"/>
                <a:ea typeface="Arial"/>
                <a:cs typeface="Arial"/>
              </a:rPr>
              <a:t>UMBRA</a:t>
            </a:r>
          </a:p>
        </p:txBody>
      </p:sp>
      <p:sp>
        <p:nvSpPr>
          <p:cNvPr id="8" name="text-7">
            <a:extLst xmlns:a="http://schemas.openxmlformats.org/drawingml/2006/main">
              <a:ext uri="{FF2B5EF4-FFF2-40B4-BE49-F238E27FC236}">
                <a16:creationId xmlns:a16="http://schemas.microsoft.com/office/drawing/2014/main" id="{E7555DBA-A0DA-4252-ADE8-6FCE65912B87}"/>
              </a:ext>
            </a:extLst>
          </p:cNvPr>
          <p:cNvSpPr>
            <a:spLocks xmlns:a="http://schemas.openxmlformats.org/drawingml/2006/main" noGrp="1"/>
          </p:cNvSpPr>
          <p:nvPr/>
        </p:nvSpPr>
        <p:spPr>
          <a:xfrm xmlns:a="http://schemas.openxmlformats.org/drawingml/2006/main">
            <a:off x="619125" y="3067050"/>
            <a:ext cx="6762750"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825" b="1">
                <a:solidFill>
                  <a:srgbClr val="183427"/>
                </a:solidFill>
                <a:latin typeface="Arial"/>
                <a:ea typeface="Arial"/>
                <a:cs typeface="Arial"/>
              </a:defRPr>
            </a:defPPr>
            <a:lvl1pPr>
              <a:defRPr sz="3825" b="1">
                <a:solidFill>
                  <a:srgbClr val="183427"/>
                </a:solidFill>
                <a:latin typeface="Arial"/>
                <a:ea typeface="Arial"/>
                <a:cs typeface="Arial"/>
              </a:defRPr>
            </a:lvl1pPr>
            <a:lvl2pPr>
              <a:defRPr sz="3825" b="1">
                <a:solidFill>
                  <a:srgbClr val="183427"/>
                </a:solidFill>
                <a:latin typeface="Arial"/>
                <a:ea typeface="Arial"/>
                <a:cs typeface="Arial"/>
              </a:defRPr>
            </a:lvl2pPr>
            <a:lvl3pPr>
              <a:defRPr sz="3825" b="1">
                <a:solidFill>
                  <a:srgbClr val="183427"/>
                </a:solidFill>
                <a:latin typeface="Arial"/>
                <a:ea typeface="Arial"/>
                <a:cs typeface="Arial"/>
              </a:defRPr>
            </a:lvl3pPr>
            <a:lvl4pPr>
              <a:defRPr sz="3825" b="1">
                <a:solidFill>
                  <a:srgbClr val="183427"/>
                </a:solidFill>
                <a:latin typeface="Arial"/>
                <a:ea typeface="Arial"/>
                <a:cs typeface="Arial"/>
              </a:defRPr>
            </a:lvl4pPr>
            <a:lvl5pPr>
              <a:defRPr sz="3825" b="1">
                <a:solidFill>
                  <a:srgbClr val="183427"/>
                </a:solidFill>
                <a:latin typeface="Arial"/>
                <a:ea typeface="Arial"/>
                <a:cs typeface="Arial"/>
              </a:defRPr>
            </a:lvl5pPr>
            <a:lvl6pPr>
              <a:defRPr sz="3825" b="1">
                <a:solidFill>
                  <a:srgbClr val="183427"/>
                </a:solidFill>
                <a:latin typeface="Arial"/>
                <a:ea typeface="Arial"/>
                <a:cs typeface="Arial"/>
              </a:defRPr>
            </a:lvl6pPr>
            <a:lvl7pPr>
              <a:defRPr sz="3825" b="1">
                <a:solidFill>
                  <a:srgbClr val="183427"/>
                </a:solidFill>
                <a:latin typeface="Arial"/>
                <a:ea typeface="Arial"/>
                <a:cs typeface="Arial"/>
              </a:defRPr>
            </a:lvl7pPr>
            <a:lvl8pPr>
              <a:defRPr sz="3825" b="1">
                <a:solidFill>
                  <a:srgbClr val="183427"/>
                </a:solidFill>
                <a:latin typeface="Arial"/>
                <a:ea typeface="Arial"/>
                <a:cs typeface="Arial"/>
              </a:defRPr>
            </a:lvl8pPr>
            <a:lvl9pPr>
              <a:defRPr sz="3825" b="1">
                <a:solidFill>
                  <a:srgbClr val="183427"/>
                </a:solidFill>
                <a:latin typeface="Arial"/>
                <a:ea typeface="Arial"/>
                <a:cs typeface="Arial"/>
              </a:defRPr>
            </a:lvl9pPr>
          </a:lstStyle>
          <a:p xmlns:a="http://schemas.openxmlformats.org/drawingml/2006/main">
            <a:pPr>
              <a:defRPr sz="3825" b="1">
                <a:solidFill>
                  <a:srgbClr val="183427"/>
                </a:solidFill>
                <a:latin typeface="Arial"/>
                <a:ea typeface="Arial"/>
                <a:cs typeface="Arial"/>
              </a:defRPr>
            </a:pPr>
            <a:r>
              <a:rPr sz="3825" b="1">
                <a:solidFill>
                  <a:srgbClr val="183427"/>
                </a:solidFill>
                <a:latin typeface="Arial"/>
                <a:ea typeface="Arial"/>
                <a:cs typeface="Arial"/>
              </a:rPr>
              <a:t>Înălțimea clădirilor</a:t>
            </a:r>
          </a:p>
          <a:p xmlns:a="http://schemas.openxmlformats.org/drawingml/2006/main">
            <a:pPr>
              <a:defRPr sz="3825" b="1">
                <a:solidFill>
                  <a:srgbClr val="183427"/>
                </a:solidFill>
                <a:latin typeface="Arial"/>
                <a:ea typeface="Arial"/>
                <a:cs typeface="Arial"/>
              </a:defRPr>
            </a:pPr>
            <a:r>
              <a:rPr sz="3825" b="1">
                <a:solidFill>
                  <a:srgbClr val="183427"/>
                </a:solidFill>
                <a:latin typeface="Arial"/>
                <a:ea typeface="Arial"/>
                <a:cs typeface="Arial"/>
              </a:rPr>
              <a:t>din umbră</a:t>
            </a:r>
          </a:p>
        </p:txBody>
      </p:sp>
      <p:sp>
        <p:nvSpPr>
          <p:cNvPr id="9" name="text-8">
            <a:extLst xmlns:a="http://schemas.openxmlformats.org/drawingml/2006/main">
              <a:ext uri="{FF2B5EF4-FFF2-40B4-BE49-F238E27FC236}">
                <a16:creationId xmlns:a16="http://schemas.microsoft.com/office/drawing/2014/main" id="{E0BC2C7C-6BFF-4992-924C-3F99583F56C0}"/>
              </a:ext>
            </a:extLst>
          </p:cNvPr>
          <p:cNvSpPr>
            <a:spLocks xmlns:a="http://schemas.openxmlformats.org/drawingml/2006/main" noGrp="1"/>
          </p:cNvSpPr>
          <p:nvPr/>
        </p:nvSpPr>
        <p:spPr>
          <a:xfrm xmlns:a="http://schemas.openxmlformats.org/drawingml/2006/main">
            <a:off x="619125" y="4705350"/>
            <a:ext cx="7000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325" b="0">
                <a:solidFill>
                  <a:srgbClr val="00734B"/>
                </a:solidFill>
                <a:latin typeface="Arial"/>
                <a:ea typeface="Arial"/>
                <a:cs typeface="Arial"/>
              </a:defRPr>
            </a:defPPr>
            <a:lvl1pPr>
              <a:defRPr sz="2325" b="0">
                <a:solidFill>
                  <a:srgbClr val="00734B"/>
                </a:solidFill>
                <a:latin typeface="Arial"/>
                <a:ea typeface="Arial"/>
                <a:cs typeface="Arial"/>
              </a:defRPr>
            </a:lvl1pPr>
            <a:lvl2pPr>
              <a:defRPr sz="2325" b="0">
                <a:solidFill>
                  <a:srgbClr val="00734B"/>
                </a:solidFill>
                <a:latin typeface="Arial"/>
                <a:ea typeface="Arial"/>
                <a:cs typeface="Arial"/>
              </a:defRPr>
            </a:lvl2pPr>
            <a:lvl3pPr>
              <a:defRPr sz="2325" b="0">
                <a:solidFill>
                  <a:srgbClr val="00734B"/>
                </a:solidFill>
                <a:latin typeface="Arial"/>
                <a:ea typeface="Arial"/>
                <a:cs typeface="Arial"/>
              </a:defRPr>
            </a:lvl3pPr>
            <a:lvl4pPr>
              <a:defRPr sz="2325" b="0">
                <a:solidFill>
                  <a:srgbClr val="00734B"/>
                </a:solidFill>
                <a:latin typeface="Arial"/>
                <a:ea typeface="Arial"/>
                <a:cs typeface="Arial"/>
              </a:defRPr>
            </a:lvl4pPr>
            <a:lvl5pPr>
              <a:defRPr sz="2325" b="0">
                <a:solidFill>
                  <a:srgbClr val="00734B"/>
                </a:solidFill>
                <a:latin typeface="Arial"/>
                <a:ea typeface="Arial"/>
                <a:cs typeface="Arial"/>
              </a:defRPr>
            </a:lvl5pPr>
            <a:lvl6pPr>
              <a:defRPr sz="2325" b="0">
                <a:solidFill>
                  <a:srgbClr val="00734B"/>
                </a:solidFill>
                <a:latin typeface="Arial"/>
                <a:ea typeface="Arial"/>
                <a:cs typeface="Arial"/>
              </a:defRPr>
            </a:lvl6pPr>
            <a:lvl7pPr>
              <a:defRPr sz="2325" b="0">
                <a:solidFill>
                  <a:srgbClr val="00734B"/>
                </a:solidFill>
                <a:latin typeface="Arial"/>
                <a:ea typeface="Arial"/>
                <a:cs typeface="Arial"/>
              </a:defRPr>
            </a:lvl7pPr>
            <a:lvl8pPr>
              <a:defRPr sz="2325" b="0">
                <a:solidFill>
                  <a:srgbClr val="00734B"/>
                </a:solidFill>
                <a:latin typeface="Arial"/>
                <a:ea typeface="Arial"/>
                <a:cs typeface="Arial"/>
              </a:defRPr>
            </a:lvl8pPr>
            <a:lvl9pPr>
              <a:defRPr sz="2325" b="0">
                <a:solidFill>
                  <a:srgbClr val="00734B"/>
                </a:solidFill>
                <a:latin typeface="Arial"/>
                <a:ea typeface="Arial"/>
                <a:cs typeface="Arial"/>
              </a:defRPr>
            </a:lvl9pPr>
          </a:lstStyle>
          <a:p xmlns:a="http://schemas.openxmlformats.org/drawingml/2006/main">
            <a:pPr>
              <a:defRPr sz="2325" b="0">
                <a:solidFill>
                  <a:srgbClr val="00734B"/>
                </a:solidFill>
                <a:latin typeface="Arial"/>
                <a:ea typeface="Arial"/>
                <a:cs typeface="Arial"/>
              </a:defRPr>
            </a:pPr>
            <a:r>
              <a:rPr sz="2325" b="0">
                <a:solidFill>
                  <a:srgbClr val="00734B"/>
                </a:solidFill>
                <a:latin typeface="Arial"/>
                <a:ea typeface="Arial"/>
                <a:cs typeface="Arial"/>
              </a:rPr>
              <a:t>Pentru trasee pietonale mai umbrite</a:t>
            </a:r>
          </a:p>
        </p:txBody>
      </p:sp>
      <p:sp>
        <p:nvSpPr>
          <p:cNvPr id="10" name="text-9">
            <a:extLst xmlns:a="http://schemas.openxmlformats.org/drawingml/2006/main">
              <a:ext uri="{FF2B5EF4-FFF2-40B4-BE49-F238E27FC236}">
                <a16:creationId xmlns:a16="http://schemas.microsoft.com/office/drawing/2014/main" id="{BF9E119E-C63F-4976-AB47-E9577C800B92}"/>
              </a:ext>
            </a:extLst>
          </p:cNvPr>
          <p:cNvSpPr>
            <a:spLocks xmlns:a="http://schemas.openxmlformats.org/drawingml/2006/main" noGrp="1"/>
          </p:cNvSpPr>
          <p:nvPr/>
        </p:nvSpPr>
        <p:spPr>
          <a:xfrm xmlns:a="http://schemas.openxmlformats.org/drawingml/2006/main">
            <a:off x="619125" y="5514975"/>
            <a:ext cx="70008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650" b="0">
                <a:solidFill>
                  <a:srgbClr val="183427"/>
                </a:solidFill>
                <a:latin typeface="Arial"/>
                <a:ea typeface="Arial"/>
                <a:cs typeface="Arial"/>
              </a:defRPr>
            </a:defPPr>
            <a:lvl1pPr>
              <a:defRPr sz="1650" b="0">
                <a:solidFill>
                  <a:srgbClr val="183427"/>
                </a:solidFill>
                <a:latin typeface="Arial"/>
                <a:ea typeface="Arial"/>
                <a:cs typeface="Arial"/>
              </a:defRPr>
            </a:lvl1pPr>
            <a:lvl2pPr>
              <a:defRPr sz="1650" b="0">
                <a:solidFill>
                  <a:srgbClr val="183427"/>
                </a:solidFill>
                <a:latin typeface="Arial"/>
                <a:ea typeface="Arial"/>
                <a:cs typeface="Arial"/>
              </a:defRPr>
            </a:lvl2pPr>
            <a:lvl3pPr>
              <a:defRPr sz="1650" b="0">
                <a:solidFill>
                  <a:srgbClr val="183427"/>
                </a:solidFill>
                <a:latin typeface="Arial"/>
                <a:ea typeface="Arial"/>
                <a:cs typeface="Arial"/>
              </a:defRPr>
            </a:lvl3pPr>
            <a:lvl4pPr>
              <a:defRPr sz="1650" b="0">
                <a:solidFill>
                  <a:srgbClr val="183427"/>
                </a:solidFill>
                <a:latin typeface="Arial"/>
                <a:ea typeface="Arial"/>
                <a:cs typeface="Arial"/>
              </a:defRPr>
            </a:lvl4pPr>
            <a:lvl5pPr>
              <a:defRPr sz="1650" b="0">
                <a:solidFill>
                  <a:srgbClr val="183427"/>
                </a:solidFill>
                <a:latin typeface="Arial"/>
                <a:ea typeface="Arial"/>
                <a:cs typeface="Arial"/>
              </a:defRPr>
            </a:lvl5pPr>
            <a:lvl6pPr>
              <a:defRPr sz="1650" b="0">
                <a:solidFill>
                  <a:srgbClr val="183427"/>
                </a:solidFill>
                <a:latin typeface="Arial"/>
                <a:ea typeface="Arial"/>
                <a:cs typeface="Arial"/>
              </a:defRPr>
            </a:lvl6pPr>
            <a:lvl7pPr>
              <a:defRPr sz="1650" b="0">
                <a:solidFill>
                  <a:srgbClr val="183427"/>
                </a:solidFill>
                <a:latin typeface="Arial"/>
                <a:ea typeface="Arial"/>
                <a:cs typeface="Arial"/>
              </a:defRPr>
            </a:lvl7pPr>
            <a:lvl8pPr>
              <a:defRPr sz="1650" b="0">
                <a:solidFill>
                  <a:srgbClr val="183427"/>
                </a:solidFill>
                <a:latin typeface="Arial"/>
                <a:ea typeface="Arial"/>
                <a:cs typeface="Arial"/>
              </a:defRPr>
            </a:lvl8pPr>
            <a:lvl9pPr>
              <a:defRPr sz="1650" b="0">
                <a:solidFill>
                  <a:srgbClr val="183427"/>
                </a:solidFill>
                <a:latin typeface="Arial"/>
                <a:ea typeface="Arial"/>
                <a:cs typeface="Arial"/>
              </a:defRPr>
            </a:lvl9pPr>
          </a:lstStyle>
          <a:p xmlns:a="http://schemas.openxmlformats.org/drawingml/2006/main">
            <a:pPr>
              <a:defRPr sz="1650" b="0">
                <a:solidFill>
                  <a:srgbClr val="183427"/>
                </a:solidFill>
                <a:latin typeface="Arial"/>
                <a:ea typeface="Arial"/>
                <a:cs typeface="Arial"/>
              </a:defRPr>
            </a:pPr>
            <a:r>
              <a:rPr sz="1650" b="0">
                <a:solidFill>
                  <a:srgbClr val="183427"/>
                </a:solidFill>
                <a:latin typeface="Arial"/>
                <a:ea typeface="Arial"/>
                <a:cs typeface="Arial"/>
              </a:rPr>
              <a:t>Haivas Eduard Andrei, Manea Cezar Ștefan,</a:t>
            </a:r>
          </a:p>
          <a:p xmlns:a="http://schemas.openxmlformats.org/drawingml/2006/main">
            <a:pPr>
              <a:defRPr sz="1650" b="0">
                <a:solidFill>
                  <a:srgbClr val="183427"/>
                </a:solidFill>
                <a:latin typeface="Arial"/>
                <a:ea typeface="Arial"/>
                <a:cs typeface="Arial"/>
              </a:defRPr>
            </a:pPr>
            <a:r>
              <a:rPr sz="1650" b="0">
                <a:solidFill>
                  <a:srgbClr val="183427"/>
                </a:solidFill>
                <a:latin typeface="Arial"/>
                <a:ea typeface="Arial"/>
                <a:cs typeface="Arial"/>
              </a:rPr>
              <a:t>Perjoc Eduard Mihai</a:t>
            </a:r>
          </a:p>
        </p:txBody>
      </p:sp>
      <p:sp>
        <p:nvSpPr>
          <p:cNvPr id="11" name="text-10">
            <a:extLst xmlns:a="http://schemas.openxmlformats.org/drawingml/2006/main">
              <a:ext uri="{FF2B5EF4-FFF2-40B4-BE49-F238E27FC236}">
                <a16:creationId xmlns:a16="http://schemas.microsoft.com/office/drawing/2014/main" id="{5A635EE2-8329-41A7-8799-ED2152B40407}"/>
              </a:ext>
            </a:extLst>
          </p:cNvPr>
          <p:cNvSpPr>
            <a:spLocks xmlns:a="http://schemas.openxmlformats.org/drawingml/2006/main" noGrp="1"/>
          </p:cNvSpPr>
          <p:nvPr/>
        </p:nvSpPr>
        <p:spPr>
          <a:xfrm xmlns:a="http://schemas.openxmlformats.org/drawingml/2006/main">
            <a:off x="619125" y="6248400"/>
            <a:ext cx="695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500" b="0">
                <a:solidFill>
                  <a:srgbClr val="53675A"/>
                </a:solidFill>
                <a:latin typeface="Arial"/>
                <a:ea typeface="Arial"/>
                <a:cs typeface="Arial"/>
              </a:defRPr>
            </a:defPPr>
            <a:lvl1pPr>
              <a:defRPr sz="1500" b="0">
                <a:solidFill>
                  <a:srgbClr val="53675A"/>
                </a:solidFill>
                <a:latin typeface="Arial"/>
                <a:ea typeface="Arial"/>
                <a:cs typeface="Arial"/>
              </a:defRPr>
            </a:lvl1pPr>
            <a:lvl2pPr>
              <a:defRPr sz="1500" b="0">
                <a:solidFill>
                  <a:srgbClr val="53675A"/>
                </a:solidFill>
                <a:latin typeface="Arial"/>
                <a:ea typeface="Arial"/>
                <a:cs typeface="Arial"/>
              </a:defRPr>
            </a:lvl2pPr>
            <a:lvl3pPr>
              <a:defRPr sz="1500" b="0">
                <a:solidFill>
                  <a:srgbClr val="53675A"/>
                </a:solidFill>
                <a:latin typeface="Arial"/>
                <a:ea typeface="Arial"/>
                <a:cs typeface="Arial"/>
              </a:defRPr>
            </a:lvl3pPr>
            <a:lvl4pPr>
              <a:defRPr sz="1500" b="0">
                <a:solidFill>
                  <a:srgbClr val="53675A"/>
                </a:solidFill>
                <a:latin typeface="Arial"/>
                <a:ea typeface="Arial"/>
                <a:cs typeface="Arial"/>
              </a:defRPr>
            </a:lvl4pPr>
            <a:lvl5pPr>
              <a:defRPr sz="1500" b="0">
                <a:solidFill>
                  <a:srgbClr val="53675A"/>
                </a:solidFill>
                <a:latin typeface="Arial"/>
                <a:ea typeface="Arial"/>
                <a:cs typeface="Arial"/>
              </a:defRPr>
            </a:lvl5pPr>
            <a:lvl6pPr>
              <a:defRPr sz="1500" b="0">
                <a:solidFill>
                  <a:srgbClr val="53675A"/>
                </a:solidFill>
                <a:latin typeface="Arial"/>
                <a:ea typeface="Arial"/>
                <a:cs typeface="Arial"/>
              </a:defRPr>
            </a:lvl6pPr>
            <a:lvl7pPr>
              <a:defRPr sz="1500" b="0">
                <a:solidFill>
                  <a:srgbClr val="53675A"/>
                </a:solidFill>
                <a:latin typeface="Arial"/>
                <a:ea typeface="Arial"/>
                <a:cs typeface="Arial"/>
              </a:defRPr>
            </a:lvl7pPr>
            <a:lvl8pPr>
              <a:defRPr sz="1500" b="0">
                <a:solidFill>
                  <a:srgbClr val="53675A"/>
                </a:solidFill>
                <a:latin typeface="Arial"/>
                <a:ea typeface="Arial"/>
                <a:cs typeface="Arial"/>
              </a:defRPr>
            </a:lvl8pPr>
            <a:lvl9pPr>
              <a:defRPr sz="1500" b="0">
                <a:solidFill>
                  <a:srgbClr val="53675A"/>
                </a:solidFill>
                <a:latin typeface="Arial"/>
                <a:ea typeface="Arial"/>
                <a:cs typeface="Arial"/>
              </a:defRPr>
            </a:lvl9pPr>
          </a:lstStyle>
          <a:p xmlns:a="http://schemas.openxmlformats.org/drawingml/2006/main">
            <a:pPr>
              <a:defRPr sz="1500" b="0">
                <a:solidFill>
                  <a:srgbClr val="53675A"/>
                </a:solidFill>
                <a:latin typeface="Arial"/>
                <a:ea typeface="Arial"/>
                <a:cs typeface="Arial"/>
              </a:defRPr>
            </a:pPr>
            <a:r>
              <a:rPr sz="1500" b="0">
                <a:solidFill>
                  <a:srgbClr val="53675A"/>
                </a:solidFill>
                <a:latin typeface="Arial"/>
                <a:ea typeface="Arial"/>
                <a:cs typeface="Arial"/>
              </a:rPr>
              <a:t>Clasa a X-a. Coordonator: Ramona Rădulescu</a:t>
            </a:r>
          </a:p>
        </p:txBody>
      </p:sp>
    </p:spTree>
    <p:extLst>
      <p:ext uri="{BB962C8B-B14F-4D97-AF65-F5344CB8AC3E}">
        <p14:creationId xmlns:p14="http://schemas.microsoft.com/office/powerpoint/2010/main" val="1718304723"/>
      </p:ext>
    </p:extLst>
  </p:cSld>
</p:sld>
</file>

<file path=ppt/slides/slide2.xml><?xml version="1.0" encoding="utf-8"?>
<p:sld xmlns:p="http://schemas.openxmlformats.org/presentationml/2006/main">
  <p:cSld>
    <p:bg>
      <p:bgPr>
        <a:solidFill xmlns:a="http://schemas.openxmlformats.org/drawingml/2006/main">
          <a:srgbClr val="FAF8F1"/>
        </a:solidFill>
      </p:bgPr>
    </p:bg>
    <p:spTree>
      <p:nvGrpSpPr>
        <p:cNvPr id="1" name=""/>
        <p:cNvGrpSpPr/>
        <p:nvPr/>
      </p:nvGrpSpPr>
      <p:grpSpPr>
        <a:xfrm xmlns:a="http://schemas.openxmlformats.org/drawingml/2006/main"/>
      </p:grpSpPr>
      <p:sp>
        <p:nvSpPr>
          <p:cNvPr id="16" name="text-11">
            <a:extLst xmlns:a="http://schemas.openxmlformats.org/drawingml/2006/main">
              <a:ext uri="{FF2B5EF4-FFF2-40B4-BE49-F238E27FC236}">
                <a16:creationId xmlns:a16="http://schemas.microsoft.com/office/drawing/2014/main" id="{908C2E52-0D1B-47CE-AD5D-2F15C2FD1897}"/>
              </a:ext>
            </a:extLst>
          </p:cNvPr>
          <p:cNvSpPr>
            <a:spLocks xmlns:a="http://schemas.openxmlformats.org/drawingml/2006/main" noGrp="1"/>
          </p:cNvSpPr>
          <p:nvPr/>
        </p:nvSpPr>
        <p:spPr>
          <a:xfrm xmlns:a="http://schemas.openxmlformats.org/drawingml/2006/main">
            <a:off x="609600" y="5143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4125" b="1">
                <a:solidFill>
                  <a:srgbClr val="183427"/>
                </a:solidFill>
                <a:latin typeface="Arial"/>
                <a:ea typeface="Arial"/>
                <a:cs typeface="Arial"/>
              </a:defRPr>
            </a:defPPr>
            <a:lvl1pPr>
              <a:defRPr sz="4125" b="1">
                <a:solidFill>
                  <a:srgbClr val="183427"/>
                </a:solidFill>
                <a:latin typeface="Arial"/>
                <a:ea typeface="Arial"/>
                <a:cs typeface="Arial"/>
              </a:defRPr>
            </a:lvl1pPr>
            <a:lvl2pPr>
              <a:defRPr sz="4125" b="1">
                <a:solidFill>
                  <a:srgbClr val="183427"/>
                </a:solidFill>
                <a:latin typeface="Arial"/>
                <a:ea typeface="Arial"/>
                <a:cs typeface="Arial"/>
              </a:defRPr>
            </a:lvl2pPr>
            <a:lvl3pPr>
              <a:defRPr sz="4125" b="1">
                <a:solidFill>
                  <a:srgbClr val="183427"/>
                </a:solidFill>
                <a:latin typeface="Arial"/>
                <a:ea typeface="Arial"/>
                <a:cs typeface="Arial"/>
              </a:defRPr>
            </a:lvl3pPr>
            <a:lvl4pPr>
              <a:defRPr sz="4125" b="1">
                <a:solidFill>
                  <a:srgbClr val="183427"/>
                </a:solidFill>
                <a:latin typeface="Arial"/>
                <a:ea typeface="Arial"/>
                <a:cs typeface="Arial"/>
              </a:defRPr>
            </a:lvl4pPr>
            <a:lvl5pPr>
              <a:defRPr sz="4125" b="1">
                <a:solidFill>
                  <a:srgbClr val="183427"/>
                </a:solidFill>
                <a:latin typeface="Arial"/>
                <a:ea typeface="Arial"/>
                <a:cs typeface="Arial"/>
              </a:defRPr>
            </a:lvl5pPr>
            <a:lvl6pPr>
              <a:defRPr sz="4125" b="1">
                <a:solidFill>
                  <a:srgbClr val="183427"/>
                </a:solidFill>
                <a:latin typeface="Arial"/>
                <a:ea typeface="Arial"/>
                <a:cs typeface="Arial"/>
              </a:defRPr>
            </a:lvl6pPr>
            <a:lvl7pPr>
              <a:defRPr sz="4125" b="1">
                <a:solidFill>
                  <a:srgbClr val="183427"/>
                </a:solidFill>
                <a:latin typeface="Arial"/>
                <a:ea typeface="Arial"/>
                <a:cs typeface="Arial"/>
              </a:defRPr>
            </a:lvl7pPr>
            <a:lvl8pPr>
              <a:defRPr sz="4125" b="1">
                <a:solidFill>
                  <a:srgbClr val="183427"/>
                </a:solidFill>
                <a:latin typeface="Arial"/>
                <a:ea typeface="Arial"/>
                <a:cs typeface="Arial"/>
              </a:defRPr>
            </a:lvl8pPr>
            <a:lvl9pPr>
              <a:defRPr sz="4125" b="1">
                <a:solidFill>
                  <a:srgbClr val="183427"/>
                </a:solidFill>
                <a:latin typeface="Arial"/>
                <a:ea typeface="Arial"/>
                <a:cs typeface="Arial"/>
              </a:defRPr>
            </a:lvl9pPr>
          </a:lstStyle>
          <a:p xmlns:a="http://schemas.openxmlformats.org/drawingml/2006/main">
            <a:pPr>
              <a:defRPr sz="4125" b="1">
                <a:solidFill>
                  <a:srgbClr val="183427"/>
                </a:solidFill>
                <a:latin typeface="Arial"/>
                <a:ea typeface="Arial"/>
                <a:cs typeface="Arial"/>
              </a:defRPr>
            </a:pPr>
            <a:r>
              <a:rPr sz="4125" b="1">
                <a:solidFill>
                  <a:srgbClr val="183427"/>
                </a:solidFill>
                <a:latin typeface="Arial"/>
                <a:ea typeface="Arial"/>
                <a:cs typeface="Arial"/>
              </a:rPr>
              <a:t>Datele din Constanța</a:t>
            </a:r>
          </a:p>
        </p:txBody>
      </p:sp>
      <p:sp>
        <p:nvSpPr>
          <p:cNvPr id="2" name="text-12">
            <a:extLst xmlns:a="http://schemas.openxmlformats.org/drawingml/2006/main">
              <a:ext uri="{FF2B5EF4-FFF2-40B4-BE49-F238E27FC236}">
                <a16:creationId xmlns:a16="http://schemas.microsoft.com/office/drawing/2014/main" id="{E6B04D7F-288B-4282-B61B-8EDDC0AFD5CC}"/>
              </a:ext>
            </a:extLst>
          </p:cNvPr>
          <p:cNvSpPr>
            <a:spLocks xmlns:a="http://schemas.openxmlformats.org/drawingml/2006/main" noGrp="1"/>
          </p:cNvSpPr>
          <p:nvPr/>
        </p:nvSpPr>
        <p:spPr>
          <a:xfrm xmlns:a="http://schemas.openxmlformats.org/drawingml/2006/main">
            <a:off x="11249025" y="63817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75" b="0">
                <a:solidFill>
                  <a:srgbClr val="53675A"/>
                </a:solidFill>
                <a:latin typeface="Arial"/>
                <a:ea typeface="Arial"/>
                <a:cs typeface="Arial"/>
              </a:defRPr>
            </a:defPPr>
            <a:lvl1pPr>
              <a:defRPr sz="1275" b="0">
                <a:solidFill>
                  <a:srgbClr val="53675A"/>
                </a:solidFill>
                <a:latin typeface="Arial"/>
                <a:ea typeface="Arial"/>
                <a:cs typeface="Arial"/>
              </a:defRPr>
            </a:lvl1pPr>
            <a:lvl2pPr>
              <a:defRPr sz="1275" b="0">
                <a:solidFill>
                  <a:srgbClr val="53675A"/>
                </a:solidFill>
                <a:latin typeface="Arial"/>
                <a:ea typeface="Arial"/>
                <a:cs typeface="Arial"/>
              </a:defRPr>
            </a:lvl2pPr>
            <a:lvl3pPr>
              <a:defRPr sz="1275" b="0">
                <a:solidFill>
                  <a:srgbClr val="53675A"/>
                </a:solidFill>
                <a:latin typeface="Arial"/>
                <a:ea typeface="Arial"/>
                <a:cs typeface="Arial"/>
              </a:defRPr>
            </a:lvl3pPr>
            <a:lvl4pPr>
              <a:defRPr sz="1275" b="0">
                <a:solidFill>
                  <a:srgbClr val="53675A"/>
                </a:solidFill>
                <a:latin typeface="Arial"/>
                <a:ea typeface="Arial"/>
                <a:cs typeface="Arial"/>
              </a:defRPr>
            </a:lvl4pPr>
            <a:lvl5pPr>
              <a:defRPr sz="1275" b="0">
                <a:solidFill>
                  <a:srgbClr val="53675A"/>
                </a:solidFill>
                <a:latin typeface="Arial"/>
                <a:ea typeface="Arial"/>
                <a:cs typeface="Arial"/>
              </a:defRPr>
            </a:lvl5pPr>
            <a:lvl6pPr>
              <a:defRPr sz="1275" b="0">
                <a:solidFill>
                  <a:srgbClr val="53675A"/>
                </a:solidFill>
                <a:latin typeface="Arial"/>
                <a:ea typeface="Arial"/>
                <a:cs typeface="Arial"/>
              </a:defRPr>
            </a:lvl6pPr>
            <a:lvl7pPr>
              <a:defRPr sz="1275" b="0">
                <a:solidFill>
                  <a:srgbClr val="53675A"/>
                </a:solidFill>
                <a:latin typeface="Arial"/>
                <a:ea typeface="Arial"/>
                <a:cs typeface="Arial"/>
              </a:defRPr>
            </a:lvl7pPr>
            <a:lvl8pPr>
              <a:defRPr sz="1275" b="0">
                <a:solidFill>
                  <a:srgbClr val="53675A"/>
                </a:solidFill>
                <a:latin typeface="Arial"/>
                <a:ea typeface="Arial"/>
                <a:cs typeface="Arial"/>
              </a:defRPr>
            </a:lvl8pPr>
            <a:lvl9pPr>
              <a:defRPr sz="1275" b="0">
                <a:solidFill>
                  <a:srgbClr val="53675A"/>
                </a:solidFill>
                <a:latin typeface="Arial"/>
                <a:ea typeface="Arial"/>
                <a:cs typeface="Arial"/>
              </a:defRPr>
            </a:lvl9pPr>
          </a:lstStyle>
          <a:p xmlns:a="http://schemas.openxmlformats.org/drawingml/2006/main">
            <a:pPr>
              <a:defRPr sz="1275" b="0">
                <a:solidFill>
                  <a:srgbClr val="53675A"/>
                </a:solidFill>
                <a:latin typeface="Arial"/>
                <a:ea typeface="Arial"/>
                <a:cs typeface="Arial"/>
              </a:defRPr>
            </a:pPr>
            <a:r>
              <a:rPr sz="1275" b="0">
                <a:solidFill>
                  <a:srgbClr val="53675A"/>
                </a:solidFill>
                <a:latin typeface="Arial"/>
                <a:ea typeface="Arial"/>
                <a:cs typeface="Arial"/>
              </a:rPr>
              <a:t>02</a:t>
            </a:r>
          </a:p>
        </p:txBody>
      </p:sp>
      <p:sp>
        <p:nvSpPr>
          <p:cNvPr id="3" name="text-13">
            <a:extLst xmlns:a="http://schemas.openxmlformats.org/drawingml/2006/main">
              <a:ext uri="{FF2B5EF4-FFF2-40B4-BE49-F238E27FC236}">
                <a16:creationId xmlns:a16="http://schemas.microsoft.com/office/drawing/2014/main" id="{252FDBBE-E82E-433E-BE47-C9167149EA39}"/>
              </a:ext>
            </a:extLst>
          </p:cNvPr>
          <p:cNvSpPr>
            <a:spLocks xmlns:a="http://schemas.openxmlformats.org/drawingml/2006/main" noGrp="1"/>
          </p:cNvSpPr>
          <p:nvPr/>
        </p:nvSpPr>
        <p:spPr>
          <a:xfrm xmlns:a="http://schemas.openxmlformats.org/drawingml/2006/main">
            <a:off x="628650" y="1533525"/>
            <a:ext cx="9525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700" b="0">
                <a:solidFill>
                  <a:srgbClr val="53675A"/>
                </a:solidFill>
                <a:latin typeface="Arial"/>
                <a:ea typeface="Arial"/>
                <a:cs typeface="Arial"/>
              </a:defRPr>
            </a:defPPr>
            <a:lvl1pPr>
              <a:defRPr sz="2700" b="0">
                <a:solidFill>
                  <a:srgbClr val="53675A"/>
                </a:solidFill>
                <a:latin typeface="Arial"/>
                <a:ea typeface="Arial"/>
                <a:cs typeface="Arial"/>
              </a:defRPr>
            </a:lvl1pPr>
            <a:lvl2pPr>
              <a:defRPr sz="2700" b="0">
                <a:solidFill>
                  <a:srgbClr val="53675A"/>
                </a:solidFill>
                <a:latin typeface="Arial"/>
                <a:ea typeface="Arial"/>
                <a:cs typeface="Arial"/>
              </a:defRPr>
            </a:lvl2pPr>
            <a:lvl3pPr>
              <a:defRPr sz="2700" b="0">
                <a:solidFill>
                  <a:srgbClr val="53675A"/>
                </a:solidFill>
                <a:latin typeface="Arial"/>
                <a:ea typeface="Arial"/>
                <a:cs typeface="Arial"/>
              </a:defRPr>
            </a:lvl3pPr>
            <a:lvl4pPr>
              <a:defRPr sz="2700" b="0">
                <a:solidFill>
                  <a:srgbClr val="53675A"/>
                </a:solidFill>
                <a:latin typeface="Arial"/>
                <a:ea typeface="Arial"/>
                <a:cs typeface="Arial"/>
              </a:defRPr>
            </a:lvl4pPr>
            <a:lvl5pPr>
              <a:defRPr sz="2700" b="0">
                <a:solidFill>
                  <a:srgbClr val="53675A"/>
                </a:solidFill>
                <a:latin typeface="Arial"/>
                <a:ea typeface="Arial"/>
                <a:cs typeface="Arial"/>
              </a:defRPr>
            </a:lvl5pPr>
            <a:lvl6pPr>
              <a:defRPr sz="2700" b="0">
                <a:solidFill>
                  <a:srgbClr val="53675A"/>
                </a:solidFill>
                <a:latin typeface="Arial"/>
                <a:ea typeface="Arial"/>
                <a:cs typeface="Arial"/>
              </a:defRPr>
            </a:lvl6pPr>
            <a:lvl7pPr>
              <a:defRPr sz="2700" b="0">
                <a:solidFill>
                  <a:srgbClr val="53675A"/>
                </a:solidFill>
                <a:latin typeface="Arial"/>
                <a:ea typeface="Arial"/>
                <a:cs typeface="Arial"/>
              </a:defRPr>
            </a:lvl7pPr>
            <a:lvl8pPr>
              <a:defRPr sz="2700" b="0">
                <a:solidFill>
                  <a:srgbClr val="53675A"/>
                </a:solidFill>
                <a:latin typeface="Arial"/>
                <a:ea typeface="Arial"/>
                <a:cs typeface="Arial"/>
              </a:defRPr>
            </a:lvl8pPr>
            <a:lvl9pPr>
              <a:defRPr sz="2700" b="0">
                <a:solidFill>
                  <a:srgbClr val="53675A"/>
                </a:solidFill>
                <a:latin typeface="Arial"/>
                <a:ea typeface="Arial"/>
                <a:cs typeface="Arial"/>
              </a:defRPr>
            </a:lvl9pPr>
          </a:lstStyle>
          <a:p xmlns:a="http://schemas.openxmlformats.org/drawingml/2006/main">
            <a:pPr>
              <a:defRPr sz="2700" b="0">
                <a:solidFill>
                  <a:srgbClr val="53675A"/>
                </a:solidFill>
                <a:latin typeface="Arial"/>
                <a:ea typeface="Arial"/>
                <a:cs typeface="Arial"/>
              </a:defRPr>
            </a:pPr>
            <a:r>
              <a:rPr sz="2700" b="0">
                <a:solidFill>
                  <a:srgbClr val="53675A"/>
                </a:solidFill>
                <a:latin typeface="Arial"/>
                <a:ea typeface="Arial"/>
                <a:cs typeface="Arial"/>
              </a:rPr>
              <a:t>51.428 de clădiri</a:t>
            </a:r>
          </a:p>
        </p:txBody>
      </p:sp>
      <p:sp>
        <p:nvSpPr>
          <p:cNvPr id="4" name="text-14">
            <a:extLst xmlns:a="http://schemas.openxmlformats.org/drawingml/2006/main">
              <a:ext uri="{FF2B5EF4-FFF2-40B4-BE49-F238E27FC236}">
                <a16:creationId xmlns:a16="http://schemas.microsoft.com/office/drawing/2014/main" id="{2CFD9FFA-B25C-4101-A82C-1831067AD58C}"/>
              </a:ext>
            </a:extLst>
          </p:cNvPr>
          <p:cNvSpPr>
            <a:spLocks xmlns:a="http://schemas.openxmlformats.org/drawingml/2006/main" noGrp="1"/>
          </p:cNvSpPr>
          <p:nvPr/>
        </p:nvSpPr>
        <p:spPr>
          <a:xfrm xmlns:a="http://schemas.openxmlformats.org/drawingml/2006/main">
            <a:off x="552450" y="2419350"/>
            <a:ext cx="60769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9450" b="1">
                <a:solidFill>
                  <a:srgbClr val="00734B"/>
                </a:solidFill>
                <a:latin typeface="Arial"/>
                <a:ea typeface="Arial"/>
                <a:cs typeface="Arial"/>
              </a:defRPr>
            </a:defPPr>
            <a:lvl1pPr>
              <a:defRPr sz="9450" b="1">
                <a:solidFill>
                  <a:srgbClr val="00734B"/>
                </a:solidFill>
                <a:latin typeface="Arial"/>
                <a:ea typeface="Arial"/>
                <a:cs typeface="Arial"/>
              </a:defRPr>
            </a:lvl1pPr>
            <a:lvl2pPr>
              <a:defRPr sz="9450" b="1">
                <a:solidFill>
                  <a:srgbClr val="00734B"/>
                </a:solidFill>
                <a:latin typeface="Arial"/>
                <a:ea typeface="Arial"/>
                <a:cs typeface="Arial"/>
              </a:defRPr>
            </a:lvl2pPr>
            <a:lvl3pPr>
              <a:defRPr sz="9450" b="1">
                <a:solidFill>
                  <a:srgbClr val="00734B"/>
                </a:solidFill>
                <a:latin typeface="Arial"/>
                <a:ea typeface="Arial"/>
                <a:cs typeface="Arial"/>
              </a:defRPr>
            </a:lvl3pPr>
            <a:lvl4pPr>
              <a:defRPr sz="9450" b="1">
                <a:solidFill>
                  <a:srgbClr val="00734B"/>
                </a:solidFill>
                <a:latin typeface="Arial"/>
                <a:ea typeface="Arial"/>
                <a:cs typeface="Arial"/>
              </a:defRPr>
            </a:lvl4pPr>
            <a:lvl5pPr>
              <a:defRPr sz="9450" b="1">
                <a:solidFill>
                  <a:srgbClr val="00734B"/>
                </a:solidFill>
                <a:latin typeface="Arial"/>
                <a:ea typeface="Arial"/>
                <a:cs typeface="Arial"/>
              </a:defRPr>
            </a:lvl5pPr>
            <a:lvl6pPr>
              <a:defRPr sz="9450" b="1">
                <a:solidFill>
                  <a:srgbClr val="00734B"/>
                </a:solidFill>
                <a:latin typeface="Arial"/>
                <a:ea typeface="Arial"/>
                <a:cs typeface="Arial"/>
              </a:defRPr>
            </a:lvl6pPr>
            <a:lvl7pPr>
              <a:defRPr sz="9450" b="1">
                <a:solidFill>
                  <a:srgbClr val="00734B"/>
                </a:solidFill>
                <a:latin typeface="Arial"/>
                <a:ea typeface="Arial"/>
                <a:cs typeface="Arial"/>
              </a:defRPr>
            </a:lvl7pPr>
            <a:lvl8pPr>
              <a:defRPr sz="9450" b="1">
                <a:solidFill>
                  <a:srgbClr val="00734B"/>
                </a:solidFill>
                <a:latin typeface="Arial"/>
                <a:ea typeface="Arial"/>
                <a:cs typeface="Arial"/>
              </a:defRPr>
            </a:lvl8pPr>
            <a:lvl9pPr>
              <a:defRPr sz="9450" b="1">
                <a:solidFill>
                  <a:srgbClr val="00734B"/>
                </a:solidFill>
                <a:latin typeface="Arial"/>
                <a:ea typeface="Arial"/>
                <a:cs typeface="Arial"/>
              </a:defRPr>
            </a:lvl9pPr>
          </a:lstStyle>
          <a:p xmlns:a="http://schemas.openxmlformats.org/drawingml/2006/main">
            <a:pPr>
              <a:defRPr sz="9450" b="1">
                <a:solidFill>
                  <a:srgbClr val="00734B"/>
                </a:solidFill>
                <a:latin typeface="Arial"/>
                <a:ea typeface="Arial"/>
                <a:cs typeface="Arial"/>
              </a:defRPr>
            </a:pPr>
            <a:r>
              <a:rPr sz="9450" b="1">
                <a:solidFill>
                  <a:srgbClr val="00734B"/>
                </a:solidFill>
                <a:latin typeface="Arial"/>
                <a:ea typeface="Arial"/>
                <a:cs typeface="Arial"/>
              </a:rPr>
              <a:t>87,8%</a:t>
            </a:r>
          </a:p>
        </p:txBody>
      </p:sp>
      <p:sp>
        <p:nvSpPr>
          <p:cNvPr id="5" name="text-15">
            <a:extLst xmlns:a="http://schemas.openxmlformats.org/drawingml/2006/main">
              <a:ext uri="{FF2B5EF4-FFF2-40B4-BE49-F238E27FC236}">
                <a16:creationId xmlns:a16="http://schemas.microsoft.com/office/drawing/2014/main" id="{9C134A38-D38E-44F5-AE15-2E0BCAEDE058}"/>
              </a:ext>
            </a:extLst>
          </p:cNvPr>
          <p:cNvSpPr>
            <a:spLocks xmlns:a="http://schemas.openxmlformats.org/drawingml/2006/main" noGrp="1"/>
          </p:cNvSpPr>
          <p:nvPr/>
        </p:nvSpPr>
        <p:spPr>
          <a:xfrm xmlns:a="http://schemas.openxmlformats.org/drawingml/2006/main">
            <a:off x="647700" y="3962400"/>
            <a:ext cx="5857875"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000" b="1">
                <a:solidFill>
                  <a:srgbClr val="183427"/>
                </a:solidFill>
                <a:latin typeface="Arial"/>
                <a:ea typeface="Arial"/>
                <a:cs typeface="Arial"/>
              </a:defRPr>
            </a:defPPr>
            <a:lvl1pPr>
              <a:defRPr sz="3000" b="1">
                <a:solidFill>
                  <a:srgbClr val="183427"/>
                </a:solidFill>
                <a:latin typeface="Arial"/>
                <a:ea typeface="Arial"/>
                <a:cs typeface="Arial"/>
              </a:defRPr>
            </a:lvl1pPr>
            <a:lvl2pPr>
              <a:defRPr sz="3000" b="1">
                <a:solidFill>
                  <a:srgbClr val="183427"/>
                </a:solidFill>
                <a:latin typeface="Arial"/>
                <a:ea typeface="Arial"/>
                <a:cs typeface="Arial"/>
              </a:defRPr>
            </a:lvl2pPr>
            <a:lvl3pPr>
              <a:defRPr sz="3000" b="1">
                <a:solidFill>
                  <a:srgbClr val="183427"/>
                </a:solidFill>
                <a:latin typeface="Arial"/>
                <a:ea typeface="Arial"/>
                <a:cs typeface="Arial"/>
              </a:defRPr>
            </a:lvl3pPr>
            <a:lvl4pPr>
              <a:defRPr sz="3000" b="1">
                <a:solidFill>
                  <a:srgbClr val="183427"/>
                </a:solidFill>
                <a:latin typeface="Arial"/>
                <a:ea typeface="Arial"/>
                <a:cs typeface="Arial"/>
              </a:defRPr>
            </a:lvl4pPr>
            <a:lvl5pPr>
              <a:defRPr sz="3000" b="1">
                <a:solidFill>
                  <a:srgbClr val="183427"/>
                </a:solidFill>
                <a:latin typeface="Arial"/>
                <a:ea typeface="Arial"/>
                <a:cs typeface="Arial"/>
              </a:defRPr>
            </a:lvl5pPr>
            <a:lvl6pPr>
              <a:defRPr sz="3000" b="1">
                <a:solidFill>
                  <a:srgbClr val="183427"/>
                </a:solidFill>
                <a:latin typeface="Arial"/>
                <a:ea typeface="Arial"/>
                <a:cs typeface="Arial"/>
              </a:defRPr>
            </a:lvl6pPr>
            <a:lvl7pPr>
              <a:defRPr sz="3000" b="1">
                <a:solidFill>
                  <a:srgbClr val="183427"/>
                </a:solidFill>
                <a:latin typeface="Arial"/>
                <a:ea typeface="Arial"/>
                <a:cs typeface="Arial"/>
              </a:defRPr>
            </a:lvl7pPr>
            <a:lvl8pPr>
              <a:defRPr sz="3000" b="1">
                <a:solidFill>
                  <a:srgbClr val="183427"/>
                </a:solidFill>
                <a:latin typeface="Arial"/>
                <a:ea typeface="Arial"/>
                <a:cs typeface="Arial"/>
              </a:defRPr>
            </a:lvl8pPr>
            <a:lvl9pPr>
              <a:defRPr sz="3000" b="1">
                <a:solidFill>
                  <a:srgbClr val="183427"/>
                </a:solidFill>
                <a:latin typeface="Arial"/>
                <a:ea typeface="Arial"/>
                <a:cs typeface="Arial"/>
              </a:defRPr>
            </a:lvl9pPr>
          </a:lstStyle>
          <a:p xmlns:a="http://schemas.openxmlformats.org/drawingml/2006/main">
            <a:pPr>
              <a:defRPr sz="3000" b="1">
                <a:solidFill>
                  <a:srgbClr val="183427"/>
                </a:solidFill>
                <a:latin typeface="Arial"/>
                <a:ea typeface="Arial"/>
                <a:cs typeface="Arial"/>
              </a:defRPr>
            </a:pPr>
            <a:r>
              <a:rPr sz="3000" b="1">
                <a:solidFill>
                  <a:srgbClr val="183427"/>
                </a:solidFill>
                <a:latin typeface="Arial"/>
                <a:ea typeface="Arial"/>
                <a:cs typeface="Arial"/>
              </a:rPr>
              <a:t>fără informații despre</a:t>
            </a:r>
          </a:p>
          <a:p xmlns:a="http://schemas.openxmlformats.org/drawingml/2006/main">
            <a:pPr>
              <a:defRPr sz="3000" b="1">
                <a:solidFill>
                  <a:srgbClr val="183427"/>
                </a:solidFill>
                <a:latin typeface="Arial"/>
                <a:ea typeface="Arial"/>
                <a:cs typeface="Arial"/>
              </a:defRPr>
            </a:pPr>
            <a:r>
              <a:rPr sz="3000" b="1">
                <a:solidFill>
                  <a:srgbClr val="183427"/>
                </a:solidFill>
                <a:latin typeface="Arial"/>
                <a:ea typeface="Arial"/>
                <a:cs typeface="Arial"/>
              </a:rPr>
              <a:t>înălțime sau etaje</a:t>
            </a:r>
          </a:p>
        </p:txBody>
      </p:sp>
      <p:sp>
        <p:nvSpPr>
          <p:cNvPr id="6" name="text-16">
            <a:extLst xmlns:a="http://schemas.openxmlformats.org/drawingml/2006/main">
              <a:ext uri="{FF2B5EF4-FFF2-40B4-BE49-F238E27FC236}">
                <a16:creationId xmlns:a16="http://schemas.microsoft.com/office/drawing/2014/main" id="{3D10F73B-C93D-4896-AF8E-32B04FC6DCB0}"/>
              </a:ext>
            </a:extLst>
          </p:cNvPr>
          <p:cNvSpPr>
            <a:spLocks xmlns:a="http://schemas.openxmlformats.org/drawingml/2006/main" noGrp="1"/>
          </p:cNvSpPr>
          <p:nvPr/>
        </p:nvSpPr>
        <p:spPr>
          <a:xfrm xmlns:a="http://schemas.openxmlformats.org/drawingml/2006/main">
            <a:off x="647700" y="5305425"/>
            <a:ext cx="6000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0">
                <a:solidFill>
                  <a:srgbClr val="53675A"/>
                </a:solidFill>
                <a:latin typeface="Arial"/>
                <a:ea typeface="Arial"/>
                <a:cs typeface="Arial"/>
              </a:defRPr>
            </a:defPPr>
            <a:lvl1pPr>
              <a:defRPr sz="2100" b="0">
                <a:solidFill>
                  <a:srgbClr val="53675A"/>
                </a:solidFill>
                <a:latin typeface="Arial"/>
                <a:ea typeface="Arial"/>
                <a:cs typeface="Arial"/>
              </a:defRPr>
            </a:lvl1pPr>
            <a:lvl2pPr>
              <a:defRPr sz="2100" b="0">
                <a:solidFill>
                  <a:srgbClr val="53675A"/>
                </a:solidFill>
                <a:latin typeface="Arial"/>
                <a:ea typeface="Arial"/>
                <a:cs typeface="Arial"/>
              </a:defRPr>
            </a:lvl2pPr>
            <a:lvl3pPr>
              <a:defRPr sz="2100" b="0">
                <a:solidFill>
                  <a:srgbClr val="53675A"/>
                </a:solidFill>
                <a:latin typeface="Arial"/>
                <a:ea typeface="Arial"/>
                <a:cs typeface="Arial"/>
              </a:defRPr>
            </a:lvl3pPr>
            <a:lvl4pPr>
              <a:defRPr sz="2100" b="0">
                <a:solidFill>
                  <a:srgbClr val="53675A"/>
                </a:solidFill>
                <a:latin typeface="Arial"/>
                <a:ea typeface="Arial"/>
                <a:cs typeface="Arial"/>
              </a:defRPr>
            </a:lvl4pPr>
            <a:lvl5pPr>
              <a:defRPr sz="2100" b="0">
                <a:solidFill>
                  <a:srgbClr val="53675A"/>
                </a:solidFill>
                <a:latin typeface="Arial"/>
                <a:ea typeface="Arial"/>
                <a:cs typeface="Arial"/>
              </a:defRPr>
            </a:lvl5pPr>
            <a:lvl6pPr>
              <a:defRPr sz="2100" b="0">
                <a:solidFill>
                  <a:srgbClr val="53675A"/>
                </a:solidFill>
                <a:latin typeface="Arial"/>
                <a:ea typeface="Arial"/>
                <a:cs typeface="Arial"/>
              </a:defRPr>
            </a:lvl6pPr>
            <a:lvl7pPr>
              <a:defRPr sz="2100" b="0">
                <a:solidFill>
                  <a:srgbClr val="53675A"/>
                </a:solidFill>
                <a:latin typeface="Arial"/>
                <a:ea typeface="Arial"/>
                <a:cs typeface="Arial"/>
              </a:defRPr>
            </a:lvl7pPr>
            <a:lvl8pPr>
              <a:defRPr sz="2100" b="0">
                <a:solidFill>
                  <a:srgbClr val="53675A"/>
                </a:solidFill>
                <a:latin typeface="Arial"/>
                <a:ea typeface="Arial"/>
                <a:cs typeface="Arial"/>
              </a:defRPr>
            </a:lvl8pPr>
            <a:lvl9pPr>
              <a:defRPr sz="2100" b="0">
                <a:solidFill>
                  <a:srgbClr val="53675A"/>
                </a:solidFill>
                <a:latin typeface="Arial"/>
                <a:ea typeface="Arial"/>
                <a:cs typeface="Arial"/>
              </a:defRPr>
            </a:lvl9pPr>
          </a:lstStyle>
          <a:p xmlns:a="http://schemas.openxmlformats.org/drawingml/2006/main">
            <a:pPr>
              <a:defRPr sz="2100" b="0">
                <a:solidFill>
                  <a:srgbClr val="53675A"/>
                </a:solidFill>
                <a:latin typeface="Arial"/>
                <a:ea typeface="Arial"/>
                <a:cs typeface="Arial"/>
              </a:defRPr>
            </a:pPr>
            <a:r>
              <a:rPr sz="2100" b="0">
                <a:solidFill>
                  <a:srgbClr val="53675A"/>
                </a:solidFill>
                <a:latin typeface="Arial"/>
                <a:ea typeface="Arial"/>
                <a:cs typeface="Arial"/>
              </a:rPr>
              <a:t>Conturul există. Pentru umbră</a:t>
            </a:r>
          </a:p>
          <a:p xmlns:a="http://schemas.openxmlformats.org/drawingml/2006/main">
            <a:pPr>
              <a:defRPr sz="2100" b="0">
                <a:solidFill>
                  <a:srgbClr val="53675A"/>
                </a:solidFill>
                <a:latin typeface="Arial"/>
                <a:ea typeface="Arial"/>
                <a:cs typeface="Arial"/>
              </a:defRPr>
            </a:pPr>
            <a:r>
              <a:rPr sz="2100" b="0">
                <a:solidFill>
                  <a:srgbClr val="53675A"/>
                </a:solidFill>
                <a:latin typeface="Arial"/>
                <a:ea typeface="Arial"/>
                <a:cs typeface="Arial"/>
              </a:rPr>
              <a:t>este nevoie și de înălțime.</a:t>
            </a:r>
          </a:p>
        </p:txBody>
      </p:sp>
      <p:sp>
        <p:nvSpPr>
          <p:cNvPr id="7" name="text-17">
            <a:extLst xmlns:a="http://schemas.openxmlformats.org/drawingml/2006/main">
              <a:ext uri="{FF2B5EF4-FFF2-40B4-BE49-F238E27FC236}">
                <a16:creationId xmlns:a16="http://schemas.microsoft.com/office/drawing/2014/main" id="{07740F8F-45B7-4993-83F9-71395D28A8A3}"/>
              </a:ext>
            </a:extLst>
          </p:cNvPr>
          <p:cNvSpPr>
            <a:spLocks xmlns:a="http://schemas.openxmlformats.org/drawingml/2006/main" noGrp="1"/>
          </p:cNvSpPr>
          <p:nvPr/>
        </p:nvSpPr>
        <p:spPr>
          <a:xfrm xmlns:a="http://schemas.openxmlformats.org/drawingml/2006/main">
            <a:off x="7429500" y="2219325"/>
            <a:ext cx="3857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75" b="1">
                <a:solidFill>
                  <a:srgbClr val="183427"/>
                </a:solidFill>
                <a:latin typeface="Arial"/>
                <a:ea typeface="Arial"/>
                <a:cs typeface="Arial"/>
              </a:defRPr>
            </a:defPPr>
            <a:lvl1pPr>
              <a:defRPr sz="3375" b="1">
                <a:solidFill>
                  <a:srgbClr val="183427"/>
                </a:solidFill>
                <a:latin typeface="Arial"/>
                <a:ea typeface="Arial"/>
                <a:cs typeface="Arial"/>
              </a:defRPr>
            </a:lvl1pPr>
            <a:lvl2pPr>
              <a:defRPr sz="3375" b="1">
                <a:solidFill>
                  <a:srgbClr val="183427"/>
                </a:solidFill>
                <a:latin typeface="Arial"/>
                <a:ea typeface="Arial"/>
                <a:cs typeface="Arial"/>
              </a:defRPr>
            </a:lvl2pPr>
            <a:lvl3pPr>
              <a:defRPr sz="3375" b="1">
                <a:solidFill>
                  <a:srgbClr val="183427"/>
                </a:solidFill>
                <a:latin typeface="Arial"/>
                <a:ea typeface="Arial"/>
                <a:cs typeface="Arial"/>
              </a:defRPr>
            </a:lvl3pPr>
            <a:lvl4pPr>
              <a:defRPr sz="3375" b="1">
                <a:solidFill>
                  <a:srgbClr val="183427"/>
                </a:solidFill>
                <a:latin typeface="Arial"/>
                <a:ea typeface="Arial"/>
                <a:cs typeface="Arial"/>
              </a:defRPr>
            </a:lvl4pPr>
            <a:lvl5pPr>
              <a:defRPr sz="3375" b="1">
                <a:solidFill>
                  <a:srgbClr val="183427"/>
                </a:solidFill>
                <a:latin typeface="Arial"/>
                <a:ea typeface="Arial"/>
                <a:cs typeface="Arial"/>
              </a:defRPr>
            </a:lvl5pPr>
            <a:lvl6pPr>
              <a:defRPr sz="3375" b="1">
                <a:solidFill>
                  <a:srgbClr val="183427"/>
                </a:solidFill>
                <a:latin typeface="Arial"/>
                <a:ea typeface="Arial"/>
                <a:cs typeface="Arial"/>
              </a:defRPr>
            </a:lvl6pPr>
            <a:lvl7pPr>
              <a:defRPr sz="3375" b="1">
                <a:solidFill>
                  <a:srgbClr val="183427"/>
                </a:solidFill>
                <a:latin typeface="Arial"/>
                <a:ea typeface="Arial"/>
                <a:cs typeface="Arial"/>
              </a:defRPr>
            </a:lvl7pPr>
            <a:lvl8pPr>
              <a:defRPr sz="3375" b="1">
                <a:solidFill>
                  <a:srgbClr val="183427"/>
                </a:solidFill>
                <a:latin typeface="Arial"/>
                <a:ea typeface="Arial"/>
                <a:cs typeface="Arial"/>
              </a:defRPr>
            </a:lvl8pPr>
            <a:lvl9pPr>
              <a:defRPr sz="3375" b="1">
                <a:solidFill>
                  <a:srgbClr val="183427"/>
                </a:solidFill>
                <a:latin typeface="Arial"/>
                <a:ea typeface="Arial"/>
                <a:cs typeface="Arial"/>
              </a:defRPr>
            </a:lvl9pPr>
          </a:lstStyle>
          <a:p xmlns:a="http://schemas.openxmlformats.org/drawingml/2006/main">
            <a:pPr>
              <a:defRPr sz="3375" b="1">
                <a:solidFill>
                  <a:srgbClr val="183427"/>
                </a:solidFill>
                <a:latin typeface="Arial"/>
                <a:ea typeface="Arial"/>
                <a:cs typeface="Arial"/>
              </a:defRPr>
            </a:pPr>
            <a:r>
              <a:rPr sz="3375" b="1">
                <a:solidFill>
                  <a:srgbClr val="183427"/>
                </a:solidFill>
                <a:latin typeface="Arial"/>
                <a:ea typeface="Arial"/>
                <a:cs typeface="Arial"/>
              </a:rPr>
              <a:t>271</a:t>
            </a:r>
          </a:p>
        </p:txBody>
      </p:sp>
      <p:sp>
        <p:nvSpPr>
          <p:cNvPr id="8" name="text-18">
            <a:extLst xmlns:a="http://schemas.openxmlformats.org/drawingml/2006/main">
              <a:ext uri="{FF2B5EF4-FFF2-40B4-BE49-F238E27FC236}">
                <a16:creationId xmlns:a16="http://schemas.microsoft.com/office/drawing/2014/main" id="{660C34DA-6984-4730-8871-695EAE5E0EB7}"/>
              </a:ext>
            </a:extLst>
          </p:cNvPr>
          <p:cNvSpPr>
            <a:spLocks xmlns:a="http://schemas.openxmlformats.org/drawingml/2006/main" noGrp="1"/>
          </p:cNvSpPr>
          <p:nvPr/>
        </p:nvSpPr>
        <p:spPr>
          <a:xfrm xmlns:a="http://schemas.openxmlformats.org/drawingml/2006/main">
            <a:off x="7429500" y="2781300"/>
            <a:ext cx="39909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0">
                <a:solidFill>
                  <a:srgbClr val="53675A"/>
                </a:solidFill>
                <a:latin typeface="Arial"/>
                <a:ea typeface="Arial"/>
                <a:cs typeface="Arial"/>
              </a:defRPr>
            </a:defPPr>
            <a:lvl1pPr>
              <a:defRPr sz="1875" b="0">
                <a:solidFill>
                  <a:srgbClr val="53675A"/>
                </a:solidFill>
                <a:latin typeface="Arial"/>
                <a:ea typeface="Arial"/>
                <a:cs typeface="Arial"/>
              </a:defRPr>
            </a:lvl1pPr>
            <a:lvl2pPr>
              <a:defRPr sz="1875" b="0">
                <a:solidFill>
                  <a:srgbClr val="53675A"/>
                </a:solidFill>
                <a:latin typeface="Arial"/>
                <a:ea typeface="Arial"/>
                <a:cs typeface="Arial"/>
              </a:defRPr>
            </a:lvl2pPr>
            <a:lvl3pPr>
              <a:defRPr sz="1875" b="0">
                <a:solidFill>
                  <a:srgbClr val="53675A"/>
                </a:solidFill>
                <a:latin typeface="Arial"/>
                <a:ea typeface="Arial"/>
                <a:cs typeface="Arial"/>
              </a:defRPr>
            </a:lvl3pPr>
            <a:lvl4pPr>
              <a:defRPr sz="1875" b="0">
                <a:solidFill>
                  <a:srgbClr val="53675A"/>
                </a:solidFill>
                <a:latin typeface="Arial"/>
                <a:ea typeface="Arial"/>
                <a:cs typeface="Arial"/>
              </a:defRPr>
            </a:lvl4pPr>
            <a:lvl5pPr>
              <a:defRPr sz="1875" b="0">
                <a:solidFill>
                  <a:srgbClr val="53675A"/>
                </a:solidFill>
                <a:latin typeface="Arial"/>
                <a:ea typeface="Arial"/>
                <a:cs typeface="Arial"/>
              </a:defRPr>
            </a:lvl5pPr>
            <a:lvl6pPr>
              <a:defRPr sz="1875" b="0">
                <a:solidFill>
                  <a:srgbClr val="53675A"/>
                </a:solidFill>
                <a:latin typeface="Arial"/>
                <a:ea typeface="Arial"/>
                <a:cs typeface="Arial"/>
              </a:defRPr>
            </a:lvl6pPr>
            <a:lvl7pPr>
              <a:defRPr sz="1875" b="0">
                <a:solidFill>
                  <a:srgbClr val="53675A"/>
                </a:solidFill>
                <a:latin typeface="Arial"/>
                <a:ea typeface="Arial"/>
                <a:cs typeface="Arial"/>
              </a:defRPr>
            </a:lvl7pPr>
            <a:lvl8pPr>
              <a:defRPr sz="1875" b="0">
                <a:solidFill>
                  <a:srgbClr val="53675A"/>
                </a:solidFill>
                <a:latin typeface="Arial"/>
                <a:ea typeface="Arial"/>
                <a:cs typeface="Arial"/>
              </a:defRPr>
            </a:lvl8pPr>
            <a:lvl9pPr>
              <a:defRPr sz="1875" b="0">
                <a:solidFill>
                  <a:srgbClr val="53675A"/>
                </a:solidFill>
                <a:latin typeface="Arial"/>
                <a:ea typeface="Arial"/>
                <a:cs typeface="Arial"/>
              </a:defRPr>
            </a:lvl9pPr>
          </a:lstStyle>
          <a:p xmlns:a="http://schemas.openxmlformats.org/drawingml/2006/main">
            <a:pPr>
              <a:defRPr sz="1875" b="0">
                <a:solidFill>
                  <a:srgbClr val="53675A"/>
                </a:solidFill>
                <a:latin typeface="Arial"/>
                <a:ea typeface="Arial"/>
                <a:cs typeface="Arial"/>
              </a:defRPr>
            </a:pPr>
            <a:r>
              <a:rPr sz="1875" b="0">
                <a:solidFill>
                  <a:srgbClr val="53675A"/>
                </a:solidFill>
                <a:latin typeface="Arial"/>
                <a:ea typeface="Arial"/>
                <a:cs typeface="Arial"/>
              </a:rPr>
              <a:t>cu înălțime etichetată</a:t>
            </a:r>
          </a:p>
        </p:txBody>
      </p:sp>
      <p:sp>
        <p:nvSpPr>
          <p:cNvPr id="9" name="shape-19">
            <a:extLst xmlns:a="http://schemas.openxmlformats.org/drawingml/2006/main">
              <a:ext uri="{FF2B5EF4-FFF2-40B4-BE49-F238E27FC236}">
                <a16:creationId xmlns:a16="http://schemas.microsoft.com/office/drawing/2014/main" id="{50BDCC52-F290-4FFA-9A4F-00144484BF8C}"/>
              </a:ext>
            </a:extLst>
          </p:cNvPr>
          <p:cNvSpPr>
            <a:spLocks xmlns:a="http://schemas.openxmlformats.org/drawingml/2006/main" noGrp="1"/>
          </p:cNvSpPr>
          <p:nvPr/>
        </p:nvSpPr>
        <p:spPr>
          <a:xfrm xmlns:a="http://schemas.openxmlformats.org/drawingml/2006/main" rot="0">
            <a:off x="7429500" y="3257550"/>
            <a:ext cx="4000500" cy="9525"/>
          </a:xfrm>
          <a:prstGeom xmlns:a="http://schemas.openxmlformats.org/drawingml/2006/main" prst="rect">
            <a:avLst/>
          </a:prstGeom>
          <a:solidFill xmlns:a="http://schemas.openxmlformats.org/drawingml/2006/main">
            <a:srgbClr val="CFD9CA"/>
          </a:solidFill>
          <a:ln xmlns:a="http://schemas.openxmlformats.org/drawingml/2006/main" w="0">
            <a:noFill/>
            <a:prstDash val="solid"/>
          </a:ln>
        </p:spPr>
      </p:sp>
      <p:sp>
        <p:nvSpPr>
          <p:cNvPr id="10" name="text-20">
            <a:extLst xmlns:a="http://schemas.openxmlformats.org/drawingml/2006/main">
              <a:ext uri="{FF2B5EF4-FFF2-40B4-BE49-F238E27FC236}">
                <a16:creationId xmlns:a16="http://schemas.microsoft.com/office/drawing/2014/main" id="{6164D15D-A995-4A4D-9052-3D1F933382F3}"/>
              </a:ext>
            </a:extLst>
          </p:cNvPr>
          <p:cNvSpPr>
            <a:spLocks xmlns:a="http://schemas.openxmlformats.org/drawingml/2006/main" noGrp="1"/>
          </p:cNvSpPr>
          <p:nvPr/>
        </p:nvSpPr>
        <p:spPr>
          <a:xfrm xmlns:a="http://schemas.openxmlformats.org/drawingml/2006/main">
            <a:off x="7429500" y="3371850"/>
            <a:ext cx="3857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75" b="1">
                <a:solidFill>
                  <a:srgbClr val="183427"/>
                </a:solidFill>
                <a:latin typeface="Arial"/>
                <a:ea typeface="Arial"/>
                <a:cs typeface="Arial"/>
              </a:defRPr>
            </a:defPPr>
            <a:lvl1pPr>
              <a:defRPr sz="3375" b="1">
                <a:solidFill>
                  <a:srgbClr val="183427"/>
                </a:solidFill>
                <a:latin typeface="Arial"/>
                <a:ea typeface="Arial"/>
                <a:cs typeface="Arial"/>
              </a:defRPr>
            </a:lvl1pPr>
            <a:lvl2pPr>
              <a:defRPr sz="3375" b="1">
                <a:solidFill>
                  <a:srgbClr val="183427"/>
                </a:solidFill>
                <a:latin typeface="Arial"/>
                <a:ea typeface="Arial"/>
                <a:cs typeface="Arial"/>
              </a:defRPr>
            </a:lvl2pPr>
            <a:lvl3pPr>
              <a:defRPr sz="3375" b="1">
                <a:solidFill>
                  <a:srgbClr val="183427"/>
                </a:solidFill>
                <a:latin typeface="Arial"/>
                <a:ea typeface="Arial"/>
                <a:cs typeface="Arial"/>
              </a:defRPr>
            </a:lvl3pPr>
            <a:lvl4pPr>
              <a:defRPr sz="3375" b="1">
                <a:solidFill>
                  <a:srgbClr val="183427"/>
                </a:solidFill>
                <a:latin typeface="Arial"/>
                <a:ea typeface="Arial"/>
                <a:cs typeface="Arial"/>
              </a:defRPr>
            </a:lvl4pPr>
            <a:lvl5pPr>
              <a:defRPr sz="3375" b="1">
                <a:solidFill>
                  <a:srgbClr val="183427"/>
                </a:solidFill>
                <a:latin typeface="Arial"/>
                <a:ea typeface="Arial"/>
                <a:cs typeface="Arial"/>
              </a:defRPr>
            </a:lvl5pPr>
            <a:lvl6pPr>
              <a:defRPr sz="3375" b="1">
                <a:solidFill>
                  <a:srgbClr val="183427"/>
                </a:solidFill>
                <a:latin typeface="Arial"/>
                <a:ea typeface="Arial"/>
                <a:cs typeface="Arial"/>
              </a:defRPr>
            </a:lvl6pPr>
            <a:lvl7pPr>
              <a:defRPr sz="3375" b="1">
                <a:solidFill>
                  <a:srgbClr val="183427"/>
                </a:solidFill>
                <a:latin typeface="Arial"/>
                <a:ea typeface="Arial"/>
                <a:cs typeface="Arial"/>
              </a:defRPr>
            </a:lvl7pPr>
            <a:lvl8pPr>
              <a:defRPr sz="3375" b="1">
                <a:solidFill>
                  <a:srgbClr val="183427"/>
                </a:solidFill>
                <a:latin typeface="Arial"/>
                <a:ea typeface="Arial"/>
                <a:cs typeface="Arial"/>
              </a:defRPr>
            </a:lvl8pPr>
            <a:lvl9pPr>
              <a:defRPr sz="3375" b="1">
                <a:solidFill>
                  <a:srgbClr val="183427"/>
                </a:solidFill>
                <a:latin typeface="Arial"/>
                <a:ea typeface="Arial"/>
                <a:cs typeface="Arial"/>
              </a:defRPr>
            </a:lvl9pPr>
          </a:lstStyle>
          <a:p xmlns:a="http://schemas.openxmlformats.org/drawingml/2006/main">
            <a:pPr>
              <a:defRPr sz="3375" b="1">
                <a:solidFill>
                  <a:srgbClr val="183427"/>
                </a:solidFill>
                <a:latin typeface="Arial"/>
                <a:ea typeface="Arial"/>
                <a:cs typeface="Arial"/>
              </a:defRPr>
            </a:pPr>
            <a:r>
              <a:rPr sz="3375" b="1">
                <a:solidFill>
                  <a:srgbClr val="183427"/>
                </a:solidFill>
                <a:latin typeface="Arial"/>
                <a:ea typeface="Arial"/>
                <a:cs typeface="Arial"/>
              </a:rPr>
              <a:t>5.913</a:t>
            </a:r>
          </a:p>
        </p:txBody>
      </p:sp>
      <p:sp>
        <p:nvSpPr>
          <p:cNvPr id="11" name="text-21">
            <a:extLst xmlns:a="http://schemas.openxmlformats.org/drawingml/2006/main">
              <a:ext uri="{FF2B5EF4-FFF2-40B4-BE49-F238E27FC236}">
                <a16:creationId xmlns:a16="http://schemas.microsoft.com/office/drawing/2014/main" id="{AFFA2651-C8D7-4300-9802-CDE59611A92C}"/>
              </a:ext>
            </a:extLst>
          </p:cNvPr>
          <p:cNvSpPr>
            <a:spLocks xmlns:a="http://schemas.openxmlformats.org/drawingml/2006/main" noGrp="1"/>
          </p:cNvSpPr>
          <p:nvPr/>
        </p:nvSpPr>
        <p:spPr>
          <a:xfrm xmlns:a="http://schemas.openxmlformats.org/drawingml/2006/main">
            <a:off x="7429500" y="3933825"/>
            <a:ext cx="39909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0">
                <a:solidFill>
                  <a:srgbClr val="53675A"/>
                </a:solidFill>
                <a:latin typeface="Arial"/>
                <a:ea typeface="Arial"/>
                <a:cs typeface="Arial"/>
              </a:defRPr>
            </a:defPPr>
            <a:lvl1pPr>
              <a:defRPr sz="1875" b="0">
                <a:solidFill>
                  <a:srgbClr val="53675A"/>
                </a:solidFill>
                <a:latin typeface="Arial"/>
                <a:ea typeface="Arial"/>
                <a:cs typeface="Arial"/>
              </a:defRPr>
            </a:lvl1pPr>
            <a:lvl2pPr>
              <a:defRPr sz="1875" b="0">
                <a:solidFill>
                  <a:srgbClr val="53675A"/>
                </a:solidFill>
                <a:latin typeface="Arial"/>
                <a:ea typeface="Arial"/>
                <a:cs typeface="Arial"/>
              </a:defRPr>
            </a:lvl2pPr>
            <a:lvl3pPr>
              <a:defRPr sz="1875" b="0">
                <a:solidFill>
                  <a:srgbClr val="53675A"/>
                </a:solidFill>
                <a:latin typeface="Arial"/>
                <a:ea typeface="Arial"/>
                <a:cs typeface="Arial"/>
              </a:defRPr>
            </a:lvl3pPr>
            <a:lvl4pPr>
              <a:defRPr sz="1875" b="0">
                <a:solidFill>
                  <a:srgbClr val="53675A"/>
                </a:solidFill>
                <a:latin typeface="Arial"/>
                <a:ea typeface="Arial"/>
                <a:cs typeface="Arial"/>
              </a:defRPr>
            </a:lvl4pPr>
            <a:lvl5pPr>
              <a:defRPr sz="1875" b="0">
                <a:solidFill>
                  <a:srgbClr val="53675A"/>
                </a:solidFill>
                <a:latin typeface="Arial"/>
                <a:ea typeface="Arial"/>
                <a:cs typeface="Arial"/>
              </a:defRPr>
            </a:lvl5pPr>
            <a:lvl6pPr>
              <a:defRPr sz="1875" b="0">
                <a:solidFill>
                  <a:srgbClr val="53675A"/>
                </a:solidFill>
                <a:latin typeface="Arial"/>
                <a:ea typeface="Arial"/>
                <a:cs typeface="Arial"/>
              </a:defRPr>
            </a:lvl6pPr>
            <a:lvl7pPr>
              <a:defRPr sz="1875" b="0">
                <a:solidFill>
                  <a:srgbClr val="53675A"/>
                </a:solidFill>
                <a:latin typeface="Arial"/>
                <a:ea typeface="Arial"/>
                <a:cs typeface="Arial"/>
              </a:defRPr>
            </a:lvl7pPr>
            <a:lvl8pPr>
              <a:defRPr sz="1875" b="0">
                <a:solidFill>
                  <a:srgbClr val="53675A"/>
                </a:solidFill>
                <a:latin typeface="Arial"/>
                <a:ea typeface="Arial"/>
                <a:cs typeface="Arial"/>
              </a:defRPr>
            </a:lvl8pPr>
            <a:lvl9pPr>
              <a:defRPr sz="1875" b="0">
                <a:solidFill>
                  <a:srgbClr val="53675A"/>
                </a:solidFill>
                <a:latin typeface="Arial"/>
                <a:ea typeface="Arial"/>
                <a:cs typeface="Arial"/>
              </a:defRPr>
            </a:lvl9pPr>
          </a:lstStyle>
          <a:p xmlns:a="http://schemas.openxmlformats.org/drawingml/2006/main">
            <a:pPr>
              <a:defRPr sz="1875" b="0">
                <a:solidFill>
                  <a:srgbClr val="53675A"/>
                </a:solidFill>
                <a:latin typeface="Arial"/>
                <a:ea typeface="Arial"/>
                <a:cs typeface="Arial"/>
              </a:defRPr>
            </a:pPr>
            <a:r>
              <a:rPr sz="1875" b="0">
                <a:solidFill>
                  <a:srgbClr val="53675A"/>
                </a:solidFill>
                <a:latin typeface="Arial"/>
                <a:ea typeface="Arial"/>
                <a:cs typeface="Arial"/>
              </a:rPr>
              <a:t>cu număr de etaje</a:t>
            </a:r>
          </a:p>
        </p:txBody>
      </p:sp>
      <p:sp>
        <p:nvSpPr>
          <p:cNvPr id="12" name="shape-22">
            <a:extLst xmlns:a="http://schemas.openxmlformats.org/drawingml/2006/main">
              <a:ext uri="{FF2B5EF4-FFF2-40B4-BE49-F238E27FC236}">
                <a16:creationId xmlns:a16="http://schemas.microsoft.com/office/drawing/2014/main" id="{D9E4BB75-3707-4BBD-B948-D8715230CF07}"/>
              </a:ext>
            </a:extLst>
          </p:cNvPr>
          <p:cNvSpPr>
            <a:spLocks xmlns:a="http://schemas.openxmlformats.org/drawingml/2006/main" noGrp="1"/>
          </p:cNvSpPr>
          <p:nvPr/>
        </p:nvSpPr>
        <p:spPr>
          <a:xfrm xmlns:a="http://schemas.openxmlformats.org/drawingml/2006/main" rot="0">
            <a:off x="7429500" y="4410075"/>
            <a:ext cx="4000500" cy="9525"/>
          </a:xfrm>
          <a:prstGeom xmlns:a="http://schemas.openxmlformats.org/drawingml/2006/main" prst="rect">
            <a:avLst/>
          </a:prstGeom>
          <a:solidFill xmlns:a="http://schemas.openxmlformats.org/drawingml/2006/main">
            <a:srgbClr val="CFD9CA"/>
          </a:solidFill>
          <a:ln xmlns:a="http://schemas.openxmlformats.org/drawingml/2006/main" w="0">
            <a:noFill/>
            <a:prstDash val="solid"/>
          </a:ln>
        </p:spPr>
      </p:sp>
      <p:sp>
        <p:nvSpPr>
          <p:cNvPr id="13" name="text-23">
            <a:extLst xmlns:a="http://schemas.openxmlformats.org/drawingml/2006/main">
              <a:ext uri="{FF2B5EF4-FFF2-40B4-BE49-F238E27FC236}">
                <a16:creationId xmlns:a16="http://schemas.microsoft.com/office/drawing/2014/main" id="{3973C1DD-03E5-4979-9172-601677205038}"/>
              </a:ext>
            </a:extLst>
          </p:cNvPr>
          <p:cNvSpPr>
            <a:spLocks xmlns:a="http://schemas.openxmlformats.org/drawingml/2006/main" noGrp="1"/>
          </p:cNvSpPr>
          <p:nvPr/>
        </p:nvSpPr>
        <p:spPr>
          <a:xfrm xmlns:a="http://schemas.openxmlformats.org/drawingml/2006/main">
            <a:off x="7429500" y="4524375"/>
            <a:ext cx="3857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75" b="1">
                <a:solidFill>
                  <a:srgbClr val="00734B"/>
                </a:solidFill>
                <a:latin typeface="Arial"/>
                <a:ea typeface="Arial"/>
                <a:cs typeface="Arial"/>
              </a:defRPr>
            </a:defPPr>
            <a:lvl1pPr>
              <a:defRPr sz="3375" b="1">
                <a:solidFill>
                  <a:srgbClr val="00734B"/>
                </a:solidFill>
                <a:latin typeface="Arial"/>
                <a:ea typeface="Arial"/>
                <a:cs typeface="Arial"/>
              </a:defRPr>
            </a:lvl1pPr>
            <a:lvl2pPr>
              <a:defRPr sz="3375" b="1">
                <a:solidFill>
                  <a:srgbClr val="00734B"/>
                </a:solidFill>
                <a:latin typeface="Arial"/>
                <a:ea typeface="Arial"/>
                <a:cs typeface="Arial"/>
              </a:defRPr>
            </a:lvl2pPr>
            <a:lvl3pPr>
              <a:defRPr sz="3375" b="1">
                <a:solidFill>
                  <a:srgbClr val="00734B"/>
                </a:solidFill>
                <a:latin typeface="Arial"/>
                <a:ea typeface="Arial"/>
                <a:cs typeface="Arial"/>
              </a:defRPr>
            </a:lvl3pPr>
            <a:lvl4pPr>
              <a:defRPr sz="3375" b="1">
                <a:solidFill>
                  <a:srgbClr val="00734B"/>
                </a:solidFill>
                <a:latin typeface="Arial"/>
                <a:ea typeface="Arial"/>
                <a:cs typeface="Arial"/>
              </a:defRPr>
            </a:lvl4pPr>
            <a:lvl5pPr>
              <a:defRPr sz="3375" b="1">
                <a:solidFill>
                  <a:srgbClr val="00734B"/>
                </a:solidFill>
                <a:latin typeface="Arial"/>
                <a:ea typeface="Arial"/>
                <a:cs typeface="Arial"/>
              </a:defRPr>
            </a:lvl5pPr>
            <a:lvl6pPr>
              <a:defRPr sz="3375" b="1">
                <a:solidFill>
                  <a:srgbClr val="00734B"/>
                </a:solidFill>
                <a:latin typeface="Arial"/>
                <a:ea typeface="Arial"/>
                <a:cs typeface="Arial"/>
              </a:defRPr>
            </a:lvl6pPr>
            <a:lvl7pPr>
              <a:defRPr sz="3375" b="1">
                <a:solidFill>
                  <a:srgbClr val="00734B"/>
                </a:solidFill>
                <a:latin typeface="Arial"/>
                <a:ea typeface="Arial"/>
                <a:cs typeface="Arial"/>
              </a:defRPr>
            </a:lvl7pPr>
            <a:lvl8pPr>
              <a:defRPr sz="3375" b="1">
                <a:solidFill>
                  <a:srgbClr val="00734B"/>
                </a:solidFill>
                <a:latin typeface="Arial"/>
                <a:ea typeface="Arial"/>
                <a:cs typeface="Arial"/>
              </a:defRPr>
            </a:lvl8pPr>
            <a:lvl9pPr>
              <a:defRPr sz="3375" b="1">
                <a:solidFill>
                  <a:srgbClr val="00734B"/>
                </a:solidFill>
                <a:latin typeface="Arial"/>
                <a:ea typeface="Arial"/>
                <a:cs typeface="Arial"/>
              </a:defRPr>
            </a:lvl9pPr>
          </a:lstStyle>
          <a:p xmlns:a="http://schemas.openxmlformats.org/drawingml/2006/main">
            <a:pPr>
              <a:defRPr sz="3375" b="1">
                <a:solidFill>
                  <a:srgbClr val="00734B"/>
                </a:solidFill>
                <a:latin typeface="Arial"/>
                <a:ea typeface="Arial"/>
                <a:cs typeface="Arial"/>
              </a:defRPr>
            </a:pPr>
            <a:r>
              <a:rPr sz="3375" b="1">
                <a:solidFill>
                  <a:srgbClr val="00734B"/>
                </a:solidFill>
                <a:latin typeface="Arial"/>
                <a:ea typeface="Arial"/>
                <a:cs typeface="Arial"/>
              </a:rPr>
              <a:t>45.159</a:t>
            </a:r>
          </a:p>
        </p:txBody>
      </p:sp>
      <p:sp>
        <p:nvSpPr>
          <p:cNvPr id="14" name="text-24">
            <a:extLst xmlns:a="http://schemas.openxmlformats.org/drawingml/2006/main">
              <a:ext uri="{FF2B5EF4-FFF2-40B4-BE49-F238E27FC236}">
                <a16:creationId xmlns:a16="http://schemas.microsoft.com/office/drawing/2014/main" id="{C0631A4D-DDBB-4CE5-9A0D-DDF514C8F393}"/>
              </a:ext>
            </a:extLst>
          </p:cNvPr>
          <p:cNvSpPr>
            <a:spLocks xmlns:a="http://schemas.openxmlformats.org/drawingml/2006/main" noGrp="1"/>
          </p:cNvSpPr>
          <p:nvPr/>
        </p:nvSpPr>
        <p:spPr>
          <a:xfrm xmlns:a="http://schemas.openxmlformats.org/drawingml/2006/main">
            <a:off x="7429500" y="5086350"/>
            <a:ext cx="39909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0">
                <a:solidFill>
                  <a:srgbClr val="53675A"/>
                </a:solidFill>
                <a:latin typeface="Arial"/>
                <a:ea typeface="Arial"/>
                <a:cs typeface="Arial"/>
              </a:defRPr>
            </a:defPPr>
            <a:lvl1pPr>
              <a:defRPr sz="1875" b="0">
                <a:solidFill>
                  <a:srgbClr val="53675A"/>
                </a:solidFill>
                <a:latin typeface="Arial"/>
                <a:ea typeface="Arial"/>
                <a:cs typeface="Arial"/>
              </a:defRPr>
            </a:lvl1pPr>
            <a:lvl2pPr>
              <a:defRPr sz="1875" b="0">
                <a:solidFill>
                  <a:srgbClr val="53675A"/>
                </a:solidFill>
                <a:latin typeface="Arial"/>
                <a:ea typeface="Arial"/>
                <a:cs typeface="Arial"/>
              </a:defRPr>
            </a:lvl2pPr>
            <a:lvl3pPr>
              <a:defRPr sz="1875" b="0">
                <a:solidFill>
                  <a:srgbClr val="53675A"/>
                </a:solidFill>
                <a:latin typeface="Arial"/>
                <a:ea typeface="Arial"/>
                <a:cs typeface="Arial"/>
              </a:defRPr>
            </a:lvl3pPr>
            <a:lvl4pPr>
              <a:defRPr sz="1875" b="0">
                <a:solidFill>
                  <a:srgbClr val="53675A"/>
                </a:solidFill>
                <a:latin typeface="Arial"/>
                <a:ea typeface="Arial"/>
                <a:cs typeface="Arial"/>
              </a:defRPr>
            </a:lvl4pPr>
            <a:lvl5pPr>
              <a:defRPr sz="1875" b="0">
                <a:solidFill>
                  <a:srgbClr val="53675A"/>
                </a:solidFill>
                <a:latin typeface="Arial"/>
                <a:ea typeface="Arial"/>
                <a:cs typeface="Arial"/>
              </a:defRPr>
            </a:lvl5pPr>
            <a:lvl6pPr>
              <a:defRPr sz="1875" b="0">
                <a:solidFill>
                  <a:srgbClr val="53675A"/>
                </a:solidFill>
                <a:latin typeface="Arial"/>
                <a:ea typeface="Arial"/>
                <a:cs typeface="Arial"/>
              </a:defRPr>
            </a:lvl6pPr>
            <a:lvl7pPr>
              <a:defRPr sz="1875" b="0">
                <a:solidFill>
                  <a:srgbClr val="53675A"/>
                </a:solidFill>
                <a:latin typeface="Arial"/>
                <a:ea typeface="Arial"/>
                <a:cs typeface="Arial"/>
              </a:defRPr>
            </a:lvl7pPr>
            <a:lvl8pPr>
              <a:defRPr sz="1875" b="0">
                <a:solidFill>
                  <a:srgbClr val="53675A"/>
                </a:solidFill>
                <a:latin typeface="Arial"/>
                <a:ea typeface="Arial"/>
                <a:cs typeface="Arial"/>
              </a:defRPr>
            </a:lvl8pPr>
            <a:lvl9pPr>
              <a:defRPr sz="1875" b="0">
                <a:solidFill>
                  <a:srgbClr val="53675A"/>
                </a:solidFill>
                <a:latin typeface="Arial"/>
                <a:ea typeface="Arial"/>
                <a:cs typeface="Arial"/>
              </a:defRPr>
            </a:lvl9pPr>
          </a:lstStyle>
          <a:p xmlns:a="http://schemas.openxmlformats.org/drawingml/2006/main">
            <a:pPr>
              <a:defRPr sz="1875" b="0">
                <a:solidFill>
                  <a:srgbClr val="53675A"/>
                </a:solidFill>
                <a:latin typeface="Arial"/>
                <a:ea typeface="Arial"/>
                <a:cs typeface="Arial"/>
              </a:defRPr>
            </a:pPr>
            <a:r>
              <a:rPr sz="1875" b="0">
                <a:solidFill>
                  <a:srgbClr val="53675A"/>
                </a:solidFill>
                <a:latin typeface="Arial"/>
                <a:ea typeface="Arial"/>
                <a:cs typeface="Arial"/>
              </a:rPr>
              <a:t>fără informații de înălțime</a:t>
            </a:r>
          </a:p>
        </p:txBody>
      </p:sp>
      <p:sp>
        <p:nvSpPr>
          <p:cNvPr id="15" name="text-25">
            <a:extLst xmlns:a="http://schemas.openxmlformats.org/drawingml/2006/main">
              <a:ext uri="{FF2B5EF4-FFF2-40B4-BE49-F238E27FC236}">
                <a16:creationId xmlns:a16="http://schemas.microsoft.com/office/drawing/2014/main" id="{8717846F-880F-4567-AD92-2943D7B487FE}"/>
              </a:ext>
            </a:extLst>
          </p:cNvPr>
          <p:cNvSpPr>
            <a:spLocks xmlns:a="http://schemas.openxmlformats.org/drawingml/2006/main" noGrp="1"/>
          </p:cNvSpPr>
          <p:nvPr/>
        </p:nvSpPr>
        <p:spPr>
          <a:xfrm xmlns:a="http://schemas.openxmlformats.org/drawingml/2006/main">
            <a:off x="647700" y="6400800"/>
            <a:ext cx="10267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125" b="0">
                <a:solidFill>
                  <a:srgbClr val="53675A"/>
                </a:solidFill>
                <a:latin typeface="Arial"/>
                <a:ea typeface="Arial"/>
                <a:cs typeface="Arial"/>
              </a:defRPr>
            </a:defPPr>
            <a:lvl1pPr>
              <a:defRPr sz="1125" b="0">
                <a:solidFill>
                  <a:srgbClr val="53675A"/>
                </a:solidFill>
                <a:latin typeface="Arial"/>
                <a:ea typeface="Arial"/>
                <a:cs typeface="Arial"/>
              </a:defRPr>
            </a:lvl1pPr>
            <a:lvl2pPr>
              <a:defRPr sz="1125" b="0">
                <a:solidFill>
                  <a:srgbClr val="53675A"/>
                </a:solidFill>
                <a:latin typeface="Arial"/>
                <a:ea typeface="Arial"/>
                <a:cs typeface="Arial"/>
              </a:defRPr>
            </a:lvl2pPr>
            <a:lvl3pPr>
              <a:defRPr sz="1125" b="0">
                <a:solidFill>
                  <a:srgbClr val="53675A"/>
                </a:solidFill>
                <a:latin typeface="Arial"/>
                <a:ea typeface="Arial"/>
                <a:cs typeface="Arial"/>
              </a:defRPr>
            </a:lvl3pPr>
            <a:lvl4pPr>
              <a:defRPr sz="1125" b="0">
                <a:solidFill>
                  <a:srgbClr val="53675A"/>
                </a:solidFill>
                <a:latin typeface="Arial"/>
                <a:ea typeface="Arial"/>
                <a:cs typeface="Arial"/>
              </a:defRPr>
            </a:lvl4pPr>
            <a:lvl5pPr>
              <a:defRPr sz="1125" b="0">
                <a:solidFill>
                  <a:srgbClr val="53675A"/>
                </a:solidFill>
                <a:latin typeface="Arial"/>
                <a:ea typeface="Arial"/>
                <a:cs typeface="Arial"/>
              </a:defRPr>
            </a:lvl5pPr>
            <a:lvl6pPr>
              <a:defRPr sz="1125" b="0">
                <a:solidFill>
                  <a:srgbClr val="53675A"/>
                </a:solidFill>
                <a:latin typeface="Arial"/>
                <a:ea typeface="Arial"/>
                <a:cs typeface="Arial"/>
              </a:defRPr>
            </a:lvl6pPr>
            <a:lvl7pPr>
              <a:defRPr sz="1125" b="0">
                <a:solidFill>
                  <a:srgbClr val="53675A"/>
                </a:solidFill>
                <a:latin typeface="Arial"/>
                <a:ea typeface="Arial"/>
                <a:cs typeface="Arial"/>
              </a:defRPr>
            </a:lvl7pPr>
            <a:lvl8pPr>
              <a:defRPr sz="1125" b="0">
                <a:solidFill>
                  <a:srgbClr val="53675A"/>
                </a:solidFill>
                <a:latin typeface="Arial"/>
                <a:ea typeface="Arial"/>
                <a:cs typeface="Arial"/>
              </a:defRPr>
            </a:lvl8pPr>
            <a:lvl9pPr>
              <a:defRPr sz="1125" b="0">
                <a:solidFill>
                  <a:srgbClr val="53675A"/>
                </a:solidFill>
                <a:latin typeface="Arial"/>
                <a:ea typeface="Arial"/>
                <a:cs typeface="Arial"/>
              </a:defRPr>
            </a:lvl9pPr>
          </a:lstStyle>
          <a:p xmlns:a="http://schemas.openxmlformats.org/drawingml/2006/main">
            <a:pPr>
              <a:defRPr sz="1125" b="0">
                <a:solidFill>
                  <a:srgbClr val="53675A"/>
                </a:solidFill>
                <a:latin typeface="Arial"/>
                <a:ea typeface="Arial"/>
                <a:cs typeface="Arial"/>
              </a:defRPr>
            </a:pPr>
            <a:r>
              <a:rPr sz="1125" b="0">
                <a:solidFill>
                  <a:srgbClr val="53675A"/>
                </a:solidFill>
                <a:latin typeface="Arial"/>
                <a:ea typeface="Arial"/>
                <a:cs typeface="Arial"/>
              </a:rPr>
              <a:t>Constanța, Mamaia și Palazu Mare. 85 de contururi ridicate sau de acoperiș rămân în afara categoriilor de mai sus.</a:t>
            </a:r>
          </a:p>
        </p:txBody>
      </p:sp>
    </p:spTree>
    <p:extLst>
      <p:ext uri="{BB962C8B-B14F-4D97-AF65-F5344CB8AC3E}">
        <p14:creationId xmlns:p14="http://schemas.microsoft.com/office/powerpoint/2010/main" val="93113503"/>
      </p:ext>
    </p:extLst>
  </p:cSld>
</p:sld>
</file>

<file path=ppt/slides/slide3.xml><?xml version="1.0" encoding="utf-8"?>
<p:sld xmlns:p="http://schemas.openxmlformats.org/presentationml/2006/main">
  <p:cSld>
    <p:bg>
      <p:bgPr>
        <a:solidFill xmlns:a="http://schemas.openxmlformats.org/drawingml/2006/main">
          <a:srgbClr val="FAF8F1"/>
        </a:solidFill>
      </p:bgPr>
    </p:bg>
    <p:spTree>
      <p:nvGrpSpPr>
        <p:cNvPr id="1" name=""/>
        <p:cNvGrpSpPr/>
        <p:nvPr/>
      </p:nvGrpSpPr>
      <p:grpSpPr>
        <a:xfrm xmlns:a="http://schemas.openxmlformats.org/drawingml/2006/main"/>
      </p:grpSpPr>
      <p:sp>
        <p:nvSpPr>
          <p:cNvPr id="29" name="text-26">
            <a:extLst xmlns:a="http://schemas.openxmlformats.org/drawingml/2006/main">
              <a:ext uri="{FF2B5EF4-FFF2-40B4-BE49-F238E27FC236}">
                <a16:creationId xmlns:a16="http://schemas.microsoft.com/office/drawing/2014/main" id="{C5C889DB-6520-46ED-BA2E-D1AA17C0F461}"/>
              </a:ext>
            </a:extLst>
          </p:cNvPr>
          <p:cNvSpPr>
            <a:spLocks xmlns:a="http://schemas.openxmlformats.org/drawingml/2006/main" noGrp="1"/>
          </p:cNvSpPr>
          <p:nvPr/>
        </p:nvSpPr>
        <p:spPr>
          <a:xfrm xmlns:a="http://schemas.openxmlformats.org/drawingml/2006/main">
            <a:off x="609600" y="5143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4125" b="1">
                <a:solidFill>
                  <a:srgbClr val="183427"/>
                </a:solidFill>
                <a:latin typeface="Arial"/>
                <a:ea typeface="Arial"/>
                <a:cs typeface="Arial"/>
              </a:defRPr>
            </a:defPPr>
            <a:lvl1pPr>
              <a:defRPr sz="4125" b="1">
                <a:solidFill>
                  <a:srgbClr val="183427"/>
                </a:solidFill>
                <a:latin typeface="Arial"/>
                <a:ea typeface="Arial"/>
                <a:cs typeface="Arial"/>
              </a:defRPr>
            </a:lvl1pPr>
            <a:lvl2pPr>
              <a:defRPr sz="4125" b="1">
                <a:solidFill>
                  <a:srgbClr val="183427"/>
                </a:solidFill>
                <a:latin typeface="Arial"/>
                <a:ea typeface="Arial"/>
                <a:cs typeface="Arial"/>
              </a:defRPr>
            </a:lvl2pPr>
            <a:lvl3pPr>
              <a:defRPr sz="4125" b="1">
                <a:solidFill>
                  <a:srgbClr val="183427"/>
                </a:solidFill>
                <a:latin typeface="Arial"/>
                <a:ea typeface="Arial"/>
                <a:cs typeface="Arial"/>
              </a:defRPr>
            </a:lvl3pPr>
            <a:lvl4pPr>
              <a:defRPr sz="4125" b="1">
                <a:solidFill>
                  <a:srgbClr val="183427"/>
                </a:solidFill>
                <a:latin typeface="Arial"/>
                <a:ea typeface="Arial"/>
                <a:cs typeface="Arial"/>
              </a:defRPr>
            </a:lvl4pPr>
            <a:lvl5pPr>
              <a:defRPr sz="4125" b="1">
                <a:solidFill>
                  <a:srgbClr val="183427"/>
                </a:solidFill>
                <a:latin typeface="Arial"/>
                <a:ea typeface="Arial"/>
                <a:cs typeface="Arial"/>
              </a:defRPr>
            </a:lvl5pPr>
            <a:lvl6pPr>
              <a:defRPr sz="4125" b="1">
                <a:solidFill>
                  <a:srgbClr val="183427"/>
                </a:solidFill>
                <a:latin typeface="Arial"/>
                <a:ea typeface="Arial"/>
                <a:cs typeface="Arial"/>
              </a:defRPr>
            </a:lvl6pPr>
            <a:lvl7pPr>
              <a:defRPr sz="4125" b="1">
                <a:solidFill>
                  <a:srgbClr val="183427"/>
                </a:solidFill>
                <a:latin typeface="Arial"/>
                <a:ea typeface="Arial"/>
                <a:cs typeface="Arial"/>
              </a:defRPr>
            </a:lvl7pPr>
            <a:lvl8pPr>
              <a:defRPr sz="4125" b="1">
                <a:solidFill>
                  <a:srgbClr val="183427"/>
                </a:solidFill>
                <a:latin typeface="Arial"/>
                <a:ea typeface="Arial"/>
                <a:cs typeface="Arial"/>
              </a:defRPr>
            </a:lvl8pPr>
            <a:lvl9pPr>
              <a:defRPr sz="4125" b="1">
                <a:solidFill>
                  <a:srgbClr val="183427"/>
                </a:solidFill>
                <a:latin typeface="Arial"/>
                <a:ea typeface="Arial"/>
                <a:cs typeface="Arial"/>
              </a:defRPr>
            </a:lvl9pPr>
          </a:lstStyle>
          <a:p xmlns:a="http://schemas.openxmlformats.org/drawingml/2006/main">
            <a:pPr>
              <a:defRPr sz="4125" b="1">
                <a:solidFill>
                  <a:srgbClr val="183427"/>
                </a:solidFill>
                <a:latin typeface="Arial"/>
                <a:ea typeface="Arial"/>
                <a:cs typeface="Arial"/>
              </a:defRPr>
            </a:pPr>
            <a:r>
              <a:rPr sz="4125" b="1">
                <a:solidFill>
                  <a:srgbClr val="183427"/>
                </a:solidFill>
                <a:latin typeface="Arial"/>
                <a:ea typeface="Arial"/>
                <a:cs typeface="Arial"/>
              </a:rPr>
              <a:t>Comparația cu datele globale</a:t>
            </a:r>
          </a:p>
        </p:txBody>
      </p:sp>
      <p:sp>
        <p:nvSpPr>
          <p:cNvPr id="2" name="text-27">
            <a:extLst xmlns:a="http://schemas.openxmlformats.org/drawingml/2006/main">
              <a:ext uri="{FF2B5EF4-FFF2-40B4-BE49-F238E27FC236}">
                <a16:creationId xmlns:a16="http://schemas.microsoft.com/office/drawing/2014/main" id="{88B8F559-750C-4E91-8E08-882BFE180A43}"/>
              </a:ext>
            </a:extLst>
          </p:cNvPr>
          <p:cNvSpPr>
            <a:spLocks xmlns:a="http://schemas.openxmlformats.org/drawingml/2006/main" noGrp="1"/>
          </p:cNvSpPr>
          <p:nvPr/>
        </p:nvSpPr>
        <p:spPr>
          <a:xfrm xmlns:a="http://schemas.openxmlformats.org/drawingml/2006/main">
            <a:off x="11249025" y="63817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75" b="0">
                <a:solidFill>
                  <a:srgbClr val="53675A"/>
                </a:solidFill>
                <a:latin typeface="Arial"/>
                <a:ea typeface="Arial"/>
                <a:cs typeface="Arial"/>
              </a:defRPr>
            </a:defPPr>
            <a:lvl1pPr>
              <a:defRPr sz="1275" b="0">
                <a:solidFill>
                  <a:srgbClr val="53675A"/>
                </a:solidFill>
                <a:latin typeface="Arial"/>
                <a:ea typeface="Arial"/>
                <a:cs typeface="Arial"/>
              </a:defRPr>
            </a:lvl1pPr>
            <a:lvl2pPr>
              <a:defRPr sz="1275" b="0">
                <a:solidFill>
                  <a:srgbClr val="53675A"/>
                </a:solidFill>
                <a:latin typeface="Arial"/>
                <a:ea typeface="Arial"/>
                <a:cs typeface="Arial"/>
              </a:defRPr>
            </a:lvl2pPr>
            <a:lvl3pPr>
              <a:defRPr sz="1275" b="0">
                <a:solidFill>
                  <a:srgbClr val="53675A"/>
                </a:solidFill>
                <a:latin typeface="Arial"/>
                <a:ea typeface="Arial"/>
                <a:cs typeface="Arial"/>
              </a:defRPr>
            </a:lvl3pPr>
            <a:lvl4pPr>
              <a:defRPr sz="1275" b="0">
                <a:solidFill>
                  <a:srgbClr val="53675A"/>
                </a:solidFill>
                <a:latin typeface="Arial"/>
                <a:ea typeface="Arial"/>
                <a:cs typeface="Arial"/>
              </a:defRPr>
            </a:lvl4pPr>
            <a:lvl5pPr>
              <a:defRPr sz="1275" b="0">
                <a:solidFill>
                  <a:srgbClr val="53675A"/>
                </a:solidFill>
                <a:latin typeface="Arial"/>
                <a:ea typeface="Arial"/>
                <a:cs typeface="Arial"/>
              </a:defRPr>
            </a:lvl5pPr>
            <a:lvl6pPr>
              <a:defRPr sz="1275" b="0">
                <a:solidFill>
                  <a:srgbClr val="53675A"/>
                </a:solidFill>
                <a:latin typeface="Arial"/>
                <a:ea typeface="Arial"/>
                <a:cs typeface="Arial"/>
              </a:defRPr>
            </a:lvl6pPr>
            <a:lvl7pPr>
              <a:defRPr sz="1275" b="0">
                <a:solidFill>
                  <a:srgbClr val="53675A"/>
                </a:solidFill>
                <a:latin typeface="Arial"/>
                <a:ea typeface="Arial"/>
                <a:cs typeface="Arial"/>
              </a:defRPr>
            </a:lvl7pPr>
            <a:lvl8pPr>
              <a:defRPr sz="1275" b="0">
                <a:solidFill>
                  <a:srgbClr val="53675A"/>
                </a:solidFill>
                <a:latin typeface="Arial"/>
                <a:ea typeface="Arial"/>
                <a:cs typeface="Arial"/>
              </a:defRPr>
            </a:lvl8pPr>
            <a:lvl9pPr>
              <a:defRPr sz="1275" b="0">
                <a:solidFill>
                  <a:srgbClr val="53675A"/>
                </a:solidFill>
                <a:latin typeface="Arial"/>
                <a:ea typeface="Arial"/>
                <a:cs typeface="Arial"/>
              </a:defRPr>
            </a:lvl9pPr>
          </a:lstStyle>
          <a:p xmlns:a="http://schemas.openxmlformats.org/drawingml/2006/main">
            <a:pPr>
              <a:defRPr sz="1275" b="0">
                <a:solidFill>
                  <a:srgbClr val="53675A"/>
                </a:solidFill>
                <a:latin typeface="Arial"/>
                <a:ea typeface="Arial"/>
                <a:cs typeface="Arial"/>
              </a:defRPr>
            </a:pPr>
            <a:r>
              <a:rPr sz="1275" b="0">
                <a:solidFill>
                  <a:srgbClr val="53675A"/>
                </a:solidFill>
                <a:latin typeface="Arial"/>
                <a:ea typeface="Arial"/>
                <a:cs typeface="Arial"/>
              </a:rPr>
              <a:t>03</a:t>
            </a:r>
          </a:p>
        </p:txBody>
      </p:sp>
      <p:sp>
        <p:nvSpPr>
          <p:cNvPr id="3" name="text-28">
            <a:extLst xmlns:a="http://schemas.openxmlformats.org/drawingml/2006/main">
              <a:ext uri="{FF2B5EF4-FFF2-40B4-BE49-F238E27FC236}">
                <a16:creationId xmlns:a16="http://schemas.microsoft.com/office/drawing/2014/main" id="{5DEC2411-FC49-46E6-923E-6543CFE8C674}"/>
              </a:ext>
            </a:extLst>
          </p:cNvPr>
          <p:cNvSpPr>
            <a:spLocks xmlns:a="http://schemas.openxmlformats.org/drawingml/2006/main" noGrp="1"/>
          </p:cNvSpPr>
          <p:nvPr/>
        </p:nvSpPr>
        <p:spPr>
          <a:xfrm xmlns:a="http://schemas.openxmlformats.org/drawingml/2006/main">
            <a:off x="638175" y="150495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75" b="0">
                <a:solidFill>
                  <a:srgbClr val="53675A"/>
                </a:solidFill>
                <a:latin typeface="Arial"/>
                <a:ea typeface="Arial"/>
                <a:cs typeface="Arial"/>
              </a:defRPr>
            </a:defPPr>
            <a:lvl1pPr>
              <a:defRPr sz="2175" b="0">
                <a:solidFill>
                  <a:srgbClr val="53675A"/>
                </a:solidFill>
                <a:latin typeface="Arial"/>
                <a:ea typeface="Arial"/>
                <a:cs typeface="Arial"/>
              </a:defRPr>
            </a:lvl1pPr>
            <a:lvl2pPr>
              <a:defRPr sz="2175" b="0">
                <a:solidFill>
                  <a:srgbClr val="53675A"/>
                </a:solidFill>
                <a:latin typeface="Arial"/>
                <a:ea typeface="Arial"/>
                <a:cs typeface="Arial"/>
              </a:defRPr>
            </a:lvl2pPr>
            <a:lvl3pPr>
              <a:defRPr sz="2175" b="0">
                <a:solidFill>
                  <a:srgbClr val="53675A"/>
                </a:solidFill>
                <a:latin typeface="Arial"/>
                <a:ea typeface="Arial"/>
                <a:cs typeface="Arial"/>
              </a:defRPr>
            </a:lvl3pPr>
            <a:lvl4pPr>
              <a:defRPr sz="2175" b="0">
                <a:solidFill>
                  <a:srgbClr val="53675A"/>
                </a:solidFill>
                <a:latin typeface="Arial"/>
                <a:ea typeface="Arial"/>
                <a:cs typeface="Arial"/>
              </a:defRPr>
            </a:lvl4pPr>
            <a:lvl5pPr>
              <a:defRPr sz="2175" b="0">
                <a:solidFill>
                  <a:srgbClr val="53675A"/>
                </a:solidFill>
                <a:latin typeface="Arial"/>
                <a:ea typeface="Arial"/>
                <a:cs typeface="Arial"/>
              </a:defRPr>
            </a:lvl5pPr>
            <a:lvl6pPr>
              <a:defRPr sz="2175" b="0">
                <a:solidFill>
                  <a:srgbClr val="53675A"/>
                </a:solidFill>
                <a:latin typeface="Arial"/>
                <a:ea typeface="Arial"/>
                <a:cs typeface="Arial"/>
              </a:defRPr>
            </a:lvl6pPr>
            <a:lvl7pPr>
              <a:defRPr sz="2175" b="0">
                <a:solidFill>
                  <a:srgbClr val="53675A"/>
                </a:solidFill>
                <a:latin typeface="Arial"/>
                <a:ea typeface="Arial"/>
                <a:cs typeface="Arial"/>
              </a:defRPr>
            </a:lvl7pPr>
            <a:lvl8pPr>
              <a:defRPr sz="2175" b="0">
                <a:solidFill>
                  <a:srgbClr val="53675A"/>
                </a:solidFill>
                <a:latin typeface="Arial"/>
                <a:ea typeface="Arial"/>
                <a:cs typeface="Arial"/>
              </a:defRPr>
            </a:lvl8pPr>
            <a:lvl9pPr>
              <a:defRPr sz="2175" b="0">
                <a:solidFill>
                  <a:srgbClr val="53675A"/>
                </a:solidFill>
                <a:latin typeface="Arial"/>
                <a:ea typeface="Arial"/>
                <a:cs typeface="Arial"/>
              </a:defRPr>
            </a:lvl9pPr>
          </a:lstStyle>
          <a:p xmlns:a="http://schemas.openxmlformats.org/drawingml/2006/main">
            <a:pPr>
              <a:defRPr sz="2175" b="0">
                <a:solidFill>
                  <a:srgbClr val="53675A"/>
                </a:solidFill>
                <a:latin typeface="Arial"/>
                <a:ea typeface="Arial"/>
                <a:cs typeface="Arial"/>
              </a:defRPr>
            </a:pPr>
            <a:r>
              <a:rPr sz="2175" b="0">
                <a:solidFill>
                  <a:srgbClr val="53675A"/>
                </a:solidFill>
                <a:latin typeface="Arial"/>
                <a:ea typeface="Arial"/>
                <a:cs typeface="Arial"/>
              </a:rPr>
              <a:t>GlobalBuildingAtlas (GBA) față de înălțimile etichetate în OSM</a:t>
            </a:r>
          </a:p>
        </p:txBody>
      </p:sp>
      <p:sp>
        <p:nvSpPr>
          <p:cNvPr id="4" name="shape-29">
            <a:extLst xmlns:a="http://schemas.openxmlformats.org/drawingml/2006/main">
              <a:ext uri="{FF2B5EF4-FFF2-40B4-BE49-F238E27FC236}">
                <a16:creationId xmlns:a16="http://schemas.microsoft.com/office/drawing/2014/main" id="{E5BABC11-837F-4785-8715-8E8B781E9AC3}"/>
              </a:ext>
            </a:extLst>
          </p:cNvPr>
          <p:cNvSpPr>
            <a:spLocks xmlns:a="http://schemas.openxmlformats.org/drawingml/2006/main" noGrp="1"/>
          </p:cNvSpPr>
          <p:nvPr/>
        </p:nvSpPr>
        <p:spPr>
          <a:xfrm xmlns:a="http://schemas.openxmlformats.org/drawingml/2006/main" rot="0">
            <a:off x="10287000" y="2352675"/>
            <a:ext cx="9525" cy="3000375"/>
          </a:xfrm>
          <a:prstGeom xmlns:a="http://schemas.openxmlformats.org/drawingml/2006/main" prst="rect">
            <a:avLst/>
          </a:prstGeom>
          <a:solidFill xmlns:a="http://schemas.openxmlformats.org/drawingml/2006/main">
            <a:srgbClr val="CFD9CA"/>
          </a:solidFill>
          <a:ln xmlns:a="http://schemas.openxmlformats.org/drawingml/2006/main" w="0">
            <a:noFill/>
            <a:prstDash val="solid"/>
          </a:ln>
        </p:spPr>
      </p:sp>
      <p:sp>
        <p:nvSpPr>
          <p:cNvPr id="5" name="text-30">
            <a:extLst xmlns:a="http://schemas.openxmlformats.org/drawingml/2006/main">
              <a:ext uri="{FF2B5EF4-FFF2-40B4-BE49-F238E27FC236}">
                <a16:creationId xmlns:a16="http://schemas.microsoft.com/office/drawing/2014/main" id="{EE493CB0-DC07-41DB-A76C-27DF9E15994F}"/>
              </a:ext>
            </a:extLst>
          </p:cNvPr>
          <p:cNvSpPr>
            <a:spLocks xmlns:a="http://schemas.openxmlformats.org/drawingml/2006/main" noGrp="1"/>
          </p:cNvSpPr>
          <p:nvPr/>
        </p:nvSpPr>
        <p:spPr>
          <a:xfrm xmlns:a="http://schemas.openxmlformats.org/drawingml/2006/main">
            <a:off x="10077450" y="55149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575" b="0">
                <a:solidFill>
                  <a:srgbClr val="53675A"/>
                </a:solidFill>
                <a:latin typeface="Arial"/>
                <a:ea typeface="Arial"/>
                <a:cs typeface="Arial"/>
              </a:defRPr>
            </a:defPPr>
            <a:lvl1pPr>
              <a:defRPr sz="1575" b="0">
                <a:solidFill>
                  <a:srgbClr val="53675A"/>
                </a:solidFill>
                <a:latin typeface="Arial"/>
                <a:ea typeface="Arial"/>
                <a:cs typeface="Arial"/>
              </a:defRPr>
            </a:lvl1pPr>
            <a:lvl2pPr>
              <a:defRPr sz="1575" b="0">
                <a:solidFill>
                  <a:srgbClr val="53675A"/>
                </a:solidFill>
                <a:latin typeface="Arial"/>
                <a:ea typeface="Arial"/>
                <a:cs typeface="Arial"/>
              </a:defRPr>
            </a:lvl2pPr>
            <a:lvl3pPr>
              <a:defRPr sz="1575" b="0">
                <a:solidFill>
                  <a:srgbClr val="53675A"/>
                </a:solidFill>
                <a:latin typeface="Arial"/>
                <a:ea typeface="Arial"/>
                <a:cs typeface="Arial"/>
              </a:defRPr>
            </a:lvl3pPr>
            <a:lvl4pPr>
              <a:defRPr sz="1575" b="0">
                <a:solidFill>
                  <a:srgbClr val="53675A"/>
                </a:solidFill>
                <a:latin typeface="Arial"/>
                <a:ea typeface="Arial"/>
                <a:cs typeface="Arial"/>
              </a:defRPr>
            </a:lvl4pPr>
            <a:lvl5pPr>
              <a:defRPr sz="1575" b="0">
                <a:solidFill>
                  <a:srgbClr val="53675A"/>
                </a:solidFill>
                <a:latin typeface="Arial"/>
                <a:ea typeface="Arial"/>
                <a:cs typeface="Arial"/>
              </a:defRPr>
            </a:lvl5pPr>
            <a:lvl6pPr>
              <a:defRPr sz="1575" b="0">
                <a:solidFill>
                  <a:srgbClr val="53675A"/>
                </a:solidFill>
                <a:latin typeface="Arial"/>
                <a:ea typeface="Arial"/>
                <a:cs typeface="Arial"/>
              </a:defRPr>
            </a:lvl6pPr>
            <a:lvl7pPr>
              <a:defRPr sz="1575" b="0">
                <a:solidFill>
                  <a:srgbClr val="53675A"/>
                </a:solidFill>
                <a:latin typeface="Arial"/>
                <a:ea typeface="Arial"/>
                <a:cs typeface="Arial"/>
              </a:defRPr>
            </a:lvl7pPr>
            <a:lvl8pPr>
              <a:defRPr sz="1575" b="0">
                <a:solidFill>
                  <a:srgbClr val="53675A"/>
                </a:solidFill>
                <a:latin typeface="Arial"/>
                <a:ea typeface="Arial"/>
                <a:cs typeface="Arial"/>
              </a:defRPr>
            </a:lvl8pPr>
            <a:lvl9pPr>
              <a:defRPr sz="1575" b="0">
                <a:solidFill>
                  <a:srgbClr val="53675A"/>
                </a:solidFill>
                <a:latin typeface="Arial"/>
                <a:ea typeface="Arial"/>
                <a:cs typeface="Arial"/>
              </a:defRPr>
            </a:lvl9pPr>
          </a:lstStyle>
          <a:p xmlns:a="http://schemas.openxmlformats.org/drawingml/2006/main">
            <a:pPr>
              <a:defRPr sz="1575" b="0">
                <a:solidFill>
                  <a:srgbClr val="53675A"/>
                </a:solidFill>
                <a:latin typeface="Arial"/>
                <a:ea typeface="Arial"/>
                <a:cs typeface="Arial"/>
              </a:defRPr>
            </a:pPr>
            <a:r>
              <a:rPr sz="1575" b="0">
                <a:solidFill>
                  <a:srgbClr val="53675A"/>
                </a:solidFill>
                <a:latin typeface="Arial"/>
                <a:ea typeface="Arial"/>
                <a:cs typeface="Arial"/>
              </a:rPr>
              <a:t>0</a:t>
            </a:r>
          </a:p>
        </p:txBody>
      </p:sp>
      <p:sp>
        <p:nvSpPr>
          <p:cNvPr id="6" name="shape-31">
            <a:extLst xmlns:a="http://schemas.openxmlformats.org/drawingml/2006/main">
              <a:ext uri="{FF2B5EF4-FFF2-40B4-BE49-F238E27FC236}">
                <a16:creationId xmlns:a16="http://schemas.microsoft.com/office/drawing/2014/main" id="{1617AA3D-B619-4E6B-966A-46D82249D46E}"/>
              </a:ext>
            </a:extLst>
          </p:cNvPr>
          <p:cNvSpPr>
            <a:spLocks xmlns:a="http://schemas.openxmlformats.org/drawingml/2006/main" noGrp="1"/>
          </p:cNvSpPr>
          <p:nvPr/>
        </p:nvSpPr>
        <p:spPr>
          <a:xfrm xmlns:a="http://schemas.openxmlformats.org/drawingml/2006/main" rot="0">
            <a:off x="8858250" y="2352675"/>
            <a:ext cx="9525" cy="3000375"/>
          </a:xfrm>
          <a:prstGeom xmlns:a="http://schemas.openxmlformats.org/drawingml/2006/main" prst="rect">
            <a:avLst/>
          </a:prstGeom>
          <a:solidFill xmlns:a="http://schemas.openxmlformats.org/drawingml/2006/main">
            <a:srgbClr val="CFD9CA"/>
          </a:solidFill>
          <a:ln xmlns:a="http://schemas.openxmlformats.org/drawingml/2006/main" w="0">
            <a:noFill/>
            <a:prstDash val="solid"/>
          </a:ln>
        </p:spPr>
      </p:sp>
      <p:sp>
        <p:nvSpPr>
          <p:cNvPr id="7" name="text-32">
            <a:extLst xmlns:a="http://schemas.openxmlformats.org/drawingml/2006/main">
              <a:ext uri="{FF2B5EF4-FFF2-40B4-BE49-F238E27FC236}">
                <a16:creationId xmlns:a16="http://schemas.microsoft.com/office/drawing/2014/main" id="{F1285912-0050-457A-98FA-3FC7C9676CEE}"/>
              </a:ext>
            </a:extLst>
          </p:cNvPr>
          <p:cNvSpPr>
            <a:spLocks xmlns:a="http://schemas.openxmlformats.org/drawingml/2006/main" noGrp="1"/>
          </p:cNvSpPr>
          <p:nvPr/>
        </p:nvSpPr>
        <p:spPr>
          <a:xfrm xmlns:a="http://schemas.openxmlformats.org/drawingml/2006/main">
            <a:off x="8648700" y="55149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575" b="0">
                <a:solidFill>
                  <a:srgbClr val="53675A"/>
                </a:solidFill>
                <a:latin typeface="Arial"/>
                <a:ea typeface="Arial"/>
                <a:cs typeface="Arial"/>
              </a:defRPr>
            </a:defPPr>
            <a:lvl1pPr>
              <a:defRPr sz="1575" b="0">
                <a:solidFill>
                  <a:srgbClr val="53675A"/>
                </a:solidFill>
                <a:latin typeface="Arial"/>
                <a:ea typeface="Arial"/>
                <a:cs typeface="Arial"/>
              </a:defRPr>
            </a:lvl1pPr>
            <a:lvl2pPr>
              <a:defRPr sz="1575" b="0">
                <a:solidFill>
                  <a:srgbClr val="53675A"/>
                </a:solidFill>
                <a:latin typeface="Arial"/>
                <a:ea typeface="Arial"/>
                <a:cs typeface="Arial"/>
              </a:defRPr>
            </a:lvl2pPr>
            <a:lvl3pPr>
              <a:defRPr sz="1575" b="0">
                <a:solidFill>
                  <a:srgbClr val="53675A"/>
                </a:solidFill>
                <a:latin typeface="Arial"/>
                <a:ea typeface="Arial"/>
                <a:cs typeface="Arial"/>
              </a:defRPr>
            </a:lvl3pPr>
            <a:lvl4pPr>
              <a:defRPr sz="1575" b="0">
                <a:solidFill>
                  <a:srgbClr val="53675A"/>
                </a:solidFill>
                <a:latin typeface="Arial"/>
                <a:ea typeface="Arial"/>
                <a:cs typeface="Arial"/>
              </a:defRPr>
            </a:lvl4pPr>
            <a:lvl5pPr>
              <a:defRPr sz="1575" b="0">
                <a:solidFill>
                  <a:srgbClr val="53675A"/>
                </a:solidFill>
                <a:latin typeface="Arial"/>
                <a:ea typeface="Arial"/>
                <a:cs typeface="Arial"/>
              </a:defRPr>
            </a:lvl5pPr>
            <a:lvl6pPr>
              <a:defRPr sz="1575" b="0">
                <a:solidFill>
                  <a:srgbClr val="53675A"/>
                </a:solidFill>
                <a:latin typeface="Arial"/>
                <a:ea typeface="Arial"/>
                <a:cs typeface="Arial"/>
              </a:defRPr>
            </a:lvl6pPr>
            <a:lvl7pPr>
              <a:defRPr sz="1575" b="0">
                <a:solidFill>
                  <a:srgbClr val="53675A"/>
                </a:solidFill>
                <a:latin typeface="Arial"/>
                <a:ea typeface="Arial"/>
                <a:cs typeface="Arial"/>
              </a:defRPr>
            </a:lvl7pPr>
            <a:lvl8pPr>
              <a:defRPr sz="1575" b="0">
                <a:solidFill>
                  <a:srgbClr val="53675A"/>
                </a:solidFill>
                <a:latin typeface="Arial"/>
                <a:ea typeface="Arial"/>
                <a:cs typeface="Arial"/>
              </a:defRPr>
            </a:lvl8pPr>
            <a:lvl9pPr>
              <a:defRPr sz="1575" b="0">
                <a:solidFill>
                  <a:srgbClr val="53675A"/>
                </a:solidFill>
                <a:latin typeface="Arial"/>
                <a:ea typeface="Arial"/>
                <a:cs typeface="Arial"/>
              </a:defRPr>
            </a:lvl9pPr>
          </a:lstStyle>
          <a:p xmlns:a="http://schemas.openxmlformats.org/drawingml/2006/main">
            <a:pPr>
              <a:defRPr sz="1575" b="0">
                <a:solidFill>
                  <a:srgbClr val="53675A"/>
                </a:solidFill>
                <a:latin typeface="Arial"/>
                <a:ea typeface="Arial"/>
                <a:cs typeface="Arial"/>
              </a:defRPr>
            </a:pPr>
            <a:r>
              <a:rPr sz="1575" b="0">
                <a:solidFill>
                  <a:srgbClr val="53675A"/>
                </a:solidFill>
                <a:latin typeface="Arial"/>
                <a:ea typeface="Arial"/>
                <a:cs typeface="Arial"/>
              </a:rPr>
              <a:t>−5</a:t>
            </a:r>
          </a:p>
        </p:txBody>
      </p:sp>
      <p:sp>
        <p:nvSpPr>
          <p:cNvPr id="8" name="shape-33">
            <a:extLst xmlns:a="http://schemas.openxmlformats.org/drawingml/2006/main">
              <a:ext uri="{FF2B5EF4-FFF2-40B4-BE49-F238E27FC236}">
                <a16:creationId xmlns:a16="http://schemas.microsoft.com/office/drawing/2014/main" id="{59EC6219-FAE5-4782-9933-7A21E128245D}"/>
              </a:ext>
            </a:extLst>
          </p:cNvPr>
          <p:cNvSpPr>
            <a:spLocks xmlns:a="http://schemas.openxmlformats.org/drawingml/2006/main" noGrp="1"/>
          </p:cNvSpPr>
          <p:nvPr/>
        </p:nvSpPr>
        <p:spPr>
          <a:xfrm xmlns:a="http://schemas.openxmlformats.org/drawingml/2006/main" rot="0">
            <a:off x="7429500" y="2352675"/>
            <a:ext cx="9525" cy="3000375"/>
          </a:xfrm>
          <a:prstGeom xmlns:a="http://schemas.openxmlformats.org/drawingml/2006/main" prst="rect">
            <a:avLst/>
          </a:prstGeom>
          <a:solidFill xmlns:a="http://schemas.openxmlformats.org/drawingml/2006/main">
            <a:srgbClr val="CFD9CA"/>
          </a:solidFill>
          <a:ln xmlns:a="http://schemas.openxmlformats.org/drawingml/2006/main" w="0">
            <a:noFill/>
            <a:prstDash val="solid"/>
          </a:ln>
        </p:spPr>
      </p:sp>
      <p:sp>
        <p:nvSpPr>
          <p:cNvPr id="9" name="text-34">
            <a:extLst xmlns:a="http://schemas.openxmlformats.org/drawingml/2006/main">
              <a:ext uri="{FF2B5EF4-FFF2-40B4-BE49-F238E27FC236}">
                <a16:creationId xmlns:a16="http://schemas.microsoft.com/office/drawing/2014/main" id="{AE3CB2E1-CBF8-4F80-8D10-12317885E13C}"/>
              </a:ext>
            </a:extLst>
          </p:cNvPr>
          <p:cNvSpPr>
            <a:spLocks xmlns:a="http://schemas.openxmlformats.org/drawingml/2006/main" noGrp="1"/>
          </p:cNvSpPr>
          <p:nvPr/>
        </p:nvSpPr>
        <p:spPr>
          <a:xfrm xmlns:a="http://schemas.openxmlformats.org/drawingml/2006/main">
            <a:off x="7219950" y="55149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575" b="0">
                <a:solidFill>
                  <a:srgbClr val="53675A"/>
                </a:solidFill>
                <a:latin typeface="Arial"/>
                <a:ea typeface="Arial"/>
                <a:cs typeface="Arial"/>
              </a:defRPr>
            </a:defPPr>
            <a:lvl1pPr>
              <a:defRPr sz="1575" b="0">
                <a:solidFill>
                  <a:srgbClr val="53675A"/>
                </a:solidFill>
                <a:latin typeface="Arial"/>
                <a:ea typeface="Arial"/>
                <a:cs typeface="Arial"/>
              </a:defRPr>
            </a:lvl1pPr>
            <a:lvl2pPr>
              <a:defRPr sz="1575" b="0">
                <a:solidFill>
                  <a:srgbClr val="53675A"/>
                </a:solidFill>
                <a:latin typeface="Arial"/>
                <a:ea typeface="Arial"/>
                <a:cs typeface="Arial"/>
              </a:defRPr>
            </a:lvl2pPr>
            <a:lvl3pPr>
              <a:defRPr sz="1575" b="0">
                <a:solidFill>
                  <a:srgbClr val="53675A"/>
                </a:solidFill>
                <a:latin typeface="Arial"/>
                <a:ea typeface="Arial"/>
                <a:cs typeface="Arial"/>
              </a:defRPr>
            </a:lvl3pPr>
            <a:lvl4pPr>
              <a:defRPr sz="1575" b="0">
                <a:solidFill>
                  <a:srgbClr val="53675A"/>
                </a:solidFill>
                <a:latin typeface="Arial"/>
                <a:ea typeface="Arial"/>
                <a:cs typeface="Arial"/>
              </a:defRPr>
            </a:lvl4pPr>
            <a:lvl5pPr>
              <a:defRPr sz="1575" b="0">
                <a:solidFill>
                  <a:srgbClr val="53675A"/>
                </a:solidFill>
                <a:latin typeface="Arial"/>
                <a:ea typeface="Arial"/>
                <a:cs typeface="Arial"/>
              </a:defRPr>
            </a:lvl5pPr>
            <a:lvl6pPr>
              <a:defRPr sz="1575" b="0">
                <a:solidFill>
                  <a:srgbClr val="53675A"/>
                </a:solidFill>
                <a:latin typeface="Arial"/>
                <a:ea typeface="Arial"/>
                <a:cs typeface="Arial"/>
              </a:defRPr>
            </a:lvl6pPr>
            <a:lvl7pPr>
              <a:defRPr sz="1575" b="0">
                <a:solidFill>
                  <a:srgbClr val="53675A"/>
                </a:solidFill>
                <a:latin typeface="Arial"/>
                <a:ea typeface="Arial"/>
                <a:cs typeface="Arial"/>
              </a:defRPr>
            </a:lvl7pPr>
            <a:lvl8pPr>
              <a:defRPr sz="1575" b="0">
                <a:solidFill>
                  <a:srgbClr val="53675A"/>
                </a:solidFill>
                <a:latin typeface="Arial"/>
                <a:ea typeface="Arial"/>
                <a:cs typeface="Arial"/>
              </a:defRPr>
            </a:lvl8pPr>
            <a:lvl9pPr>
              <a:defRPr sz="1575" b="0">
                <a:solidFill>
                  <a:srgbClr val="53675A"/>
                </a:solidFill>
                <a:latin typeface="Arial"/>
                <a:ea typeface="Arial"/>
                <a:cs typeface="Arial"/>
              </a:defRPr>
            </a:lvl9pPr>
          </a:lstStyle>
          <a:p xmlns:a="http://schemas.openxmlformats.org/drawingml/2006/main">
            <a:pPr>
              <a:defRPr sz="1575" b="0">
                <a:solidFill>
                  <a:srgbClr val="53675A"/>
                </a:solidFill>
                <a:latin typeface="Arial"/>
                <a:ea typeface="Arial"/>
                <a:cs typeface="Arial"/>
              </a:defRPr>
            </a:pPr>
            <a:r>
              <a:rPr sz="1575" b="0">
                <a:solidFill>
                  <a:srgbClr val="53675A"/>
                </a:solidFill>
                <a:latin typeface="Arial"/>
                <a:ea typeface="Arial"/>
                <a:cs typeface="Arial"/>
              </a:rPr>
              <a:t>−10</a:t>
            </a:r>
          </a:p>
        </p:txBody>
      </p:sp>
      <p:sp>
        <p:nvSpPr>
          <p:cNvPr id="10" name="shape-35">
            <a:extLst xmlns:a="http://schemas.openxmlformats.org/drawingml/2006/main">
              <a:ext uri="{FF2B5EF4-FFF2-40B4-BE49-F238E27FC236}">
                <a16:creationId xmlns:a16="http://schemas.microsoft.com/office/drawing/2014/main" id="{ADC317B8-32D6-44B5-BFA2-05EF4D68D477}"/>
              </a:ext>
            </a:extLst>
          </p:cNvPr>
          <p:cNvSpPr>
            <a:spLocks xmlns:a="http://schemas.openxmlformats.org/drawingml/2006/main" noGrp="1"/>
          </p:cNvSpPr>
          <p:nvPr/>
        </p:nvSpPr>
        <p:spPr>
          <a:xfrm xmlns:a="http://schemas.openxmlformats.org/drawingml/2006/main" rot="0">
            <a:off x="6000750" y="2352675"/>
            <a:ext cx="9525" cy="3000375"/>
          </a:xfrm>
          <a:prstGeom xmlns:a="http://schemas.openxmlformats.org/drawingml/2006/main" prst="rect">
            <a:avLst/>
          </a:prstGeom>
          <a:solidFill xmlns:a="http://schemas.openxmlformats.org/drawingml/2006/main">
            <a:srgbClr val="CFD9CA"/>
          </a:solidFill>
          <a:ln xmlns:a="http://schemas.openxmlformats.org/drawingml/2006/main" w="0">
            <a:noFill/>
            <a:prstDash val="solid"/>
          </a:ln>
        </p:spPr>
      </p:sp>
      <p:sp>
        <p:nvSpPr>
          <p:cNvPr id="11" name="text-36">
            <a:extLst xmlns:a="http://schemas.openxmlformats.org/drawingml/2006/main">
              <a:ext uri="{FF2B5EF4-FFF2-40B4-BE49-F238E27FC236}">
                <a16:creationId xmlns:a16="http://schemas.microsoft.com/office/drawing/2014/main" id="{86D30AC0-0B8B-49AF-BD6A-938B66533D8C}"/>
              </a:ext>
            </a:extLst>
          </p:cNvPr>
          <p:cNvSpPr>
            <a:spLocks xmlns:a="http://schemas.openxmlformats.org/drawingml/2006/main" noGrp="1"/>
          </p:cNvSpPr>
          <p:nvPr/>
        </p:nvSpPr>
        <p:spPr>
          <a:xfrm xmlns:a="http://schemas.openxmlformats.org/drawingml/2006/main">
            <a:off x="5791200" y="55149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575" b="0">
                <a:solidFill>
                  <a:srgbClr val="53675A"/>
                </a:solidFill>
                <a:latin typeface="Arial"/>
                <a:ea typeface="Arial"/>
                <a:cs typeface="Arial"/>
              </a:defRPr>
            </a:defPPr>
            <a:lvl1pPr>
              <a:defRPr sz="1575" b="0">
                <a:solidFill>
                  <a:srgbClr val="53675A"/>
                </a:solidFill>
                <a:latin typeface="Arial"/>
                <a:ea typeface="Arial"/>
                <a:cs typeface="Arial"/>
              </a:defRPr>
            </a:lvl1pPr>
            <a:lvl2pPr>
              <a:defRPr sz="1575" b="0">
                <a:solidFill>
                  <a:srgbClr val="53675A"/>
                </a:solidFill>
                <a:latin typeface="Arial"/>
                <a:ea typeface="Arial"/>
                <a:cs typeface="Arial"/>
              </a:defRPr>
            </a:lvl2pPr>
            <a:lvl3pPr>
              <a:defRPr sz="1575" b="0">
                <a:solidFill>
                  <a:srgbClr val="53675A"/>
                </a:solidFill>
                <a:latin typeface="Arial"/>
                <a:ea typeface="Arial"/>
                <a:cs typeface="Arial"/>
              </a:defRPr>
            </a:lvl3pPr>
            <a:lvl4pPr>
              <a:defRPr sz="1575" b="0">
                <a:solidFill>
                  <a:srgbClr val="53675A"/>
                </a:solidFill>
                <a:latin typeface="Arial"/>
                <a:ea typeface="Arial"/>
                <a:cs typeface="Arial"/>
              </a:defRPr>
            </a:lvl4pPr>
            <a:lvl5pPr>
              <a:defRPr sz="1575" b="0">
                <a:solidFill>
                  <a:srgbClr val="53675A"/>
                </a:solidFill>
                <a:latin typeface="Arial"/>
                <a:ea typeface="Arial"/>
                <a:cs typeface="Arial"/>
              </a:defRPr>
            </a:lvl5pPr>
            <a:lvl6pPr>
              <a:defRPr sz="1575" b="0">
                <a:solidFill>
                  <a:srgbClr val="53675A"/>
                </a:solidFill>
                <a:latin typeface="Arial"/>
                <a:ea typeface="Arial"/>
                <a:cs typeface="Arial"/>
              </a:defRPr>
            </a:lvl6pPr>
            <a:lvl7pPr>
              <a:defRPr sz="1575" b="0">
                <a:solidFill>
                  <a:srgbClr val="53675A"/>
                </a:solidFill>
                <a:latin typeface="Arial"/>
                <a:ea typeface="Arial"/>
                <a:cs typeface="Arial"/>
              </a:defRPr>
            </a:lvl7pPr>
            <a:lvl8pPr>
              <a:defRPr sz="1575" b="0">
                <a:solidFill>
                  <a:srgbClr val="53675A"/>
                </a:solidFill>
                <a:latin typeface="Arial"/>
                <a:ea typeface="Arial"/>
                <a:cs typeface="Arial"/>
              </a:defRPr>
            </a:lvl8pPr>
            <a:lvl9pPr>
              <a:defRPr sz="1575" b="0">
                <a:solidFill>
                  <a:srgbClr val="53675A"/>
                </a:solidFill>
                <a:latin typeface="Arial"/>
                <a:ea typeface="Arial"/>
                <a:cs typeface="Arial"/>
              </a:defRPr>
            </a:lvl9pPr>
          </a:lstStyle>
          <a:p xmlns:a="http://schemas.openxmlformats.org/drawingml/2006/main">
            <a:pPr>
              <a:defRPr sz="1575" b="0">
                <a:solidFill>
                  <a:srgbClr val="53675A"/>
                </a:solidFill>
                <a:latin typeface="Arial"/>
                <a:ea typeface="Arial"/>
                <a:cs typeface="Arial"/>
              </a:defRPr>
            </a:pPr>
            <a:r>
              <a:rPr sz="1575" b="0">
                <a:solidFill>
                  <a:srgbClr val="53675A"/>
                </a:solidFill>
                <a:latin typeface="Arial"/>
                <a:ea typeface="Arial"/>
                <a:cs typeface="Arial"/>
              </a:rPr>
              <a:t>−15</a:t>
            </a:r>
          </a:p>
        </p:txBody>
      </p:sp>
      <p:sp>
        <p:nvSpPr>
          <p:cNvPr id="12" name="shape-37">
            <a:extLst xmlns:a="http://schemas.openxmlformats.org/drawingml/2006/main">
              <a:ext uri="{FF2B5EF4-FFF2-40B4-BE49-F238E27FC236}">
                <a16:creationId xmlns:a16="http://schemas.microsoft.com/office/drawing/2014/main" id="{AF45050E-935F-4364-B13D-AEC2D0D759FA}"/>
              </a:ext>
            </a:extLst>
          </p:cNvPr>
          <p:cNvSpPr>
            <a:spLocks xmlns:a="http://schemas.openxmlformats.org/drawingml/2006/main" noGrp="1"/>
          </p:cNvSpPr>
          <p:nvPr/>
        </p:nvSpPr>
        <p:spPr>
          <a:xfrm xmlns:a="http://schemas.openxmlformats.org/drawingml/2006/main" rot="0">
            <a:off x="4572000" y="2352675"/>
            <a:ext cx="9525" cy="3000375"/>
          </a:xfrm>
          <a:prstGeom xmlns:a="http://schemas.openxmlformats.org/drawingml/2006/main" prst="rect">
            <a:avLst/>
          </a:prstGeom>
          <a:solidFill xmlns:a="http://schemas.openxmlformats.org/drawingml/2006/main">
            <a:srgbClr val="CFD9CA"/>
          </a:solidFill>
          <a:ln xmlns:a="http://schemas.openxmlformats.org/drawingml/2006/main" w="0">
            <a:noFill/>
            <a:prstDash val="solid"/>
          </a:ln>
        </p:spPr>
      </p:sp>
      <p:sp>
        <p:nvSpPr>
          <p:cNvPr id="13" name="text-38">
            <a:extLst xmlns:a="http://schemas.openxmlformats.org/drawingml/2006/main">
              <a:ext uri="{FF2B5EF4-FFF2-40B4-BE49-F238E27FC236}">
                <a16:creationId xmlns:a16="http://schemas.microsoft.com/office/drawing/2014/main" id="{A7AE2260-B731-4ED2-A226-7CF0BEDEF7F4}"/>
              </a:ext>
            </a:extLst>
          </p:cNvPr>
          <p:cNvSpPr>
            <a:spLocks xmlns:a="http://schemas.openxmlformats.org/drawingml/2006/main" noGrp="1"/>
          </p:cNvSpPr>
          <p:nvPr/>
        </p:nvSpPr>
        <p:spPr>
          <a:xfrm xmlns:a="http://schemas.openxmlformats.org/drawingml/2006/main">
            <a:off x="4362450" y="5514975"/>
            <a:ext cx="52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575" b="0">
                <a:solidFill>
                  <a:srgbClr val="53675A"/>
                </a:solidFill>
                <a:latin typeface="Arial"/>
                <a:ea typeface="Arial"/>
                <a:cs typeface="Arial"/>
              </a:defRPr>
            </a:defPPr>
            <a:lvl1pPr>
              <a:defRPr sz="1575" b="0">
                <a:solidFill>
                  <a:srgbClr val="53675A"/>
                </a:solidFill>
                <a:latin typeface="Arial"/>
                <a:ea typeface="Arial"/>
                <a:cs typeface="Arial"/>
              </a:defRPr>
            </a:lvl1pPr>
            <a:lvl2pPr>
              <a:defRPr sz="1575" b="0">
                <a:solidFill>
                  <a:srgbClr val="53675A"/>
                </a:solidFill>
                <a:latin typeface="Arial"/>
                <a:ea typeface="Arial"/>
                <a:cs typeface="Arial"/>
              </a:defRPr>
            </a:lvl2pPr>
            <a:lvl3pPr>
              <a:defRPr sz="1575" b="0">
                <a:solidFill>
                  <a:srgbClr val="53675A"/>
                </a:solidFill>
                <a:latin typeface="Arial"/>
                <a:ea typeface="Arial"/>
                <a:cs typeface="Arial"/>
              </a:defRPr>
            </a:lvl3pPr>
            <a:lvl4pPr>
              <a:defRPr sz="1575" b="0">
                <a:solidFill>
                  <a:srgbClr val="53675A"/>
                </a:solidFill>
                <a:latin typeface="Arial"/>
                <a:ea typeface="Arial"/>
                <a:cs typeface="Arial"/>
              </a:defRPr>
            </a:lvl4pPr>
            <a:lvl5pPr>
              <a:defRPr sz="1575" b="0">
                <a:solidFill>
                  <a:srgbClr val="53675A"/>
                </a:solidFill>
                <a:latin typeface="Arial"/>
                <a:ea typeface="Arial"/>
                <a:cs typeface="Arial"/>
              </a:defRPr>
            </a:lvl5pPr>
            <a:lvl6pPr>
              <a:defRPr sz="1575" b="0">
                <a:solidFill>
                  <a:srgbClr val="53675A"/>
                </a:solidFill>
                <a:latin typeface="Arial"/>
                <a:ea typeface="Arial"/>
                <a:cs typeface="Arial"/>
              </a:defRPr>
            </a:lvl6pPr>
            <a:lvl7pPr>
              <a:defRPr sz="1575" b="0">
                <a:solidFill>
                  <a:srgbClr val="53675A"/>
                </a:solidFill>
                <a:latin typeface="Arial"/>
                <a:ea typeface="Arial"/>
                <a:cs typeface="Arial"/>
              </a:defRPr>
            </a:lvl7pPr>
            <a:lvl8pPr>
              <a:defRPr sz="1575" b="0">
                <a:solidFill>
                  <a:srgbClr val="53675A"/>
                </a:solidFill>
                <a:latin typeface="Arial"/>
                <a:ea typeface="Arial"/>
                <a:cs typeface="Arial"/>
              </a:defRPr>
            </a:lvl8pPr>
            <a:lvl9pPr>
              <a:defRPr sz="1575" b="0">
                <a:solidFill>
                  <a:srgbClr val="53675A"/>
                </a:solidFill>
                <a:latin typeface="Arial"/>
                <a:ea typeface="Arial"/>
                <a:cs typeface="Arial"/>
              </a:defRPr>
            </a:lvl9pPr>
          </a:lstStyle>
          <a:p xmlns:a="http://schemas.openxmlformats.org/drawingml/2006/main">
            <a:pPr>
              <a:defRPr sz="1575" b="0">
                <a:solidFill>
                  <a:srgbClr val="53675A"/>
                </a:solidFill>
                <a:latin typeface="Arial"/>
                <a:ea typeface="Arial"/>
                <a:cs typeface="Arial"/>
              </a:defRPr>
            </a:pPr>
            <a:r>
              <a:rPr sz="1575" b="0">
                <a:solidFill>
                  <a:srgbClr val="53675A"/>
                </a:solidFill>
                <a:latin typeface="Arial"/>
                <a:ea typeface="Arial"/>
                <a:cs typeface="Arial"/>
              </a:rPr>
              <a:t>−20</a:t>
            </a:r>
          </a:p>
        </p:txBody>
      </p:sp>
      <p:sp>
        <p:nvSpPr>
          <p:cNvPr id="14" name="text-39">
            <a:extLst xmlns:a="http://schemas.openxmlformats.org/drawingml/2006/main">
              <a:ext uri="{FF2B5EF4-FFF2-40B4-BE49-F238E27FC236}">
                <a16:creationId xmlns:a16="http://schemas.microsoft.com/office/drawing/2014/main" id="{84522970-97F1-4F2B-8983-B2929174E945}"/>
              </a:ext>
            </a:extLst>
          </p:cNvPr>
          <p:cNvSpPr>
            <a:spLocks xmlns:a="http://schemas.openxmlformats.org/drawingml/2006/main" noGrp="1"/>
          </p:cNvSpPr>
          <p:nvPr/>
        </p:nvSpPr>
        <p:spPr>
          <a:xfrm xmlns:a="http://schemas.openxmlformats.org/drawingml/2006/main">
            <a:off x="8572500" y="2114550"/>
            <a:ext cx="276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725" b="0">
                <a:solidFill>
                  <a:srgbClr val="53675A"/>
                </a:solidFill>
                <a:latin typeface="Arial"/>
                <a:ea typeface="Arial"/>
                <a:cs typeface="Arial"/>
              </a:defRPr>
            </a:defPPr>
            <a:lvl1pPr>
              <a:defRPr sz="1725" b="0">
                <a:solidFill>
                  <a:srgbClr val="53675A"/>
                </a:solidFill>
                <a:latin typeface="Arial"/>
                <a:ea typeface="Arial"/>
                <a:cs typeface="Arial"/>
              </a:defRPr>
            </a:lvl1pPr>
            <a:lvl2pPr>
              <a:defRPr sz="1725" b="0">
                <a:solidFill>
                  <a:srgbClr val="53675A"/>
                </a:solidFill>
                <a:latin typeface="Arial"/>
                <a:ea typeface="Arial"/>
                <a:cs typeface="Arial"/>
              </a:defRPr>
            </a:lvl2pPr>
            <a:lvl3pPr>
              <a:defRPr sz="1725" b="0">
                <a:solidFill>
                  <a:srgbClr val="53675A"/>
                </a:solidFill>
                <a:latin typeface="Arial"/>
                <a:ea typeface="Arial"/>
                <a:cs typeface="Arial"/>
              </a:defRPr>
            </a:lvl3pPr>
            <a:lvl4pPr>
              <a:defRPr sz="1725" b="0">
                <a:solidFill>
                  <a:srgbClr val="53675A"/>
                </a:solidFill>
                <a:latin typeface="Arial"/>
                <a:ea typeface="Arial"/>
                <a:cs typeface="Arial"/>
              </a:defRPr>
            </a:lvl4pPr>
            <a:lvl5pPr>
              <a:defRPr sz="1725" b="0">
                <a:solidFill>
                  <a:srgbClr val="53675A"/>
                </a:solidFill>
                <a:latin typeface="Arial"/>
                <a:ea typeface="Arial"/>
                <a:cs typeface="Arial"/>
              </a:defRPr>
            </a:lvl5pPr>
            <a:lvl6pPr>
              <a:defRPr sz="1725" b="0">
                <a:solidFill>
                  <a:srgbClr val="53675A"/>
                </a:solidFill>
                <a:latin typeface="Arial"/>
                <a:ea typeface="Arial"/>
                <a:cs typeface="Arial"/>
              </a:defRPr>
            </a:lvl6pPr>
            <a:lvl7pPr>
              <a:defRPr sz="1725" b="0">
                <a:solidFill>
                  <a:srgbClr val="53675A"/>
                </a:solidFill>
                <a:latin typeface="Arial"/>
                <a:ea typeface="Arial"/>
                <a:cs typeface="Arial"/>
              </a:defRPr>
            </a:lvl7pPr>
            <a:lvl8pPr>
              <a:defRPr sz="1725" b="0">
                <a:solidFill>
                  <a:srgbClr val="53675A"/>
                </a:solidFill>
                <a:latin typeface="Arial"/>
                <a:ea typeface="Arial"/>
                <a:cs typeface="Arial"/>
              </a:defRPr>
            </a:lvl8pPr>
            <a:lvl9pPr>
              <a:defRPr sz="1725" b="0">
                <a:solidFill>
                  <a:srgbClr val="53675A"/>
                </a:solidFill>
                <a:latin typeface="Arial"/>
                <a:ea typeface="Arial"/>
                <a:cs typeface="Arial"/>
              </a:defRPr>
            </a:lvl9pPr>
          </a:lstStyle>
          <a:p xmlns:a="http://schemas.openxmlformats.org/drawingml/2006/main">
            <a:pPr>
              <a:defRPr sz="1725" b="0">
                <a:solidFill>
                  <a:srgbClr val="53675A"/>
                </a:solidFill>
                <a:latin typeface="Arial"/>
                <a:ea typeface="Arial"/>
                <a:cs typeface="Arial"/>
              </a:defRPr>
            </a:pPr>
            <a:r>
              <a:rPr sz="1725" b="0">
                <a:solidFill>
                  <a:srgbClr val="53675A"/>
                </a:solidFill>
                <a:latin typeface="Arial"/>
                <a:ea typeface="Arial"/>
                <a:cs typeface="Arial"/>
              </a:rPr>
              <a:t>Diferența medie (m)</a:t>
            </a:r>
          </a:p>
        </p:txBody>
      </p:sp>
      <p:sp>
        <p:nvSpPr>
          <p:cNvPr id="15" name="text-40">
            <a:extLst xmlns:a="http://schemas.openxmlformats.org/drawingml/2006/main">
              <a:ext uri="{FF2B5EF4-FFF2-40B4-BE49-F238E27FC236}">
                <a16:creationId xmlns:a16="http://schemas.microsoft.com/office/drawing/2014/main" id="{AF27D04A-4A8D-4654-B16B-6FD31B636168}"/>
              </a:ext>
            </a:extLst>
          </p:cNvPr>
          <p:cNvSpPr>
            <a:spLocks xmlns:a="http://schemas.openxmlformats.org/drawingml/2006/main" noGrp="1"/>
          </p:cNvSpPr>
          <p:nvPr/>
        </p:nvSpPr>
        <p:spPr>
          <a:xfrm xmlns:a="http://schemas.openxmlformats.org/drawingml/2006/main">
            <a:off x="666750" y="2590800"/>
            <a:ext cx="2333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400" b="1">
                <a:solidFill>
                  <a:srgbClr val="183427"/>
                </a:solidFill>
                <a:latin typeface="Arial"/>
                <a:ea typeface="Arial"/>
                <a:cs typeface="Arial"/>
              </a:defRPr>
            </a:defPPr>
            <a:lvl1pPr>
              <a:defRPr sz="2400" b="1">
                <a:solidFill>
                  <a:srgbClr val="183427"/>
                </a:solidFill>
                <a:latin typeface="Arial"/>
                <a:ea typeface="Arial"/>
                <a:cs typeface="Arial"/>
              </a:defRPr>
            </a:lvl1pPr>
            <a:lvl2pPr>
              <a:defRPr sz="2400" b="1">
                <a:solidFill>
                  <a:srgbClr val="183427"/>
                </a:solidFill>
                <a:latin typeface="Arial"/>
                <a:ea typeface="Arial"/>
                <a:cs typeface="Arial"/>
              </a:defRPr>
            </a:lvl2pPr>
            <a:lvl3pPr>
              <a:defRPr sz="2400" b="1">
                <a:solidFill>
                  <a:srgbClr val="183427"/>
                </a:solidFill>
                <a:latin typeface="Arial"/>
                <a:ea typeface="Arial"/>
                <a:cs typeface="Arial"/>
              </a:defRPr>
            </a:lvl3pPr>
            <a:lvl4pPr>
              <a:defRPr sz="2400" b="1">
                <a:solidFill>
                  <a:srgbClr val="183427"/>
                </a:solidFill>
                <a:latin typeface="Arial"/>
                <a:ea typeface="Arial"/>
                <a:cs typeface="Arial"/>
              </a:defRPr>
            </a:lvl4pPr>
            <a:lvl5pPr>
              <a:defRPr sz="2400" b="1">
                <a:solidFill>
                  <a:srgbClr val="183427"/>
                </a:solidFill>
                <a:latin typeface="Arial"/>
                <a:ea typeface="Arial"/>
                <a:cs typeface="Arial"/>
              </a:defRPr>
            </a:lvl5pPr>
            <a:lvl6pPr>
              <a:defRPr sz="2400" b="1">
                <a:solidFill>
                  <a:srgbClr val="183427"/>
                </a:solidFill>
                <a:latin typeface="Arial"/>
                <a:ea typeface="Arial"/>
                <a:cs typeface="Arial"/>
              </a:defRPr>
            </a:lvl6pPr>
            <a:lvl7pPr>
              <a:defRPr sz="2400" b="1">
                <a:solidFill>
                  <a:srgbClr val="183427"/>
                </a:solidFill>
                <a:latin typeface="Arial"/>
                <a:ea typeface="Arial"/>
                <a:cs typeface="Arial"/>
              </a:defRPr>
            </a:lvl7pPr>
            <a:lvl8pPr>
              <a:defRPr sz="2400" b="1">
                <a:solidFill>
                  <a:srgbClr val="183427"/>
                </a:solidFill>
                <a:latin typeface="Arial"/>
                <a:ea typeface="Arial"/>
                <a:cs typeface="Arial"/>
              </a:defRPr>
            </a:lvl8pPr>
            <a:lvl9pPr>
              <a:defRPr sz="2400" b="1">
                <a:solidFill>
                  <a:srgbClr val="183427"/>
                </a:solidFill>
                <a:latin typeface="Arial"/>
                <a:ea typeface="Arial"/>
                <a:cs typeface="Arial"/>
              </a:defRPr>
            </a:lvl9pPr>
          </a:lstStyle>
          <a:p xmlns:a="http://schemas.openxmlformats.org/drawingml/2006/main">
            <a:pPr>
              <a:defRPr sz="2400" b="1">
                <a:solidFill>
                  <a:srgbClr val="183427"/>
                </a:solidFill>
                <a:latin typeface="Arial"/>
                <a:ea typeface="Arial"/>
                <a:cs typeface="Arial"/>
              </a:defRPr>
            </a:pPr>
            <a:r>
              <a:rPr sz="2400" b="1">
                <a:solidFill>
                  <a:srgbClr val="183427"/>
                </a:solidFill>
                <a:latin typeface="Arial"/>
                <a:ea typeface="Arial"/>
                <a:cs typeface="Arial"/>
              </a:rPr>
              <a:t>0–10 m</a:t>
            </a:r>
          </a:p>
        </p:txBody>
      </p:sp>
      <p:sp>
        <p:nvSpPr>
          <p:cNvPr id="16" name="text-41">
            <a:extLst xmlns:a="http://schemas.openxmlformats.org/drawingml/2006/main">
              <a:ext uri="{FF2B5EF4-FFF2-40B4-BE49-F238E27FC236}">
                <a16:creationId xmlns:a16="http://schemas.microsoft.com/office/drawing/2014/main" id="{765F4AEE-F3A7-465A-8CD9-8D32A31FFF25}"/>
              </a:ext>
            </a:extLst>
          </p:cNvPr>
          <p:cNvSpPr>
            <a:spLocks xmlns:a="http://schemas.openxmlformats.org/drawingml/2006/main" noGrp="1"/>
          </p:cNvSpPr>
          <p:nvPr/>
        </p:nvSpPr>
        <p:spPr>
          <a:xfrm xmlns:a="http://schemas.openxmlformats.org/drawingml/2006/main">
            <a:off x="676275" y="2981325"/>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650" b="0">
                <a:solidFill>
                  <a:srgbClr val="53675A"/>
                </a:solidFill>
                <a:latin typeface="Arial"/>
                <a:ea typeface="Arial"/>
                <a:cs typeface="Arial"/>
              </a:defRPr>
            </a:defPPr>
            <a:lvl1pPr>
              <a:defRPr sz="1650" b="0">
                <a:solidFill>
                  <a:srgbClr val="53675A"/>
                </a:solidFill>
                <a:latin typeface="Arial"/>
                <a:ea typeface="Arial"/>
                <a:cs typeface="Arial"/>
              </a:defRPr>
            </a:lvl1pPr>
            <a:lvl2pPr>
              <a:defRPr sz="1650" b="0">
                <a:solidFill>
                  <a:srgbClr val="53675A"/>
                </a:solidFill>
                <a:latin typeface="Arial"/>
                <a:ea typeface="Arial"/>
                <a:cs typeface="Arial"/>
              </a:defRPr>
            </a:lvl2pPr>
            <a:lvl3pPr>
              <a:defRPr sz="1650" b="0">
                <a:solidFill>
                  <a:srgbClr val="53675A"/>
                </a:solidFill>
                <a:latin typeface="Arial"/>
                <a:ea typeface="Arial"/>
                <a:cs typeface="Arial"/>
              </a:defRPr>
            </a:lvl3pPr>
            <a:lvl4pPr>
              <a:defRPr sz="1650" b="0">
                <a:solidFill>
                  <a:srgbClr val="53675A"/>
                </a:solidFill>
                <a:latin typeface="Arial"/>
                <a:ea typeface="Arial"/>
                <a:cs typeface="Arial"/>
              </a:defRPr>
            </a:lvl4pPr>
            <a:lvl5pPr>
              <a:defRPr sz="1650" b="0">
                <a:solidFill>
                  <a:srgbClr val="53675A"/>
                </a:solidFill>
                <a:latin typeface="Arial"/>
                <a:ea typeface="Arial"/>
                <a:cs typeface="Arial"/>
              </a:defRPr>
            </a:lvl5pPr>
            <a:lvl6pPr>
              <a:defRPr sz="1650" b="0">
                <a:solidFill>
                  <a:srgbClr val="53675A"/>
                </a:solidFill>
                <a:latin typeface="Arial"/>
                <a:ea typeface="Arial"/>
                <a:cs typeface="Arial"/>
              </a:defRPr>
            </a:lvl6pPr>
            <a:lvl7pPr>
              <a:defRPr sz="1650" b="0">
                <a:solidFill>
                  <a:srgbClr val="53675A"/>
                </a:solidFill>
                <a:latin typeface="Arial"/>
                <a:ea typeface="Arial"/>
                <a:cs typeface="Arial"/>
              </a:defRPr>
            </a:lvl7pPr>
            <a:lvl8pPr>
              <a:defRPr sz="1650" b="0">
                <a:solidFill>
                  <a:srgbClr val="53675A"/>
                </a:solidFill>
                <a:latin typeface="Arial"/>
                <a:ea typeface="Arial"/>
                <a:cs typeface="Arial"/>
              </a:defRPr>
            </a:lvl8pPr>
            <a:lvl9pPr>
              <a:defRPr sz="1650" b="0">
                <a:solidFill>
                  <a:srgbClr val="53675A"/>
                </a:solidFill>
                <a:latin typeface="Arial"/>
                <a:ea typeface="Arial"/>
                <a:cs typeface="Arial"/>
              </a:defRPr>
            </a:lvl9pPr>
          </a:lstStyle>
          <a:p xmlns:a="http://schemas.openxmlformats.org/drawingml/2006/main">
            <a:pPr>
              <a:defRPr sz="1650" b="0">
                <a:solidFill>
                  <a:srgbClr val="53675A"/>
                </a:solidFill>
                <a:latin typeface="Arial"/>
                <a:ea typeface="Arial"/>
                <a:cs typeface="Arial"/>
              </a:defRPr>
            </a:pPr>
            <a:r>
              <a:rPr sz="1650" b="0">
                <a:solidFill>
                  <a:srgbClr val="53675A"/>
                </a:solidFill>
                <a:latin typeface="Arial"/>
                <a:ea typeface="Arial"/>
                <a:cs typeface="Arial"/>
              </a:rPr>
              <a:t>45 de clădiri</a:t>
            </a:r>
          </a:p>
        </p:txBody>
      </p:sp>
      <p:sp>
        <p:nvSpPr>
          <p:cNvPr id="17" name="shape-42">
            <a:extLst xmlns:a="http://schemas.openxmlformats.org/drawingml/2006/main">
              <a:ext uri="{FF2B5EF4-FFF2-40B4-BE49-F238E27FC236}">
                <a16:creationId xmlns:a16="http://schemas.microsoft.com/office/drawing/2014/main" id="{0A30AE91-3978-41B8-9568-7FCAA3BE21AA}"/>
              </a:ext>
            </a:extLst>
          </p:cNvPr>
          <p:cNvSpPr>
            <a:spLocks xmlns:a="http://schemas.openxmlformats.org/drawingml/2006/main" noGrp="1"/>
          </p:cNvSpPr>
          <p:nvPr/>
        </p:nvSpPr>
        <p:spPr>
          <a:xfrm xmlns:a="http://schemas.openxmlformats.org/drawingml/2006/main" rot="0">
            <a:off x="10248900" y="2667000"/>
            <a:ext cx="38100" cy="409575"/>
          </a:xfrm>
          <a:prstGeom xmlns:a="http://schemas.openxmlformats.org/drawingml/2006/main" prst="rect">
            <a:avLst/>
          </a:prstGeom>
          <a:solidFill xmlns:a="http://schemas.openxmlformats.org/drawingml/2006/main">
            <a:srgbClr val="00734B"/>
          </a:solidFill>
          <a:ln xmlns:a="http://schemas.openxmlformats.org/drawingml/2006/main" w="0">
            <a:noFill/>
            <a:prstDash val="solid"/>
          </a:ln>
        </p:spPr>
      </p:sp>
      <p:sp>
        <p:nvSpPr>
          <p:cNvPr id="18" name="text-43">
            <a:extLst xmlns:a="http://schemas.openxmlformats.org/drawingml/2006/main">
              <a:ext uri="{FF2B5EF4-FFF2-40B4-BE49-F238E27FC236}">
                <a16:creationId xmlns:a16="http://schemas.microsoft.com/office/drawing/2014/main" id="{A510643F-99B1-4D06-9B37-511962509895}"/>
              </a:ext>
            </a:extLst>
          </p:cNvPr>
          <p:cNvSpPr>
            <a:spLocks xmlns:a="http://schemas.openxmlformats.org/drawingml/2006/main" noGrp="1"/>
          </p:cNvSpPr>
          <p:nvPr/>
        </p:nvSpPr>
        <p:spPr>
          <a:xfrm xmlns:a="http://schemas.openxmlformats.org/drawingml/2006/main">
            <a:off x="10496550" y="2695575"/>
            <a:ext cx="12668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1">
                <a:solidFill>
                  <a:srgbClr val="00734B"/>
                </a:solidFill>
                <a:latin typeface="Arial"/>
                <a:ea typeface="Arial"/>
                <a:cs typeface="Arial"/>
              </a:defRPr>
            </a:defPPr>
            <a:lvl1pPr>
              <a:defRPr sz="2100" b="1">
                <a:solidFill>
                  <a:srgbClr val="00734B"/>
                </a:solidFill>
                <a:latin typeface="Arial"/>
                <a:ea typeface="Arial"/>
                <a:cs typeface="Arial"/>
              </a:defRPr>
            </a:lvl1pPr>
            <a:lvl2pPr>
              <a:defRPr sz="2100" b="1">
                <a:solidFill>
                  <a:srgbClr val="00734B"/>
                </a:solidFill>
                <a:latin typeface="Arial"/>
                <a:ea typeface="Arial"/>
                <a:cs typeface="Arial"/>
              </a:defRPr>
            </a:lvl2pPr>
            <a:lvl3pPr>
              <a:defRPr sz="2100" b="1">
                <a:solidFill>
                  <a:srgbClr val="00734B"/>
                </a:solidFill>
                <a:latin typeface="Arial"/>
                <a:ea typeface="Arial"/>
                <a:cs typeface="Arial"/>
              </a:defRPr>
            </a:lvl3pPr>
            <a:lvl4pPr>
              <a:defRPr sz="2100" b="1">
                <a:solidFill>
                  <a:srgbClr val="00734B"/>
                </a:solidFill>
                <a:latin typeface="Arial"/>
                <a:ea typeface="Arial"/>
                <a:cs typeface="Arial"/>
              </a:defRPr>
            </a:lvl4pPr>
            <a:lvl5pPr>
              <a:defRPr sz="2100" b="1">
                <a:solidFill>
                  <a:srgbClr val="00734B"/>
                </a:solidFill>
                <a:latin typeface="Arial"/>
                <a:ea typeface="Arial"/>
                <a:cs typeface="Arial"/>
              </a:defRPr>
            </a:lvl5pPr>
            <a:lvl6pPr>
              <a:defRPr sz="2100" b="1">
                <a:solidFill>
                  <a:srgbClr val="00734B"/>
                </a:solidFill>
                <a:latin typeface="Arial"/>
                <a:ea typeface="Arial"/>
                <a:cs typeface="Arial"/>
              </a:defRPr>
            </a:lvl6pPr>
            <a:lvl7pPr>
              <a:defRPr sz="2100" b="1">
                <a:solidFill>
                  <a:srgbClr val="00734B"/>
                </a:solidFill>
                <a:latin typeface="Arial"/>
                <a:ea typeface="Arial"/>
                <a:cs typeface="Arial"/>
              </a:defRPr>
            </a:lvl7pPr>
            <a:lvl8pPr>
              <a:defRPr sz="2100" b="1">
                <a:solidFill>
                  <a:srgbClr val="00734B"/>
                </a:solidFill>
                <a:latin typeface="Arial"/>
                <a:ea typeface="Arial"/>
                <a:cs typeface="Arial"/>
              </a:defRPr>
            </a:lvl8pPr>
            <a:lvl9pPr>
              <a:defRPr sz="2100" b="1">
                <a:solidFill>
                  <a:srgbClr val="00734B"/>
                </a:solidFill>
                <a:latin typeface="Arial"/>
                <a:ea typeface="Arial"/>
                <a:cs typeface="Arial"/>
              </a:defRPr>
            </a:lvl9pPr>
          </a:lstStyle>
          <a:p xmlns:a="http://schemas.openxmlformats.org/drawingml/2006/main">
            <a:pPr>
              <a:defRPr sz="2100" b="1">
                <a:solidFill>
                  <a:srgbClr val="00734B"/>
                </a:solidFill>
                <a:latin typeface="Arial"/>
                <a:ea typeface="Arial"/>
                <a:cs typeface="Arial"/>
              </a:defRPr>
            </a:pPr>
            <a:r>
              <a:rPr sz="2100" b="1">
                <a:solidFill>
                  <a:srgbClr val="00734B"/>
                </a:solidFill>
                <a:latin typeface="Arial"/>
                <a:ea typeface="Arial"/>
                <a:cs typeface="Arial"/>
              </a:rPr>
              <a:t>−0,1 m</a:t>
            </a:r>
          </a:p>
        </p:txBody>
      </p:sp>
      <p:sp>
        <p:nvSpPr>
          <p:cNvPr id="19" name="text-44">
            <a:extLst xmlns:a="http://schemas.openxmlformats.org/drawingml/2006/main">
              <a:ext uri="{FF2B5EF4-FFF2-40B4-BE49-F238E27FC236}">
                <a16:creationId xmlns:a16="http://schemas.microsoft.com/office/drawing/2014/main" id="{AC91A745-45F9-4FF5-B17C-6855E73A82DB}"/>
              </a:ext>
            </a:extLst>
          </p:cNvPr>
          <p:cNvSpPr>
            <a:spLocks xmlns:a="http://schemas.openxmlformats.org/drawingml/2006/main" noGrp="1"/>
          </p:cNvSpPr>
          <p:nvPr/>
        </p:nvSpPr>
        <p:spPr>
          <a:xfrm xmlns:a="http://schemas.openxmlformats.org/drawingml/2006/main">
            <a:off x="666750" y="3524250"/>
            <a:ext cx="2333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400" b="1">
                <a:solidFill>
                  <a:srgbClr val="183427"/>
                </a:solidFill>
                <a:latin typeface="Arial"/>
                <a:ea typeface="Arial"/>
                <a:cs typeface="Arial"/>
              </a:defRPr>
            </a:defPPr>
            <a:lvl1pPr>
              <a:defRPr sz="2400" b="1">
                <a:solidFill>
                  <a:srgbClr val="183427"/>
                </a:solidFill>
                <a:latin typeface="Arial"/>
                <a:ea typeface="Arial"/>
                <a:cs typeface="Arial"/>
              </a:defRPr>
            </a:lvl1pPr>
            <a:lvl2pPr>
              <a:defRPr sz="2400" b="1">
                <a:solidFill>
                  <a:srgbClr val="183427"/>
                </a:solidFill>
                <a:latin typeface="Arial"/>
                <a:ea typeface="Arial"/>
                <a:cs typeface="Arial"/>
              </a:defRPr>
            </a:lvl2pPr>
            <a:lvl3pPr>
              <a:defRPr sz="2400" b="1">
                <a:solidFill>
                  <a:srgbClr val="183427"/>
                </a:solidFill>
                <a:latin typeface="Arial"/>
                <a:ea typeface="Arial"/>
                <a:cs typeface="Arial"/>
              </a:defRPr>
            </a:lvl3pPr>
            <a:lvl4pPr>
              <a:defRPr sz="2400" b="1">
                <a:solidFill>
                  <a:srgbClr val="183427"/>
                </a:solidFill>
                <a:latin typeface="Arial"/>
                <a:ea typeface="Arial"/>
                <a:cs typeface="Arial"/>
              </a:defRPr>
            </a:lvl4pPr>
            <a:lvl5pPr>
              <a:defRPr sz="2400" b="1">
                <a:solidFill>
                  <a:srgbClr val="183427"/>
                </a:solidFill>
                <a:latin typeface="Arial"/>
                <a:ea typeface="Arial"/>
                <a:cs typeface="Arial"/>
              </a:defRPr>
            </a:lvl5pPr>
            <a:lvl6pPr>
              <a:defRPr sz="2400" b="1">
                <a:solidFill>
                  <a:srgbClr val="183427"/>
                </a:solidFill>
                <a:latin typeface="Arial"/>
                <a:ea typeface="Arial"/>
                <a:cs typeface="Arial"/>
              </a:defRPr>
            </a:lvl6pPr>
            <a:lvl7pPr>
              <a:defRPr sz="2400" b="1">
                <a:solidFill>
                  <a:srgbClr val="183427"/>
                </a:solidFill>
                <a:latin typeface="Arial"/>
                <a:ea typeface="Arial"/>
                <a:cs typeface="Arial"/>
              </a:defRPr>
            </a:lvl7pPr>
            <a:lvl8pPr>
              <a:defRPr sz="2400" b="1">
                <a:solidFill>
                  <a:srgbClr val="183427"/>
                </a:solidFill>
                <a:latin typeface="Arial"/>
                <a:ea typeface="Arial"/>
                <a:cs typeface="Arial"/>
              </a:defRPr>
            </a:lvl8pPr>
            <a:lvl9pPr>
              <a:defRPr sz="2400" b="1">
                <a:solidFill>
                  <a:srgbClr val="183427"/>
                </a:solidFill>
                <a:latin typeface="Arial"/>
                <a:ea typeface="Arial"/>
                <a:cs typeface="Arial"/>
              </a:defRPr>
            </a:lvl9pPr>
          </a:lstStyle>
          <a:p xmlns:a="http://schemas.openxmlformats.org/drawingml/2006/main">
            <a:pPr>
              <a:defRPr sz="2400" b="1">
                <a:solidFill>
                  <a:srgbClr val="183427"/>
                </a:solidFill>
                <a:latin typeface="Arial"/>
                <a:ea typeface="Arial"/>
                <a:cs typeface="Arial"/>
              </a:defRPr>
            </a:pPr>
            <a:r>
              <a:rPr sz="2400" b="1">
                <a:solidFill>
                  <a:srgbClr val="183427"/>
                </a:solidFill>
                <a:latin typeface="Arial"/>
                <a:ea typeface="Arial"/>
                <a:cs typeface="Arial"/>
              </a:rPr>
              <a:t>10–20 m</a:t>
            </a:r>
          </a:p>
        </p:txBody>
      </p:sp>
      <p:sp>
        <p:nvSpPr>
          <p:cNvPr id="20" name="text-45">
            <a:extLst xmlns:a="http://schemas.openxmlformats.org/drawingml/2006/main">
              <a:ext uri="{FF2B5EF4-FFF2-40B4-BE49-F238E27FC236}">
                <a16:creationId xmlns:a16="http://schemas.microsoft.com/office/drawing/2014/main" id="{AE33D77E-5FA2-4C4C-A9B2-DBFC64402503}"/>
              </a:ext>
            </a:extLst>
          </p:cNvPr>
          <p:cNvSpPr>
            <a:spLocks xmlns:a="http://schemas.openxmlformats.org/drawingml/2006/main" noGrp="1"/>
          </p:cNvSpPr>
          <p:nvPr/>
        </p:nvSpPr>
        <p:spPr>
          <a:xfrm xmlns:a="http://schemas.openxmlformats.org/drawingml/2006/main">
            <a:off x="676275" y="3914775"/>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650" b="0">
                <a:solidFill>
                  <a:srgbClr val="53675A"/>
                </a:solidFill>
                <a:latin typeface="Arial"/>
                <a:ea typeface="Arial"/>
                <a:cs typeface="Arial"/>
              </a:defRPr>
            </a:defPPr>
            <a:lvl1pPr>
              <a:defRPr sz="1650" b="0">
                <a:solidFill>
                  <a:srgbClr val="53675A"/>
                </a:solidFill>
                <a:latin typeface="Arial"/>
                <a:ea typeface="Arial"/>
                <a:cs typeface="Arial"/>
              </a:defRPr>
            </a:lvl1pPr>
            <a:lvl2pPr>
              <a:defRPr sz="1650" b="0">
                <a:solidFill>
                  <a:srgbClr val="53675A"/>
                </a:solidFill>
                <a:latin typeface="Arial"/>
                <a:ea typeface="Arial"/>
                <a:cs typeface="Arial"/>
              </a:defRPr>
            </a:lvl2pPr>
            <a:lvl3pPr>
              <a:defRPr sz="1650" b="0">
                <a:solidFill>
                  <a:srgbClr val="53675A"/>
                </a:solidFill>
                <a:latin typeface="Arial"/>
                <a:ea typeface="Arial"/>
                <a:cs typeface="Arial"/>
              </a:defRPr>
            </a:lvl3pPr>
            <a:lvl4pPr>
              <a:defRPr sz="1650" b="0">
                <a:solidFill>
                  <a:srgbClr val="53675A"/>
                </a:solidFill>
                <a:latin typeface="Arial"/>
                <a:ea typeface="Arial"/>
                <a:cs typeface="Arial"/>
              </a:defRPr>
            </a:lvl4pPr>
            <a:lvl5pPr>
              <a:defRPr sz="1650" b="0">
                <a:solidFill>
                  <a:srgbClr val="53675A"/>
                </a:solidFill>
                <a:latin typeface="Arial"/>
                <a:ea typeface="Arial"/>
                <a:cs typeface="Arial"/>
              </a:defRPr>
            </a:lvl5pPr>
            <a:lvl6pPr>
              <a:defRPr sz="1650" b="0">
                <a:solidFill>
                  <a:srgbClr val="53675A"/>
                </a:solidFill>
                <a:latin typeface="Arial"/>
                <a:ea typeface="Arial"/>
                <a:cs typeface="Arial"/>
              </a:defRPr>
            </a:lvl6pPr>
            <a:lvl7pPr>
              <a:defRPr sz="1650" b="0">
                <a:solidFill>
                  <a:srgbClr val="53675A"/>
                </a:solidFill>
                <a:latin typeface="Arial"/>
                <a:ea typeface="Arial"/>
                <a:cs typeface="Arial"/>
              </a:defRPr>
            </a:lvl7pPr>
            <a:lvl8pPr>
              <a:defRPr sz="1650" b="0">
                <a:solidFill>
                  <a:srgbClr val="53675A"/>
                </a:solidFill>
                <a:latin typeface="Arial"/>
                <a:ea typeface="Arial"/>
                <a:cs typeface="Arial"/>
              </a:defRPr>
            </a:lvl8pPr>
            <a:lvl9pPr>
              <a:defRPr sz="1650" b="0">
                <a:solidFill>
                  <a:srgbClr val="53675A"/>
                </a:solidFill>
                <a:latin typeface="Arial"/>
                <a:ea typeface="Arial"/>
                <a:cs typeface="Arial"/>
              </a:defRPr>
            </a:lvl9pPr>
          </a:lstStyle>
          <a:p xmlns:a="http://schemas.openxmlformats.org/drawingml/2006/main">
            <a:pPr>
              <a:defRPr sz="1650" b="0">
                <a:solidFill>
                  <a:srgbClr val="53675A"/>
                </a:solidFill>
                <a:latin typeface="Arial"/>
                <a:ea typeface="Arial"/>
                <a:cs typeface="Arial"/>
              </a:defRPr>
            </a:pPr>
            <a:r>
              <a:rPr sz="1650" b="0">
                <a:solidFill>
                  <a:srgbClr val="53675A"/>
                </a:solidFill>
                <a:latin typeface="Arial"/>
                <a:ea typeface="Arial"/>
                <a:cs typeface="Arial"/>
              </a:rPr>
              <a:t>28 de clădiri</a:t>
            </a:r>
          </a:p>
        </p:txBody>
      </p:sp>
      <p:sp>
        <p:nvSpPr>
          <p:cNvPr id="21" name="shape-46">
            <a:extLst xmlns:a="http://schemas.openxmlformats.org/drawingml/2006/main">
              <a:ext uri="{FF2B5EF4-FFF2-40B4-BE49-F238E27FC236}">
                <a16:creationId xmlns:a16="http://schemas.microsoft.com/office/drawing/2014/main" id="{C372EAB3-8734-4E99-8BD5-C290E2E4D32A}"/>
              </a:ext>
            </a:extLst>
          </p:cNvPr>
          <p:cNvSpPr>
            <a:spLocks xmlns:a="http://schemas.openxmlformats.org/drawingml/2006/main" noGrp="1"/>
          </p:cNvSpPr>
          <p:nvPr/>
        </p:nvSpPr>
        <p:spPr>
          <a:xfrm xmlns:a="http://schemas.openxmlformats.org/drawingml/2006/main" rot="0">
            <a:off x="8818245" y="3600450"/>
            <a:ext cx="1468755" cy="409575"/>
          </a:xfrm>
          <a:prstGeom xmlns:a="http://schemas.openxmlformats.org/drawingml/2006/main" prst="rect">
            <a:avLst/>
          </a:prstGeom>
          <a:solidFill xmlns:a="http://schemas.openxmlformats.org/drawingml/2006/main">
            <a:srgbClr val="00734B"/>
          </a:solidFill>
          <a:ln xmlns:a="http://schemas.openxmlformats.org/drawingml/2006/main" w="0">
            <a:noFill/>
            <a:prstDash val="solid"/>
          </a:ln>
        </p:spPr>
      </p:sp>
      <p:sp>
        <p:nvSpPr>
          <p:cNvPr id="22" name="text-47">
            <a:extLst xmlns:a="http://schemas.openxmlformats.org/drawingml/2006/main">
              <a:ext uri="{FF2B5EF4-FFF2-40B4-BE49-F238E27FC236}">
                <a16:creationId xmlns:a16="http://schemas.microsoft.com/office/drawing/2014/main" id="{3EC45601-3AE1-431D-851A-FA2B2807A317}"/>
              </a:ext>
            </a:extLst>
          </p:cNvPr>
          <p:cNvSpPr>
            <a:spLocks xmlns:a="http://schemas.openxmlformats.org/drawingml/2006/main" noGrp="1"/>
          </p:cNvSpPr>
          <p:nvPr/>
        </p:nvSpPr>
        <p:spPr>
          <a:xfrm xmlns:a="http://schemas.openxmlformats.org/drawingml/2006/main">
            <a:off x="10496550" y="3629025"/>
            <a:ext cx="12668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1">
                <a:solidFill>
                  <a:srgbClr val="00734B"/>
                </a:solidFill>
                <a:latin typeface="Arial"/>
                <a:ea typeface="Arial"/>
                <a:cs typeface="Arial"/>
              </a:defRPr>
            </a:defPPr>
            <a:lvl1pPr>
              <a:defRPr sz="2100" b="1">
                <a:solidFill>
                  <a:srgbClr val="00734B"/>
                </a:solidFill>
                <a:latin typeface="Arial"/>
                <a:ea typeface="Arial"/>
                <a:cs typeface="Arial"/>
              </a:defRPr>
            </a:lvl1pPr>
            <a:lvl2pPr>
              <a:defRPr sz="2100" b="1">
                <a:solidFill>
                  <a:srgbClr val="00734B"/>
                </a:solidFill>
                <a:latin typeface="Arial"/>
                <a:ea typeface="Arial"/>
                <a:cs typeface="Arial"/>
              </a:defRPr>
            </a:lvl2pPr>
            <a:lvl3pPr>
              <a:defRPr sz="2100" b="1">
                <a:solidFill>
                  <a:srgbClr val="00734B"/>
                </a:solidFill>
                <a:latin typeface="Arial"/>
                <a:ea typeface="Arial"/>
                <a:cs typeface="Arial"/>
              </a:defRPr>
            </a:lvl3pPr>
            <a:lvl4pPr>
              <a:defRPr sz="2100" b="1">
                <a:solidFill>
                  <a:srgbClr val="00734B"/>
                </a:solidFill>
                <a:latin typeface="Arial"/>
                <a:ea typeface="Arial"/>
                <a:cs typeface="Arial"/>
              </a:defRPr>
            </a:lvl4pPr>
            <a:lvl5pPr>
              <a:defRPr sz="2100" b="1">
                <a:solidFill>
                  <a:srgbClr val="00734B"/>
                </a:solidFill>
                <a:latin typeface="Arial"/>
                <a:ea typeface="Arial"/>
                <a:cs typeface="Arial"/>
              </a:defRPr>
            </a:lvl5pPr>
            <a:lvl6pPr>
              <a:defRPr sz="2100" b="1">
                <a:solidFill>
                  <a:srgbClr val="00734B"/>
                </a:solidFill>
                <a:latin typeface="Arial"/>
                <a:ea typeface="Arial"/>
                <a:cs typeface="Arial"/>
              </a:defRPr>
            </a:lvl6pPr>
            <a:lvl7pPr>
              <a:defRPr sz="2100" b="1">
                <a:solidFill>
                  <a:srgbClr val="00734B"/>
                </a:solidFill>
                <a:latin typeface="Arial"/>
                <a:ea typeface="Arial"/>
                <a:cs typeface="Arial"/>
              </a:defRPr>
            </a:lvl7pPr>
            <a:lvl8pPr>
              <a:defRPr sz="2100" b="1">
                <a:solidFill>
                  <a:srgbClr val="00734B"/>
                </a:solidFill>
                <a:latin typeface="Arial"/>
                <a:ea typeface="Arial"/>
                <a:cs typeface="Arial"/>
              </a:defRPr>
            </a:lvl8pPr>
            <a:lvl9pPr>
              <a:defRPr sz="2100" b="1">
                <a:solidFill>
                  <a:srgbClr val="00734B"/>
                </a:solidFill>
                <a:latin typeface="Arial"/>
                <a:ea typeface="Arial"/>
                <a:cs typeface="Arial"/>
              </a:defRPr>
            </a:lvl9pPr>
          </a:lstStyle>
          <a:p xmlns:a="http://schemas.openxmlformats.org/drawingml/2006/main">
            <a:pPr>
              <a:defRPr sz="2100" b="1">
                <a:solidFill>
                  <a:srgbClr val="00734B"/>
                </a:solidFill>
                <a:latin typeface="Arial"/>
                <a:ea typeface="Arial"/>
                <a:cs typeface="Arial"/>
              </a:defRPr>
            </a:pPr>
            <a:r>
              <a:rPr sz="2100" b="1">
                <a:solidFill>
                  <a:srgbClr val="00734B"/>
                </a:solidFill>
                <a:latin typeface="Arial"/>
                <a:ea typeface="Arial"/>
                <a:cs typeface="Arial"/>
              </a:rPr>
              <a:t>−5,1 m</a:t>
            </a:r>
          </a:p>
        </p:txBody>
      </p:sp>
      <p:sp>
        <p:nvSpPr>
          <p:cNvPr id="23" name="text-48">
            <a:extLst xmlns:a="http://schemas.openxmlformats.org/drawingml/2006/main">
              <a:ext uri="{FF2B5EF4-FFF2-40B4-BE49-F238E27FC236}">
                <a16:creationId xmlns:a16="http://schemas.microsoft.com/office/drawing/2014/main" id="{D7501EF5-ECFD-4F1B-997C-CB5C43A735D2}"/>
              </a:ext>
            </a:extLst>
          </p:cNvPr>
          <p:cNvSpPr>
            <a:spLocks xmlns:a="http://schemas.openxmlformats.org/drawingml/2006/main" noGrp="1"/>
          </p:cNvSpPr>
          <p:nvPr/>
        </p:nvSpPr>
        <p:spPr>
          <a:xfrm xmlns:a="http://schemas.openxmlformats.org/drawingml/2006/main">
            <a:off x="666750" y="4457700"/>
            <a:ext cx="2333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400" b="1">
                <a:solidFill>
                  <a:srgbClr val="183427"/>
                </a:solidFill>
                <a:latin typeface="Arial"/>
                <a:ea typeface="Arial"/>
                <a:cs typeface="Arial"/>
              </a:defRPr>
            </a:defPPr>
            <a:lvl1pPr>
              <a:defRPr sz="2400" b="1">
                <a:solidFill>
                  <a:srgbClr val="183427"/>
                </a:solidFill>
                <a:latin typeface="Arial"/>
                <a:ea typeface="Arial"/>
                <a:cs typeface="Arial"/>
              </a:defRPr>
            </a:lvl1pPr>
            <a:lvl2pPr>
              <a:defRPr sz="2400" b="1">
                <a:solidFill>
                  <a:srgbClr val="183427"/>
                </a:solidFill>
                <a:latin typeface="Arial"/>
                <a:ea typeface="Arial"/>
                <a:cs typeface="Arial"/>
              </a:defRPr>
            </a:lvl2pPr>
            <a:lvl3pPr>
              <a:defRPr sz="2400" b="1">
                <a:solidFill>
                  <a:srgbClr val="183427"/>
                </a:solidFill>
                <a:latin typeface="Arial"/>
                <a:ea typeface="Arial"/>
                <a:cs typeface="Arial"/>
              </a:defRPr>
            </a:lvl3pPr>
            <a:lvl4pPr>
              <a:defRPr sz="2400" b="1">
                <a:solidFill>
                  <a:srgbClr val="183427"/>
                </a:solidFill>
                <a:latin typeface="Arial"/>
                <a:ea typeface="Arial"/>
                <a:cs typeface="Arial"/>
              </a:defRPr>
            </a:lvl4pPr>
            <a:lvl5pPr>
              <a:defRPr sz="2400" b="1">
                <a:solidFill>
                  <a:srgbClr val="183427"/>
                </a:solidFill>
                <a:latin typeface="Arial"/>
                <a:ea typeface="Arial"/>
                <a:cs typeface="Arial"/>
              </a:defRPr>
            </a:lvl5pPr>
            <a:lvl6pPr>
              <a:defRPr sz="2400" b="1">
                <a:solidFill>
                  <a:srgbClr val="183427"/>
                </a:solidFill>
                <a:latin typeface="Arial"/>
                <a:ea typeface="Arial"/>
                <a:cs typeface="Arial"/>
              </a:defRPr>
            </a:lvl6pPr>
            <a:lvl7pPr>
              <a:defRPr sz="2400" b="1">
                <a:solidFill>
                  <a:srgbClr val="183427"/>
                </a:solidFill>
                <a:latin typeface="Arial"/>
                <a:ea typeface="Arial"/>
                <a:cs typeface="Arial"/>
              </a:defRPr>
            </a:lvl7pPr>
            <a:lvl8pPr>
              <a:defRPr sz="2400" b="1">
                <a:solidFill>
                  <a:srgbClr val="183427"/>
                </a:solidFill>
                <a:latin typeface="Arial"/>
                <a:ea typeface="Arial"/>
                <a:cs typeface="Arial"/>
              </a:defRPr>
            </a:lvl8pPr>
            <a:lvl9pPr>
              <a:defRPr sz="2400" b="1">
                <a:solidFill>
                  <a:srgbClr val="183427"/>
                </a:solidFill>
                <a:latin typeface="Arial"/>
                <a:ea typeface="Arial"/>
                <a:cs typeface="Arial"/>
              </a:defRPr>
            </a:lvl9pPr>
          </a:lstStyle>
          <a:p xmlns:a="http://schemas.openxmlformats.org/drawingml/2006/main">
            <a:pPr>
              <a:defRPr sz="2400" b="1">
                <a:solidFill>
                  <a:srgbClr val="183427"/>
                </a:solidFill>
                <a:latin typeface="Arial"/>
                <a:ea typeface="Arial"/>
                <a:cs typeface="Arial"/>
              </a:defRPr>
            </a:pPr>
            <a:r>
              <a:rPr sz="2400" b="1">
                <a:solidFill>
                  <a:srgbClr val="183427"/>
                </a:solidFill>
                <a:latin typeface="Arial"/>
                <a:ea typeface="Arial"/>
                <a:cs typeface="Arial"/>
              </a:rPr>
              <a:t>20–40 m</a:t>
            </a:r>
          </a:p>
        </p:txBody>
      </p:sp>
      <p:sp>
        <p:nvSpPr>
          <p:cNvPr id="24" name="text-49">
            <a:extLst xmlns:a="http://schemas.openxmlformats.org/drawingml/2006/main">
              <a:ext uri="{FF2B5EF4-FFF2-40B4-BE49-F238E27FC236}">
                <a16:creationId xmlns:a16="http://schemas.microsoft.com/office/drawing/2014/main" id="{95A7F0D2-ECE5-4FDA-95E5-F16851BA5737}"/>
              </a:ext>
            </a:extLst>
          </p:cNvPr>
          <p:cNvSpPr>
            <a:spLocks xmlns:a="http://schemas.openxmlformats.org/drawingml/2006/main" noGrp="1"/>
          </p:cNvSpPr>
          <p:nvPr/>
        </p:nvSpPr>
        <p:spPr>
          <a:xfrm xmlns:a="http://schemas.openxmlformats.org/drawingml/2006/main">
            <a:off x="676275" y="4848225"/>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650" b="0">
                <a:solidFill>
                  <a:srgbClr val="53675A"/>
                </a:solidFill>
                <a:latin typeface="Arial"/>
                <a:ea typeface="Arial"/>
                <a:cs typeface="Arial"/>
              </a:defRPr>
            </a:defPPr>
            <a:lvl1pPr>
              <a:defRPr sz="1650" b="0">
                <a:solidFill>
                  <a:srgbClr val="53675A"/>
                </a:solidFill>
                <a:latin typeface="Arial"/>
                <a:ea typeface="Arial"/>
                <a:cs typeface="Arial"/>
              </a:defRPr>
            </a:lvl1pPr>
            <a:lvl2pPr>
              <a:defRPr sz="1650" b="0">
                <a:solidFill>
                  <a:srgbClr val="53675A"/>
                </a:solidFill>
                <a:latin typeface="Arial"/>
                <a:ea typeface="Arial"/>
                <a:cs typeface="Arial"/>
              </a:defRPr>
            </a:lvl2pPr>
            <a:lvl3pPr>
              <a:defRPr sz="1650" b="0">
                <a:solidFill>
                  <a:srgbClr val="53675A"/>
                </a:solidFill>
                <a:latin typeface="Arial"/>
                <a:ea typeface="Arial"/>
                <a:cs typeface="Arial"/>
              </a:defRPr>
            </a:lvl3pPr>
            <a:lvl4pPr>
              <a:defRPr sz="1650" b="0">
                <a:solidFill>
                  <a:srgbClr val="53675A"/>
                </a:solidFill>
                <a:latin typeface="Arial"/>
                <a:ea typeface="Arial"/>
                <a:cs typeface="Arial"/>
              </a:defRPr>
            </a:lvl4pPr>
            <a:lvl5pPr>
              <a:defRPr sz="1650" b="0">
                <a:solidFill>
                  <a:srgbClr val="53675A"/>
                </a:solidFill>
                <a:latin typeface="Arial"/>
                <a:ea typeface="Arial"/>
                <a:cs typeface="Arial"/>
              </a:defRPr>
            </a:lvl5pPr>
            <a:lvl6pPr>
              <a:defRPr sz="1650" b="0">
                <a:solidFill>
                  <a:srgbClr val="53675A"/>
                </a:solidFill>
                <a:latin typeface="Arial"/>
                <a:ea typeface="Arial"/>
                <a:cs typeface="Arial"/>
              </a:defRPr>
            </a:lvl6pPr>
            <a:lvl7pPr>
              <a:defRPr sz="1650" b="0">
                <a:solidFill>
                  <a:srgbClr val="53675A"/>
                </a:solidFill>
                <a:latin typeface="Arial"/>
                <a:ea typeface="Arial"/>
                <a:cs typeface="Arial"/>
              </a:defRPr>
            </a:lvl7pPr>
            <a:lvl8pPr>
              <a:defRPr sz="1650" b="0">
                <a:solidFill>
                  <a:srgbClr val="53675A"/>
                </a:solidFill>
                <a:latin typeface="Arial"/>
                <a:ea typeface="Arial"/>
                <a:cs typeface="Arial"/>
              </a:defRPr>
            </a:lvl8pPr>
            <a:lvl9pPr>
              <a:defRPr sz="1650" b="0">
                <a:solidFill>
                  <a:srgbClr val="53675A"/>
                </a:solidFill>
                <a:latin typeface="Arial"/>
                <a:ea typeface="Arial"/>
                <a:cs typeface="Arial"/>
              </a:defRPr>
            </a:lvl9pPr>
          </a:lstStyle>
          <a:p xmlns:a="http://schemas.openxmlformats.org/drawingml/2006/main">
            <a:pPr>
              <a:defRPr sz="1650" b="0">
                <a:solidFill>
                  <a:srgbClr val="53675A"/>
                </a:solidFill>
                <a:latin typeface="Arial"/>
                <a:ea typeface="Arial"/>
                <a:cs typeface="Arial"/>
              </a:defRPr>
            </a:pPr>
            <a:r>
              <a:rPr sz="1650" b="0">
                <a:solidFill>
                  <a:srgbClr val="53675A"/>
                </a:solidFill>
                <a:latin typeface="Arial"/>
                <a:ea typeface="Arial"/>
                <a:cs typeface="Arial"/>
              </a:rPr>
              <a:t>10 clădiri</a:t>
            </a:r>
          </a:p>
        </p:txBody>
      </p:sp>
      <p:sp>
        <p:nvSpPr>
          <p:cNvPr id="25" name="shape-50">
            <a:extLst xmlns:a="http://schemas.openxmlformats.org/drawingml/2006/main">
              <a:ext uri="{FF2B5EF4-FFF2-40B4-BE49-F238E27FC236}">
                <a16:creationId xmlns:a16="http://schemas.microsoft.com/office/drawing/2014/main" id="{F1DF4891-3830-44F6-85BF-14358415215E}"/>
              </a:ext>
            </a:extLst>
          </p:cNvPr>
          <p:cNvSpPr>
            <a:spLocks xmlns:a="http://schemas.openxmlformats.org/drawingml/2006/main" noGrp="1"/>
          </p:cNvSpPr>
          <p:nvPr/>
        </p:nvSpPr>
        <p:spPr>
          <a:xfrm xmlns:a="http://schemas.openxmlformats.org/drawingml/2006/main" rot="0">
            <a:off x="5803583" y="4533900"/>
            <a:ext cx="4483418" cy="409575"/>
          </a:xfrm>
          <a:prstGeom xmlns:a="http://schemas.openxmlformats.org/drawingml/2006/main" prst="rect">
            <a:avLst/>
          </a:prstGeom>
          <a:solidFill xmlns:a="http://schemas.openxmlformats.org/drawingml/2006/main">
            <a:srgbClr val="143B2C"/>
          </a:solidFill>
          <a:ln xmlns:a="http://schemas.openxmlformats.org/drawingml/2006/main" w="0">
            <a:noFill/>
            <a:prstDash val="solid"/>
          </a:ln>
        </p:spPr>
      </p:sp>
      <p:sp>
        <p:nvSpPr>
          <p:cNvPr id="26" name="text-51">
            <a:extLst xmlns:a="http://schemas.openxmlformats.org/drawingml/2006/main">
              <a:ext uri="{FF2B5EF4-FFF2-40B4-BE49-F238E27FC236}">
                <a16:creationId xmlns:a16="http://schemas.microsoft.com/office/drawing/2014/main" id="{20A4CC80-9FE0-45BA-BD26-8D4EB7393046}"/>
              </a:ext>
            </a:extLst>
          </p:cNvPr>
          <p:cNvSpPr>
            <a:spLocks xmlns:a="http://schemas.openxmlformats.org/drawingml/2006/main" noGrp="1"/>
          </p:cNvSpPr>
          <p:nvPr/>
        </p:nvSpPr>
        <p:spPr>
          <a:xfrm xmlns:a="http://schemas.openxmlformats.org/drawingml/2006/main">
            <a:off x="10496550" y="4562475"/>
            <a:ext cx="12668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1">
                <a:solidFill>
                  <a:srgbClr val="00734B"/>
                </a:solidFill>
                <a:latin typeface="Arial"/>
                <a:ea typeface="Arial"/>
                <a:cs typeface="Arial"/>
              </a:defRPr>
            </a:defPPr>
            <a:lvl1pPr>
              <a:defRPr sz="2100" b="1">
                <a:solidFill>
                  <a:srgbClr val="00734B"/>
                </a:solidFill>
                <a:latin typeface="Arial"/>
                <a:ea typeface="Arial"/>
                <a:cs typeface="Arial"/>
              </a:defRPr>
            </a:lvl1pPr>
            <a:lvl2pPr>
              <a:defRPr sz="2100" b="1">
                <a:solidFill>
                  <a:srgbClr val="00734B"/>
                </a:solidFill>
                <a:latin typeface="Arial"/>
                <a:ea typeface="Arial"/>
                <a:cs typeface="Arial"/>
              </a:defRPr>
            </a:lvl2pPr>
            <a:lvl3pPr>
              <a:defRPr sz="2100" b="1">
                <a:solidFill>
                  <a:srgbClr val="00734B"/>
                </a:solidFill>
                <a:latin typeface="Arial"/>
                <a:ea typeface="Arial"/>
                <a:cs typeface="Arial"/>
              </a:defRPr>
            </a:lvl3pPr>
            <a:lvl4pPr>
              <a:defRPr sz="2100" b="1">
                <a:solidFill>
                  <a:srgbClr val="00734B"/>
                </a:solidFill>
                <a:latin typeface="Arial"/>
                <a:ea typeface="Arial"/>
                <a:cs typeface="Arial"/>
              </a:defRPr>
            </a:lvl4pPr>
            <a:lvl5pPr>
              <a:defRPr sz="2100" b="1">
                <a:solidFill>
                  <a:srgbClr val="00734B"/>
                </a:solidFill>
                <a:latin typeface="Arial"/>
                <a:ea typeface="Arial"/>
                <a:cs typeface="Arial"/>
              </a:defRPr>
            </a:lvl5pPr>
            <a:lvl6pPr>
              <a:defRPr sz="2100" b="1">
                <a:solidFill>
                  <a:srgbClr val="00734B"/>
                </a:solidFill>
                <a:latin typeface="Arial"/>
                <a:ea typeface="Arial"/>
                <a:cs typeface="Arial"/>
              </a:defRPr>
            </a:lvl6pPr>
            <a:lvl7pPr>
              <a:defRPr sz="2100" b="1">
                <a:solidFill>
                  <a:srgbClr val="00734B"/>
                </a:solidFill>
                <a:latin typeface="Arial"/>
                <a:ea typeface="Arial"/>
                <a:cs typeface="Arial"/>
              </a:defRPr>
            </a:lvl7pPr>
            <a:lvl8pPr>
              <a:defRPr sz="2100" b="1">
                <a:solidFill>
                  <a:srgbClr val="00734B"/>
                </a:solidFill>
                <a:latin typeface="Arial"/>
                <a:ea typeface="Arial"/>
                <a:cs typeface="Arial"/>
              </a:defRPr>
            </a:lvl8pPr>
            <a:lvl9pPr>
              <a:defRPr sz="2100" b="1">
                <a:solidFill>
                  <a:srgbClr val="00734B"/>
                </a:solidFill>
                <a:latin typeface="Arial"/>
                <a:ea typeface="Arial"/>
                <a:cs typeface="Arial"/>
              </a:defRPr>
            </a:lvl9pPr>
          </a:lstStyle>
          <a:p xmlns:a="http://schemas.openxmlformats.org/drawingml/2006/main">
            <a:pPr>
              <a:defRPr sz="2100" b="1">
                <a:solidFill>
                  <a:srgbClr val="00734B"/>
                </a:solidFill>
                <a:latin typeface="Arial"/>
                <a:ea typeface="Arial"/>
                <a:cs typeface="Arial"/>
              </a:defRPr>
            </a:pPr>
            <a:r>
              <a:rPr sz="2100" b="1">
                <a:solidFill>
                  <a:srgbClr val="00734B"/>
                </a:solidFill>
                <a:latin typeface="Arial"/>
                <a:ea typeface="Arial"/>
                <a:cs typeface="Arial"/>
              </a:rPr>
              <a:t>−15,7 m</a:t>
            </a:r>
          </a:p>
        </p:txBody>
      </p:sp>
      <p:sp>
        <p:nvSpPr>
          <p:cNvPr id="27" name="text-52">
            <a:extLst xmlns:a="http://schemas.openxmlformats.org/drawingml/2006/main">
              <a:ext uri="{FF2B5EF4-FFF2-40B4-BE49-F238E27FC236}">
                <a16:creationId xmlns:a16="http://schemas.microsoft.com/office/drawing/2014/main" id="{07225B42-84B3-4F91-97EA-AE8424C5C685}"/>
              </a:ext>
            </a:extLst>
          </p:cNvPr>
          <p:cNvSpPr>
            <a:spLocks xmlns:a="http://schemas.openxmlformats.org/drawingml/2006/main" noGrp="1"/>
          </p:cNvSpPr>
          <p:nvPr/>
        </p:nvSpPr>
        <p:spPr>
          <a:xfrm xmlns:a="http://schemas.openxmlformats.org/drawingml/2006/main">
            <a:off x="657225" y="5915025"/>
            <a:ext cx="1076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400" b="1">
                <a:solidFill>
                  <a:srgbClr val="183427"/>
                </a:solidFill>
                <a:latin typeface="Arial"/>
                <a:ea typeface="Arial"/>
                <a:cs typeface="Arial"/>
              </a:defRPr>
            </a:defPPr>
            <a:lvl1pPr>
              <a:defRPr sz="2400" b="1">
                <a:solidFill>
                  <a:srgbClr val="183427"/>
                </a:solidFill>
                <a:latin typeface="Arial"/>
                <a:ea typeface="Arial"/>
                <a:cs typeface="Arial"/>
              </a:defRPr>
            </a:lvl1pPr>
            <a:lvl2pPr>
              <a:defRPr sz="2400" b="1">
                <a:solidFill>
                  <a:srgbClr val="183427"/>
                </a:solidFill>
                <a:latin typeface="Arial"/>
                <a:ea typeface="Arial"/>
                <a:cs typeface="Arial"/>
              </a:defRPr>
            </a:lvl2pPr>
            <a:lvl3pPr>
              <a:defRPr sz="2400" b="1">
                <a:solidFill>
                  <a:srgbClr val="183427"/>
                </a:solidFill>
                <a:latin typeface="Arial"/>
                <a:ea typeface="Arial"/>
                <a:cs typeface="Arial"/>
              </a:defRPr>
            </a:lvl3pPr>
            <a:lvl4pPr>
              <a:defRPr sz="2400" b="1">
                <a:solidFill>
                  <a:srgbClr val="183427"/>
                </a:solidFill>
                <a:latin typeface="Arial"/>
                <a:ea typeface="Arial"/>
                <a:cs typeface="Arial"/>
              </a:defRPr>
            </a:lvl4pPr>
            <a:lvl5pPr>
              <a:defRPr sz="2400" b="1">
                <a:solidFill>
                  <a:srgbClr val="183427"/>
                </a:solidFill>
                <a:latin typeface="Arial"/>
                <a:ea typeface="Arial"/>
                <a:cs typeface="Arial"/>
              </a:defRPr>
            </a:lvl5pPr>
            <a:lvl6pPr>
              <a:defRPr sz="2400" b="1">
                <a:solidFill>
                  <a:srgbClr val="183427"/>
                </a:solidFill>
                <a:latin typeface="Arial"/>
                <a:ea typeface="Arial"/>
                <a:cs typeface="Arial"/>
              </a:defRPr>
            </a:lvl6pPr>
            <a:lvl7pPr>
              <a:defRPr sz="2400" b="1">
                <a:solidFill>
                  <a:srgbClr val="183427"/>
                </a:solidFill>
                <a:latin typeface="Arial"/>
                <a:ea typeface="Arial"/>
                <a:cs typeface="Arial"/>
              </a:defRPr>
            </a:lvl7pPr>
            <a:lvl8pPr>
              <a:defRPr sz="2400" b="1">
                <a:solidFill>
                  <a:srgbClr val="183427"/>
                </a:solidFill>
                <a:latin typeface="Arial"/>
                <a:ea typeface="Arial"/>
                <a:cs typeface="Arial"/>
              </a:defRPr>
            </a:lvl8pPr>
            <a:lvl9pPr>
              <a:defRPr sz="2400" b="1">
                <a:solidFill>
                  <a:srgbClr val="183427"/>
                </a:solidFill>
                <a:latin typeface="Arial"/>
                <a:ea typeface="Arial"/>
                <a:cs typeface="Arial"/>
              </a:defRPr>
            </a:lvl9pPr>
          </a:lstStyle>
          <a:p xmlns:a="http://schemas.openxmlformats.org/drawingml/2006/main">
            <a:pPr>
              <a:defRPr sz="2400" b="1">
                <a:solidFill>
                  <a:srgbClr val="183427"/>
                </a:solidFill>
                <a:latin typeface="Arial"/>
                <a:ea typeface="Arial"/>
                <a:cs typeface="Arial"/>
              </a:defRPr>
            </a:pPr>
            <a:r>
              <a:rPr sz="2400" b="1">
                <a:solidFill>
                  <a:srgbClr val="183427"/>
                </a:solidFill>
                <a:latin typeface="Arial"/>
                <a:ea typeface="Arial"/>
                <a:cs typeface="Arial"/>
              </a:rPr>
              <a:t>La clădirile înalte, GBA dă valori mai mici.</a:t>
            </a:r>
          </a:p>
        </p:txBody>
      </p:sp>
      <p:sp>
        <p:nvSpPr>
          <p:cNvPr id="28" name="text-53">
            <a:extLst xmlns:a="http://schemas.openxmlformats.org/drawingml/2006/main">
              <a:ext uri="{FF2B5EF4-FFF2-40B4-BE49-F238E27FC236}">
                <a16:creationId xmlns:a16="http://schemas.microsoft.com/office/drawing/2014/main" id="{0509EC1D-1B60-4785-96F6-5F9288EBE757}"/>
              </a:ext>
            </a:extLst>
          </p:cNvPr>
          <p:cNvSpPr>
            <a:spLocks xmlns:a="http://schemas.openxmlformats.org/drawingml/2006/main" noGrp="1"/>
          </p:cNvSpPr>
          <p:nvPr/>
        </p:nvSpPr>
        <p:spPr>
          <a:xfrm xmlns:a="http://schemas.openxmlformats.org/drawingml/2006/main">
            <a:off x="657225" y="6419850"/>
            <a:ext cx="10382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53675A"/>
                </a:solidFill>
                <a:latin typeface="Arial"/>
                <a:ea typeface="Arial"/>
                <a:cs typeface="Arial"/>
              </a:defRPr>
            </a:defPPr>
            <a:lvl1pPr>
              <a:defRPr sz="1200" b="0">
                <a:solidFill>
                  <a:srgbClr val="53675A"/>
                </a:solidFill>
                <a:latin typeface="Arial"/>
                <a:ea typeface="Arial"/>
                <a:cs typeface="Arial"/>
              </a:defRPr>
            </a:lvl1pPr>
            <a:lvl2pPr>
              <a:defRPr sz="1200" b="0">
                <a:solidFill>
                  <a:srgbClr val="53675A"/>
                </a:solidFill>
                <a:latin typeface="Arial"/>
                <a:ea typeface="Arial"/>
                <a:cs typeface="Arial"/>
              </a:defRPr>
            </a:lvl2pPr>
            <a:lvl3pPr>
              <a:defRPr sz="1200" b="0">
                <a:solidFill>
                  <a:srgbClr val="53675A"/>
                </a:solidFill>
                <a:latin typeface="Arial"/>
                <a:ea typeface="Arial"/>
                <a:cs typeface="Arial"/>
              </a:defRPr>
            </a:lvl3pPr>
            <a:lvl4pPr>
              <a:defRPr sz="1200" b="0">
                <a:solidFill>
                  <a:srgbClr val="53675A"/>
                </a:solidFill>
                <a:latin typeface="Arial"/>
                <a:ea typeface="Arial"/>
                <a:cs typeface="Arial"/>
              </a:defRPr>
            </a:lvl4pPr>
            <a:lvl5pPr>
              <a:defRPr sz="1200" b="0">
                <a:solidFill>
                  <a:srgbClr val="53675A"/>
                </a:solidFill>
                <a:latin typeface="Arial"/>
                <a:ea typeface="Arial"/>
                <a:cs typeface="Arial"/>
              </a:defRPr>
            </a:lvl5pPr>
            <a:lvl6pPr>
              <a:defRPr sz="1200" b="0">
                <a:solidFill>
                  <a:srgbClr val="53675A"/>
                </a:solidFill>
                <a:latin typeface="Arial"/>
                <a:ea typeface="Arial"/>
                <a:cs typeface="Arial"/>
              </a:defRPr>
            </a:lvl6pPr>
            <a:lvl7pPr>
              <a:defRPr sz="1200" b="0">
                <a:solidFill>
                  <a:srgbClr val="53675A"/>
                </a:solidFill>
                <a:latin typeface="Arial"/>
                <a:ea typeface="Arial"/>
                <a:cs typeface="Arial"/>
              </a:defRPr>
            </a:lvl7pPr>
            <a:lvl8pPr>
              <a:defRPr sz="1200" b="0">
                <a:solidFill>
                  <a:srgbClr val="53675A"/>
                </a:solidFill>
                <a:latin typeface="Arial"/>
                <a:ea typeface="Arial"/>
                <a:cs typeface="Arial"/>
              </a:defRPr>
            </a:lvl8pPr>
            <a:lvl9pPr>
              <a:defRPr sz="1200" b="0">
                <a:solidFill>
                  <a:srgbClr val="53675A"/>
                </a:solidFill>
                <a:latin typeface="Arial"/>
                <a:ea typeface="Arial"/>
                <a:cs typeface="Arial"/>
              </a:defRPr>
            </a:lvl9pPr>
          </a:lstStyle>
          <a:p xmlns:a="http://schemas.openxmlformats.org/drawingml/2006/main">
            <a:pPr>
              <a:defRPr sz="1200" b="0">
                <a:solidFill>
                  <a:srgbClr val="53675A"/>
                </a:solidFill>
                <a:latin typeface="Arial"/>
                <a:ea typeface="Arial"/>
                <a:cs typeface="Arial"/>
              </a:defRPr>
            </a:pPr>
            <a:r>
              <a:rPr sz="1200" b="0">
                <a:solidFill>
                  <a:srgbClr val="53675A"/>
                </a:solidFill>
                <a:latin typeface="Arial"/>
                <a:ea typeface="Arial"/>
                <a:cs typeface="Arial"/>
              </a:rPr>
              <a:t>Referință: etichete OSM. Comparație între baze de date. Analiză locală, 27.10.2026.</a:t>
            </a:r>
          </a:p>
        </p:txBody>
      </p:sp>
    </p:spTree>
    <p:extLst>
      <p:ext uri="{BB962C8B-B14F-4D97-AF65-F5344CB8AC3E}">
        <p14:creationId xmlns:p14="http://schemas.microsoft.com/office/powerpoint/2010/main" val="279045350"/>
      </p:ext>
    </p:extLst>
  </p:cSld>
</p:sld>
</file>

<file path=ppt/slides/slide4.xml><?xml version="1.0" encoding="utf-8"?>
<p:sld xmlns:p="http://schemas.openxmlformats.org/presentationml/2006/main">
  <p:cSld>
    <p:bg>
      <p:bgPr>
        <a:solidFill xmlns:a="http://schemas.openxmlformats.org/drawingml/2006/main">
          <a:srgbClr val="DFE9D9"/>
        </a:solidFill>
      </p:bgPr>
    </p:bg>
    <p:spTree>
      <p:nvGrpSpPr>
        <p:cNvPr id="1" name=""/>
        <p:cNvGrpSpPr/>
        <p:nvPr/>
      </p:nvGrpSpPr>
      <p:grpSpPr>
        <a:xfrm xmlns:a="http://schemas.openxmlformats.org/drawingml/2006/main"/>
      </p:grpSpPr>
      <p:sp>
        <p:nvSpPr>
          <p:cNvPr id="17" name="text-54">
            <a:extLst xmlns:a="http://schemas.openxmlformats.org/drawingml/2006/main">
              <a:ext uri="{FF2B5EF4-FFF2-40B4-BE49-F238E27FC236}">
                <a16:creationId xmlns:a16="http://schemas.microsoft.com/office/drawing/2014/main" id="{39B0366B-F0E4-4D0E-9998-0FAA87DE2367}"/>
              </a:ext>
            </a:extLst>
          </p:cNvPr>
          <p:cNvSpPr>
            <a:spLocks xmlns:a="http://schemas.openxmlformats.org/drawingml/2006/main" noGrp="1"/>
          </p:cNvSpPr>
          <p:nvPr/>
        </p:nvSpPr>
        <p:spPr>
          <a:xfrm xmlns:a="http://schemas.openxmlformats.org/drawingml/2006/main">
            <a:off x="609600" y="5143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4125" b="1">
                <a:solidFill>
                  <a:srgbClr val="183427"/>
                </a:solidFill>
                <a:latin typeface="Arial"/>
                <a:ea typeface="Arial"/>
                <a:cs typeface="Arial"/>
              </a:defRPr>
            </a:defPPr>
            <a:lvl1pPr>
              <a:defRPr sz="4125" b="1">
                <a:solidFill>
                  <a:srgbClr val="183427"/>
                </a:solidFill>
                <a:latin typeface="Arial"/>
                <a:ea typeface="Arial"/>
                <a:cs typeface="Arial"/>
              </a:defRPr>
            </a:lvl1pPr>
            <a:lvl2pPr>
              <a:defRPr sz="4125" b="1">
                <a:solidFill>
                  <a:srgbClr val="183427"/>
                </a:solidFill>
                <a:latin typeface="Arial"/>
                <a:ea typeface="Arial"/>
                <a:cs typeface="Arial"/>
              </a:defRPr>
            </a:lvl2pPr>
            <a:lvl3pPr>
              <a:defRPr sz="4125" b="1">
                <a:solidFill>
                  <a:srgbClr val="183427"/>
                </a:solidFill>
                <a:latin typeface="Arial"/>
                <a:ea typeface="Arial"/>
                <a:cs typeface="Arial"/>
              </a:defRPr>
            </a:lvl3pPr>
            <a:lvl4pPr>
              <a:defRPr sz="4125" b="1">
                <a:solidFill>
                  <a:srgbClr val="183427"/>
                </a:solidFill>
                <a:latin typeface="Arial"/>
                <a:ea typeface="Arial"/>
                <a:cs typeface="Arial"/>
              </a:defRPr>
            </a:lvl4pPr>
            <a:lvl5pPr>
              <a:defRPr sz="4125" b="1">
                <a:solidFill>
                  <a:srgbClr val="183427"/>
                </a:solidFill>
                <a:latin typeface="Arial"/>
                <a:ea typeface="Arial"/>
                <a:cs typeface="Arial"/>
              </a:defRPr>
            </a:lvl5pPr>
            <a:lvl6pPr>
              <a:defRPr sz="4125" b="1">
                <a:solidFill>
                  <a:srgbClr val="183427"/>
                </a:solidFill>
                <a:latin typeface="Arial"/>
                <a:ea typeface="Arial"/>
                <a:cs typeface="Arial"/>
              </a:defRPr>
            </a:lvl6pPr>
            <a:lvl7pPr>
              <a:defRPr sz="4125" b="1">
                <a:solidFill>
                  <a:srgbClr val="183427"/>
                </a:solidFill>
                <a:latin typeface="Arial"/>
                <a:ea typeface="Arial"/>
                <a:cs typeface="Arial"/>
              </a:defRPr>
            </a:lvl7pPr>
            <a:lvl8pPr>
              <a:defRPr sz="4125" b="1">
                <a:solidFill>
                  <a:srgbClr val="183427"/>
                </a:solidFill>
                <a:latin typeface="Arial"/>
                <a:ea typeface="Arial"/>
                <a:cs typeface="Arial"/>
              </a:defRPr>
            </a:lvl8pPr>
            <a:lvl9pPr>
              <a:defRPr sz="4125" b="1">
                <a:solidFill>
                  <a:srgbClr val="183427"/>
                </a:solidFill>
                <a:latin typeface="Arial"/>
                <a:ea typeface="Arial"/>
                <a:cs typeface="Arial"/>
              </a:defRPr>
            </a:lvl9pPr>
          </a:lstStyle>
          <a:p xmlns:a="http://schemas.openxmlformats.org/drawingml/2006/main">
            <a:pPr>
              <a:defRPr sz="4125" b="1">
                <a:solidFill>
                  <a:srgbClr val="183427"/>
                </a:solidFill>
                <a:latin typeface="Arial"/>
                <a:ea typeface="Arial"/>
                <a:cs typeface="Arial"/>
              </a:defRPr>
            </a:pPr>
            <a:r>
              <a:rPr sz="4125" b="1">
                <a:solidFill>
                  <a:srgbClr val="183427"/>
                </a:solidFill>
                <a:latin typeface="Arial"/>
                <a:ea typeface="Arial"/>
                <a:cs typeface="Arial"/>
              </a:rPr>
              <a:t>Înălțimea din umbră</a:t>
            </a:r>
          </a:p>
        </p:txBody>
      </p:sp>
      <p:sp>
        <p:nvSpPr>
          <p:cNvPr id="2" name="text-55">
            <a:extLst xmlns:a="http://schemas.openxmlformats.org/drawingml/2006/main">
              <a:ext uri="{FF2B5EF4-FFF2-40B4-BE49-F238E27FC236}">
                <a16:creationId xmlns:a16="http://schemas.microsoft.com/office/drawing/2014/main" id="{0F704939-BEEF-4369-AD2D-9B8525FB29F7}"/>
              </a:ext>
            </a:extLst>
          </p:cNvPr>
          <p:cNvSpPr>
            <a:spLocks xmlns:a="http://schemas.openxmlformats.org/drawingml/2006/main" noGrp="1"/>
          </p:cNvSpPr>
          <p:nvPr/>
        </p:nvSpPr>
        <p:spPr>
          <a:xfrm xmlns:a="http://schemas.openxmlformats.org/drawingml/2006/main">
            <a:off x="11249025" y="63817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75" b="0">
                <a:solidFill>
                  <a:srgbClr val="53675A"/>
                </a:solidFill>
                <a:latin typeface="Arial"/>
                <a:ea typeface="Arial"/>
                <a:cs typeface="Arial"/>
              </a:defRPr>
            </a:defPPr>
            <a:lvl1pPr>
              <a:defRPr sz="1275" b="0">
                <a:solidFill>
                  <a:srgbClr val="53675A"/>
                </a:solidFill>
                <a:latin typeface="Arial"/>
                <a:ea typeface="Arial"/>
                <a:cs typeface="Arial"/>
              </a:defRPr>
            </a:lvl1pPr>
            <a:lvl2pPr>
              <a:defRPr sz="1275" b="0">
                <a:solidFill>
                  <a:srgbClr val="53675A"/>
                </a:solidFill>
                <a:latin typeface="Arial"/>
                <a:ea typeface="Arial"/>
                <a:cs typeface="Arial"/>
              </a:defRPr>
            </a:lvl2pPr>
            <a:lvl3pPr>
              <a:defRPr sz="1275" b="0">
                <a:solidFill>
                  <a:srgbClr val="53675A"/>
                </a:solidFill>
                <a:latin typeface="Arial"/>
                <a:ea typeface="Arial"/>
                <a:cs typeface="Arial"/>
              </a:defRPr>
            </a:lvl3pPr>
            <a:lvl4pPr>
              <a:defRPr sz="1275" b="0">
                <a:solidFill>
                  <a:srgbClr val="53675A"/>
                </a:solidFill>
                <a:latin typeface="Arial"/>
                <a:ea typeface="Arial"/>
                <a:cs typeface="Arial"/>
              </a:defRPr>
            </a:lvl4pPr>
            <a:lvl5pPr>
              <a:defRPr sz="1275" b="0">
                <a:solidFill>
                  <a:srgbClr val="53675A"/>
                </a:solidFill>
                <a:latin typeface="Arial"/>
                <a:ea typeface="Arial"/>
                <a:cs typeface="Arial"/>
              </a:defRPr>
            </a:lvl5pPr>
            <a:lvl6pPr>
              <a:defRPr sz="1275" b="0">
                <a:solidFill>
                  <a:srgbClr val="53675A"/>
                </a:solidFill>
                <a:latin typeface="Arial"/>
                <a:ea typeface="Arial"/>
                <a:cs typeface="Arial"/>
              </a:defRPr>
            </a:lvl6pPr>
            <a:lvl7pPr>
              <a:defRPr sz="1275" b="0">
                <a:solidFill>
                  <a:srgbClr val="53675A"/>
                </a:solidFill>
                <a:latin typeface="Arial"/>
                <a:ea typeface="Arial"/>
                <a:cs typeface="Arial"/>
              </a:defRPr>
            </a:lvl7pPr>
            <a:lvl8pPr>
              <a:defRPr sz="1275" b="0">
                <a:solidFill>
                  <a:srgbClr val="53675A"/>
                </a:solidFill>
                <a:latin typeface="Arial"/>
                <a:ea typeface="Arial"/>
                <a:cs typeface="Arial"/>
              </a:defRPr>
            </a:lvl8pPr>
            <a:lvl9pPr>
              <a:defRPr sz="1275" b="0">
                <a:solidFill>
                  <a:srgbClr val="53675A"/>
                </a:solidFill>
                <a:latin typeface="Arial"/>
                <a:ea typeface="Arial"/>
                <a:cs typeface="Arial"/>
              </a:defRPr>
            </a:lvl9pPr>
          </a:lstStyle>
          <a:p xmlns:a="http://schemas.openxmlformats.org/drawingml/2006/main">
            <a:pPr>
              <a:defRPr sz="1275" b="0">
                <a:solidFill>
                  <a:srgbClr val="53675A"/>
                </a:solidFill>
                <a:latin typeface="Arial"/>
                <a:ea typeface="Arial"/>
                <a:cs typeface="Arial"/>
              </a:defRPr>
            </a:pPr>
            <a:r>
              <a:rPr sz="1275" b="0">
                <a:solidFill>
                  <a:srgbClr val="53675A"/>
                </a:solidFill>
                <a:latin typeface="Arial"/>
                <a:ea typeface="Arial"/>
                <a:cs typeface="Arial"/>
              </a:rPr>
              <a:t>04</a:t>
            </a:r>
          </a:p>
        </p:txBody>
      </p:sp>
      <p:sp>
        <p:nvSpPr>
          <p:cNvPr id="3" name="text-56">
            <a:extLst xmlns:a="http://schemas.openxmlformats.org/drawingml/2006/main">
              <a:ext uri="{FF2B5EF4-FFF2-40B4-BE49-F238E27FC236}">
                <a16:creationId xmlns:a16="http://schemas.microsoft.com/office/drawing/2014/main" id="{675001C9-5EB0-4212-8B4F-F268DEB31C2C}"/>
              </a:ext>
            </a:extLst>
          </p:cNvPr>
          <p:cNvSpPr>
            <a:spLocks xmlns:a="http://schemas.openxmlformats.org/drawingml/2006/main" noGrp="1"/>
          </p:cNvSpPr>
          <p:nvPr/>
        </p:nvSpPr>
        <p:spPr>
          <a:xfrm xmlns:a="http://schemas.openxmlformats.org/drawingml/2006/main">
            <a:off x="6819900" y="2228850"/>
            <a:ext cx="4857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4650" b="1">
                <a:solidFill>
                  <a:srgbClr val="143B2C"/>
                </a:solidFill>
                <a:latin typeface="Arial"/>
                <a:ea typeface="Arial"/>
                <a:cs typeface="Arial"/>
              </a:defRPr>
            </a:defPPr>
            <a:lvl1pPr>
              <a:defRPr sz="4650" b="1">
                <a:solidFill>
                  <a:srgbClr val="143B2C"/>
                </a:solidFill>
                <a:latin typeface="Arial"/>
                <a:ea typeface="Arial"/>
                <a:cs typeface="Arial"/>
              </a:defRPr>
            </a:lvl1pPr>
            <a:lvl2pPr>
              <a:defRPr sz="4650" b="1">
                <a:solidFill>
                  <a:srgbClr val="143B2C"/>
                </a:solidFill>
                <a:latin typeface="Arial"/>
                <a:ea typeface="Arial"/>
                <a:cs typeface="Arial"/>
              </a:defRPr>
            </a:lvl2pPr>
            <a:lvl3pPr>
              <a:defRPr sz="4650" b="1">
                <a:solidFill>
                  <a:srgbClr val="143B2C"/>
                </a:solidFill>
                <a:latin typeface="Arial"/>
                <a:ea typeface="Arial"/>
                <a:cs typeface="Arial"/>
              </a:defRPr>
            </a:lvl3pPr>
            <a:lvl4pPr>
              <a:defRPr sz="4650" b="1">
                <a:solidFill>
                  <a:srgbClr val="143B2C"/>
                </a:solidFill>
                <a:latin typeface="Arial"/>
                <a:ea typeface="Arial"/>
                <a:cs typeface="Arial"/>
              </a:defRPr>
            </a:lvl4pPr>
            <a:lvl5pPr>
              <a:defRPr sz="4650" b="1">
                <a:solidFill>
                  <a:srgbClr val="143B2C"/>
                </a:solidFill>
                <a:latin typeface="Arial"/>
                <a:ea typeface="Arial"/>
                <a:cs typeface="Arial"/>
              </a:defRPr>
            </a:lvl5pPr>
            <a:lvl6pPr>
              <a:defRPr sz="4650" b="1">
                <a:solidFill>
                  <a:srgbClr val="143B2C"/>
                </a:solidFill>
                <a:latin typeface="Arial"/>
                <a:ea typeface="Arial"/>
                <a:cs typeface="Arial"/>
              </a:defRPr>
            </a:lvl6pPr>
            <a:lvl7pPr>
              <a:defRPr sz="4650" b="1">
                <a:solidFill>
                  <a:srgbClr val="143B2C"/>
                </a:solidFill>
                <a:latin typeface="Arial"/>
                <a:ea typeface="Arial"/>
                <a:cs typeface="Arial"/>
              </a:defRPr>
            </a:lvl7pPr>
            <a:lvl8pPr>
              <a:defRPr sz="4650" b="1">
                <a:solidFill>
                  <a:srgbClr val="143B2C"/>
                </a:solidFill>
                <a:latin typeface="Arial"/>
                <a:ea typeface="Arial"/>
                <a:cs typeface="Arial"/>
              </a:defRPr>
            </a:lvl8pPr>
            <a:lvl9pPr>
              <a:defRPr sz="4650" b="1">
                <a:solidFill>
                  <a:srgbClr val="143B2C"/>
                </a:solidFill>
                <a:latin typeface="Arial"/>
                <a:ea typeface="Arial"/>
                <a:cs typeface="Arial"/>
              </a:defRPr>
            </a:lvl9pPr>
          </a:lstStyle>
          <a:p xmlns:a="http://schemas.openxmlformats.org/drawingml/2006/main">
            <a:pPr>
              <a:defRPr sz="4650" b="1">
                <a:solidFill>
                  <a:srgbClr val="143B2C"/>
                </a:solidFill>
                <a:latin typeface="Arial"/>
                <a:ea typeface="Arial"/>
                <a:cs typeface="Arial"/>
              </a:defRPr>
            </a:pPr>
            <a:r>
              <a:rPr sz="4650" b="1">
                <a:solidFill>
                  <a:srgbClr val="143B2C"/>
                </a:solidFill>
                <a:latin typeface="Arial"/>
                <a:ea typeface="Arial"/>
                <a:cs typeface="Arial"/>
              </a:rPr>
              <a:t>h = L × tan(e)</a:t>
            </a:r>
          </a:p>
        </p:txBody>
      </p:sp>
      <p:sp>
        <p:nvSpPr>
          <p:cNvPr id="4" name="text-57">
            <a:extLst xmlns:a="http://schemas.openxmlformats.org/drawingml/2006/main">
              <a:ext uri="{FF2B5EF4-FFF2-40B4-BE49-F238E27FC236}">
                <a16:creationId xmlns:a16="http://schemas.microsoft.com/office/drawing/2014/main" id="{0869E90B-3F0D-49F6-B679-1159BDE1C080}"/>
              </a:ext>
            </a:extLst>
          </p:cNvPr>
          <p:cNvSpPr>
            <a:spLocks xmlns:a="http://schemas.openxmlformats.org/drawingml/2006/main" noGrp="1"/>
          </p:cNvSpPr>
          <p:nvPr/>
        </p:nvSpPr>
        <p:spPr>
          <a:xfrm xmlns:a="http://schemas.openxmlformats.org/drawingml/2006/main">
            <a:off x="6858000" y="3362325"/>
            <a:ext cx="447675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325" b="0">
                <a:solidFill>
                  <a:srgbClr val="183427"/>
                </a:solidFill>
                <a:latin typeface="Arial"/>
                <a:ea typeface="Arial"/>
                <a:cs typeface="Arial"/>
              </a:defRPr>
            </a:defPPr>
            <a:lvl1pPr>
              <a:defRPr sz="2325" b="0">
                <a:solidFill>
                  <a:srgbClr val="183427"/>
                </a:solidFill>
                <a:latin typeface="Arial"/>
                <a:ea typeface="Arial"/>
                <a:cs typeface="Arial"/>
              </a:defRPr>
            </a:lvl1pPr>
            <a:lvl2pPr>
              <a:defRPr sz="2325" b="0">
                <a:solidFill>
                  <a:srgbClr val="183427"/>
                </a:solidFill>
                <a:latin typeface="Arial"/>
                <a:ea typeface="Arial"/>
                <a:cs typeface="Arial"/>
              </a:defRPr>
            </a:lvl2pPr>
            <a:lvl3pPr>
              <a:defRPr sz="2325" b="0">
                <a:solidFill>
                  <a:srgbClr val="183427"/>
                </a:solidFill>
                <a:latin typeface="Arial"/>
                <a:ea typeface="Arial"/>
                <a:cs typeface="Arial"/>
              </a:defRPr>
            </a:lvl3pPr>
            <a:lvl4pPr>
              <a:defRPr sz="2325" b="0">
                <a:solidFill>
                  <a:srgbClr val="183427"/>
                </a:solidFill>
                <a:latin typeface="Arial"/>
                <a:ea typeface="Arial"/>
                <a:cs typeface="Arial"/>
              </a:defRPr>
            </a:lvl4pPr>
            <a:lvl5pPr>
              <a:defRPr sz="2325" b="0">
                <a:solidFill>
                  <a:srgbClr val="183427"/>
                </a:solidFill>
                <a:latin typeface="Arial"/>
                <a:ea typeface="Arial"/>
                <a:cs typeface="Arial"/>
              </a:defRPr>
            </a:lvl5pPr>
            <a:lvl6pPr>
              <a:defRPr sz="2325" b="0">
                <a:solidFill>
                  <a:srgbClr val="183427"/>
                </a:solidFill>
                <a:latin typeface="Arial"/>
                <a:ea typeface="Arial"/>
                <a:cs typeface="Arial"/>
              </a:defRPr>
            </a:lvl6pPr>
            <a:lvl7pPr>
              <a:defRPr sz="2325" b="0">
                <a:solidFill>
                  <a:srgbClr val="183427"/>
                </a:solidFill>
                <a:latin typeface="Arial"/>
                <a:ea typeface="Arial"/>
                <a:cs typeface="Arial"/>
              </a:defRPr>
            </a:lvl7pPr>
            <a:lvl8pPr>
              <a:defRPr sz="2325" b="0">
                <a:solidFill>
                  <a:srgbClr val="183427"/>
                </a:solidFill>
                <a:latin typeface="Arial"/>
                <a:ea typeface="Arial"/>
                <a:cs typeface="Arial"/>
              </a:defRPr>
            </a:lvl8pPr>
            <a:lvl9pPr>
              <a:defRPr sz="2325" b="0">
                <a:solidFill>
                  <a:srgbClr val="183427"/>
                </a:solidFill>
                <a:latin typeface="Arial"/>
                <a:ea typeface="Arial"/>
                <a:cs typeface="Arial"/>
              </a:defRPr>
            </a:lvl9pPr>
          </a:lstStyle>
          <a:p xmlns:a="http://schemas.openxmlformats.org/drawingml/2006/main">
            <a:pPr>
              <a:defRPr sz="2325" b="0">
                <a:solidFill>
                  <a:srgbClr val="183427"/>
                </a:solidFill>
                <a:latin typeface="Arial"/>
                <a:ea typeface="Arial"/>
                <a:cs typeface="Arial"/>
              </a:defRPr>
            </a:pPr>
            <a:r>
              <a:rPr sz="2325" b="0">
                <a:solidFill>
                  <a:srgbClr val="183427"/>
                </a:solidFill>
                <a:latin typeface="Arial"/>
                <a:ea typeface="Arial"/>
                <a:cs typeface="Arial"/>
              </a:rPr>
              <a:t>L: lungimea umbrei</a:t>
            </a:r>
          </a:p>
          <a:p xmlns:a="http://schemas.openxmlformats.org/drawingml/2006/main">
            <a:pPr>
              <a:defRPr sz="2325" b="0">
                <a:solidFill>
                  <a:srgbClr val="183427"/>
                </a:solidFill>
                <a:latin typeface="Arial"/>
                <a:ea typeface="Arial"/>
                <a:cs typeface="Arial"/>
              </a:defRPr>
            </a:pPr>
            <a:r>
              <a:rPr sz="2325" b="0">
                <a:solidFill>
                  <a:srgbClr val="183427"/>
                </a:solidFill>
                <a:latin typeface="Arial"/>
                <a:ea typeface="Arial"/>
                <a:cs typeface="Arial"/>
              </a:rPr>
              <a:t>e: unghiul Soarelui</a:t>
            </a:r>
          </a:p>
          <a:p xmlns:a="http://schemas.openxmlformats.org/drawingml/2006/main">
            <a:pPr>
              <a:defRPr sz="2325" b="0">
                <a:solidFill>
                  <a:srgbClr val="183427"/>
                </a:solidFill>
                <a:latin typeface="Arial"/>
                <a:ea typeface="Arial"/>
                <a:cs typeface="Arial"/>
              </a:defRPr>
            </a:pPr>
            <a:r>
              <a:rPr sz="2325" b="0">
                <a:solidFill>
                  <a:srgbClr val="183427"/>
                </a:solidFill>
                <a:latin typeface="Arial"/>
                <a:ea typeface="Arial"/>
                <a:cs typeface="Arial"/>
              </a:rPr>
              <a:t>h: înălțimea clădirii</a:t>
            </a:r>
          </a:p>
        </p:txBody>
      </p:sp>
      <p:sp>
        <p:nvSpPr>
          <p:cNvPr id="5" name="text-58">
            <a:extLst xmlns:a="http://schemas.openxmlformats.org/drawingml/2006/main">
              <a:ext uri="{FF2B5EF4-FFF2-40B4-BE49-F238E27FC236}">
                <a16:creationId xmlns:a16="http://schemas.microsoft.com/office/drawing/2014/main" id="{BB06407B-4F4F-4891-AB79-7C6B26008B09}"/>
              </a:ext>
            </a:extLst>
          </p:cNvPr>
          <p:cNvSpPr>
            <a:spLocks xmlns:a="http://schemas.openxmlformats.org/drawingml/2006/main" noGrp="1"/>
          </p:cNvSpPr>
          <p:nvPr/>
        </p:nvSpPr>
        <p:spPr>
          <a:xfrm xmlns:a="http://schemas.openxmlformats.org/drawingml/2006/main">
            <a:off x="6858000" y="5000625"/>
            <a:ext cx="4476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75" b="0">
                <a:solidFill>
                  <a:srgbClr val="53675A"/>
                </a:solidFill>
                <a:latin typeface="Arial"/>
                <a:ea typeface="Arial"/>
                <a:cs typeface="Arial"/>
              </a:defRPr>
            </a:defPPr>
            <a:lvl1pPr>
              <a:defRPr sz="2175" b="0">
                <a:solidFill>
                  <a:srgbClr val="53675A"/>
                </a:solidFill>
                <a:latin typeface="Arial"/>
                <a:ea typeface="Arial"/>
                <a:cs typeface="Arial"/>
              </a:defRPr>
            </a:lvl1pPr>
            <a:lvl2pPr>
              <a:defRPr sz="2175" b="0">
                <a:solidFill>
                  <a:srgbClr val="53675A"/>
                </a:solidFill>
                <a:latin typeface="Arial"/>
                <a:ea typeface="Arial"/>
                <a:cs typeface="Arial"/>
              </a:defRPr>
            </a:lvl2pPr>
            <a:lvl3pPr>
              <a:defRPr sz="2175" b="0">
                <a:solidFill>
                  <a:srgbClr val="53675A"/>
                </a:solidFill>
                <a:latin typeface="Arial"/>
                <a:ea typeface="Arial"/>
                <a:cs typeface="Arial"/>
              </a:defRPr>
            </a:lvl3pPr>
            <a:lvl4pPr>
              <a:defRPr sz="2175" b="0">
                <a:solidFill>
                  <a:srgbClr val="53675A"/>
                </a:solidFill>
                <a:latin typeface="Arial"/>
                <a:ea typeface="Arial"/>
                <a:cs typeface="Arial"/>
              </a:defRPr>
            </a:lvl4pPr>
            <a:lvl5pPr>
              <a:defRPr sz="2175" b="0">
                <a:solidFill>
                  <a:srgbClr val="53675A"/>
                </a:solidFill>
                <a:latin typeface="Arial"/>
                <a:ea typeface="Arial"/>
                <a:cs typeface="Arial"/>
              </a:defRPr>
            </a:lvl5pPr>
            <a:lvl6pPr>
              <a:defRPr sz="2175" b="0">
                <a:solidFill>
                  <a:srgbClr val="53675A"/>
                </a:solidFill>
                <a:latin typeface="Arial"/>
                <a:ea typeface="Arial"/>
                <a:cs typeface="Arial"/>
              </a:defRPr>
            </a:lvl6pPr>
            <a:lvl7pPr>
              <a:defRPr sz="2175" b="0">
                <a:solidFill>
                  <a:srgbClr val="53675A"/>
                </a:solidFill>
                <a:latin typeface="Arial"/>
                <a:ea typeface="Arial"/>
                <a:cs typeface="Arial"/>
              </a:defRPr>
            </a:lvl7pPr>
            <a:lvl8pPr>
              <a:defRPr sz="2175" b="0">
                <a:solidFill>
                  <a:srgbClr val="53675A"/>
                </a:solidFill>
                <a:latin typeface="Arial"/>
                <a:ea typeface="Arial"/>
                <a:cs typeface="Arial"/>
              </a:defRPr>
            </a:lvl8pPr>
            <a:lvl9pPr>
              <a:defRPr sz="2175" b="0">
                <a:solidFill>
                  <a:srgbClr val="53675A"/>
                </a:solidFill>
                <a:latin typeface="Arial"/>
                <a:ea typeface="Arial"/>
                <a:cs typeface="Arial"/>
              </a:defRPr>
            </a:lvl9pPr>
          </a:lstStyle>
          <a:p xmlns:a="http://schemas.openxmlformats.org/drawingml/2006/main">
            <a:pPr>
              <a:defRPr sz="2175" b="0">
                <a:solidFill>
                  <a:srgbClr val="53675A"/>
                </a:solidFill>
                <a:latin typeface="Arial"/>
                <a:ea typeface="Arial"/>
                <a:cs typeface="Arial"/>
              </a:defRPr>
            </a:pPr>
            <a:r>
              <a:rPr sz="2175" b="0">
                <a:solidFill>
                  <a:srgbClr val="53675A"/>
                </a:solidFill>
                <a:latin typeface="Arial"/>
                <a:ea typeface="Arial"/>
                <a:cs typeface="Arial"/>
              </a:rPr>
              <a:t>Locul, data și ora</a:t>
            </a:r>
          </a:p>
          <a:p xmlns:a="http://schemas.openxmlformats.org/drawingml/2006/main">
            <a:pPr>
              <a:defRPr sz="2175" b="0">
                <a:solidFill>
                  <a:srgbClr val="53675A"/>
                </a:solidFill>
                <a:latin typeface="Arial"/>
                <a:ea typeface="Arial"/>
                <a:cs typeface="Arial"/>
              </a:defRPr>
            </a:pPr>
            <a:r>
              <a:rPr sz="2175" b="0">
                <a:solidFill>
                  <a:srgbClr val="53675A"/>
                </a:solidFill>
                <a:latin typeface="Arial"/>
                <a:ea typeface="Arial"/>
                <a:cs typeface="Arial"/>
              </a:rPr>
              <a:t>ne dau unghiul e.</a:t>
            </a:r>
          </a:p>
        </p:txBody>
      </p:sp>
      <p:sp>
        <p:nvSpPr>
          <p:cNvPr id="6" name="shape-59">
            <a:extLst xmlns:a="http://schemas.openxmlformats.org/drawingml/2006/main">
              <a:ext uri="{FF2B5EF4-FFF2-40B4-BE49-F238E27FC236}">
                <a16:creationId xmlns:a16="http://schemas.microsoft.com/office/drawing/2014/main" id="{91ACBD38-2672-4894-AD19-940CCA2630A5}"/>
              </a:ext>
            </a:extLst>
          </p:cNvPr>
          <p:cNvSpPr>
            <a:spLocks xmlns:a="http://schemas.openxmlformats.org/drawingml/2006/main" noGrp="1"/>
          </p:cNvSpPr>
          <p:nvPr/>
        </p:nvSpPr>
        <p:spPr>
          <a:xfrm xmlns:a="http://schemas.openxmlformats.org/drawingml/2006/main" rot="0">
            <a:off x="1209675" y="2495550"/>
            <a:ext cx="1047750" cy="2295525"/>
          </a:xfrm>
          <a:prstGeom xmlns:a="http://schemas.openxmlformats.org/drawingml/2006/main" prst="rect">
            <a:avLst/>
          </a:prstGeom>
          <a:solidFill xmlns:a="http://schemas.openxmlformats.org/drawingml/2006/main">
            <a:srgbClr val="FAF8F1"/>
          </a:solidFill>
          <a:ln xmlns:a="http://schemas.openxmlformats.org/drawingml/2006/main" w="28575">
            <a:solidFill>
              <a:srgbClr val="143B2C"/>
            </a:solidFill>
            <a:prstDash val="solid"/>
          </a:ln>
        </p:spPr>
      </p:sp>
      <p:sp>
        <p:nvSpPr>
          <p:cNvPr id="7" name="shape-60">
            <a:extLst xmlns:a="http://schemas.openxmlformats.org/drawingml/2006/main">
              <a:ext uri="{FF2B5EF4-FFF2-40B4-BE49-F238E27FC236}">
                <a16:creationId xmlns:a16="http://schemas.microsoft.com/office/drawing/2014/main" id="{F925407E-6EA1-4420-A208-879F04BD02C9}"/>
              </a:ext>
            </a:extLst>
          </p:cNvPr>
          <p:cNvSpPr>
            <a:spLocks xmlns:a="http://schemas.openxmlformats.org/drawingml/2006/main" noGrp="1"/>
          </p:cNvSpPr>
          <p:nvPr/>
        </p:nvSpPr>
        <p:spPr>
          <a:xfrm xmlns:a="http://schemas.openxmlformats.org/drawingml/2006/main" rot="0">
            <a:off x="714375" y="4795838"/>
            <a:ext cx="5467350" cy="28575"/>
          </a:xfrm>
          <a:prstGeom xmlns:a="http://schemas.openxmlformats.org/drawingml/2006/main" prst="rect">
            <a:avLst/>
          </a:prstGeom>
          <a:solidFill xmlns:a="http://schemas.openxmlformats.org/drawingml/2006/main">
            <a:srgbClr val="53675A"/>
          </a:solidFill>
          <a:ln xmlns:a="http://schemas.openxmlformats.org/drawingml/2006/main" w="0">
            <a:noFill/>
            <a:prstDash val="solid"/>
          </a:ln>
        </p:spPr>
      </p:sp>
      <p:sp>
        <p:nvSpPr>
          <p:cNvPr id="8" name="shape-61">
            <a:extLst xmlns:a="http://schemas.openxmlformats.org/drawingml/2006/main">
              <a:ext uri="{FF2B5EF4-FFF2-40B4-BE49-F238E27FC236}">
                <a16:creationId xmlns:a16="http://schemas.microsoft.com/office/drawing/2014/main" id="{61B5A3EA-0115-4C35-A69D-DB653EC2A780}"/>
              </a:ext>
            </a:extLst>
          </p:cNvPr>
          <p:cNvSpPr>
            <a:spLocks xmlns:a="http://schemas.openxmlformats.org/drawingml/2006/main" noGrp="1"/>
          </p:cNvSpPr>
          <p:nvPr/>
        </p:nvSpPr>
        <p:spPr>
          <a:xfrm xmlns:a="http://schemas.openxmlformats.org/drawingml/2006/main" rot="1972121">
            <a:off x="1091944" y="3390900"/>
            <a:ext cx="5159887" cy="38100"/>
          </a:xfrm>
          <a:prstGeom xmlns:a="http://schemas.openxmlformats.org/drawingml/2006/main" prst="rect">
            <a:avLst/>
          </a:prstGeom>
          <a:solidFill xmlns:a="http://schemas.openxmlformats.org/drawingml/2006/main">
            <a:srgbClr val="143B2C"/>
          </a:solidFill>
          <a:ln xmlns:a="http://schemas.openxmlformats.org/drawingml/2006/main" w="0">
            <a:noFill/>
            <a:prstDash val="solid"/>
          </a:ln>
        </p:spPr>
      </p:sp>
      <p:sp>
        <p:nvSpPr>
          <p:cNvPr id="9" name="shape-62">
            <a:extLst xmlns:a="http://schemas.openxmlformats.org/drawingml/2006/main">
              <a:ext uri="{FF2B5EF4-FFF2-40B4-BE49-F238E27FC236}">
                <a16:creationId xmlns:a16="http://schemas.microsoft.com/office/drawing/2014/main" id="{650E63B1-EADB-4833-AE2F-5EE97F19C692}"/>
              </a:ext>
            </a:extLst>
          </p:cNvPr>
          <p:cNvSpPr>
            <a:spLocks xmlns:a="http://schemas.openxmlformats.org/drawingml/2006/main" noGrp="1"/>
          </p:cNvSpPr>
          <p:nvPr/>
        </p:nvSpPr>
        <p:spPr>
          <a:xfrm xmlns:a="http://schemas.openxmlformats.org/drawingml/2006/main" rot="0">
            <a:off x="2257425" y="4810125"/>
            <a:ext cx="3581400" cy="114300"/>
          </a:xfrm>
          <a:prstGeom xmlns:a="http://schemas.openxmlformats.org/drawingml/2006/main" prst="rect">
            <a:avLst/>
          </a:prstGeom>
          <a:solidFill xmlns:a="http://schemas.openxmlformats.org/drawingml/2006/main">
            <a:srgbClr val="00734B"/>
          </a:solidFill>
          <a:ln xmlns:a="http://schemas.openxmlformats.org/drawingml/2006/main" w="0">
            <a:noFill/>
            <a:prstDash val="solid"/>
          </a:ln>
        </p:spPr>
      </p:sp>
      <p:sp>
        <p:nvSpPr>
          <p:cNvPr id="10" name="shape-63">
            <a:extLst xmlns:a="http://schemas.openxmlformats.org/drawingml/2006/main">
              <a:ext uri="{FF2B5EF4-FFF2-40B4-BE49-F238E27FC236}">
                <a16:creationId xmlns:a16="http://schemas.microsoft.com/office/drawing/2014/main" id="{04A6A8CD-4A73-4B5C-AFBF-EA17BA96D593}"/>
              </a:ext>
            </a:extLst>
          </p:cNvPr>
          <p:cNvSpPr>
            <a:spLocks xmlns:a="http://schemas.openxmlformats.org/drawingml/2006/main" noGrp="1"/>
          </p:cNvSpPr>
          <p:nvPr/>
        </p:nvSpPr>
        <p:spPr>
          <a:xfrm xmlns:a="http://schemas.openxmlformats.org/drawingml/2006/main" rot="5400000">
            <a:off x="-185737" y="3633788"/>
            <a:ext cx="2295525" cy="19050"/>
          </a:xfrm>
          <a:prstGeom xmlns:a="http://schemas.openxmlformats.org/drawingml/2006/main" prst="rect">
            <a:avLst/>
          </a:prstGeom>
          <a:solidFill xmlns:a="http://schemas.openxmlformats.org/drawingml/2006/main">
            <a:srgbClr val="00734B"/>
          </a:solidFill>
          <a:ln xmlns:a="http://schemas.openxmlformats.org/drawingml/2006/main" w="0">
            <a:noFill/>
            <a:prstDash val="solid"/>
          </a:ln>
        </p:spPr>
      </p:sp>
      <p:sp>
        <p:nvSpPr>
          <p:cNvPr id="11" name="text-64">
            <a:extLst xmlns:a="http://schemas.openxmlformats.org/drawingml/2006/main">
              <a:ext uri="{FF2B5EF4-FFF2-40B4-BE49-F238E27FC236}">
                <a16:creationId xmlns:a16="http://schemas.microsoft.com/office/drawing/2014/main" id="{96B8D473-AE43-4F46-97CF-8AF91E330D22}"/>
              </a:ext>
            </a:extLst>
          </p:cNvPr>
          <p:cNvSpPr>
            <a:spLocks xmlns:a="http://schemas.openxmlformats.org/drawingml/2006/main" noGrp="1"/>
          </p:cNvSpPr>
          <p:nvPr/>
        </p:nvSpPr>
        <p:spPr>
          <a:xfrm xmlns:a="http://schemas.openxmlformats.org/drawingml/2006/main">
            <a:off x="619125" y="3419475"/>
            <a:ext cx="361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775" b="1">
                <a:solidFill>
                  <a:srgbClr val="00734B"/>
                </a:solidFill>
                <a:latin typeface="Arial"/>
                <a:ea typeface="Arial"/>
                <a:cs typeface="Arial"/>
              </a:defRPr>
            </a:defPPr>
            <a:lvl1pPr>
              <a:defRPr sz="2775" b="1">
                <a:solidFill>
                  <a:srgbClr val="00734B"/>
                </a:solidFill>
                <a:latin typeface="Arial"/>
                <a:ea typeface="Arial"/>
                <a:cs typeface="Arial"/>
              </a:defRPr>
            </a:lvl1pPr>
            <a:lvl2pPr>
              <a:defRPr sz="2775" b="1">
                <a:solidFill>
                  <a:srgbClr val="00734B"/>
                </a:solidFill>
                <a:latin typeface="Arial"/>
                <a:ea typeface="Arial"/>
                <a:cs typeface="Arial"/>
              </a:defRPr>
            </a:lvl2pPr>
            <a:lvl3pPr>
              <a:defRPr sz="2775" b="1">
                <a:solidFill>
                  <a:srgbClr val="00734B"/>
                </a:solidFill>
                <a:latin typeface="Arial"/>
                <a:ea typeface="Arial"/>
                <a:cs typeface="Arial"/>
              </a:defRPr>
            </a:lvl3pPr>
            <a:lvl4pPr>
              <a:defRPr sz="2775" b="1">
                <a:solidFill>
                  <a:srgbClr val="00734B"/>
                </a:solidFill>
                <a:latin typeface="Arial"/>
                <a:ea typeface="Arial"/>
                <a:cs typeface="Arial"/>
              </a:defRPr>
            </a:lvl4pPr>
            <a:lvl5pPr>
              <a:defRPr sz="2775" b="1">
                <a:solidFill>
                  <a:srgbClr val="00734B"/>
                </a:solidFill>
                <a:latin typeface="Arial"/>
                <a:ea typeface="Arial"/>
                <a:cs typeface="Arial"/>
              </a:defRPr>
            </a:lvl5pPr>
            <a:lvl6pPr>
              <a:defRPr sz="2775" b="1">
                <a:solidFill>
                  <a:srgbClr val="00734B"/>
                </a:solidFill>
                <a:latin typeface="Arial"/>
                <a:ea typeface="Arial"/>
                <a:cs typeface="Arial"/>
              </a:defRPr>
            </a:lvl6pPr>
            <a:lvl7pPr>
              <a:defRPr sz="2775" b="1">
                <a:solidFill>
                  <a:srgbClr val="00734B"/>
                </a:solidFill>
                <a:latin typeface="Arial"/>
                <a:ea typeface="Arial"/>
                <a:cs typeface="Arial"/>
              </a:defRPr>
            </a:lvl7pPr>
            <a:lvl8pPr>
              <a:defRPr sz="2775" b="1">
                <a:solidFill>
                  <a:srgbClr val="00734B"/>
                </a:solidFill>
                <a:latin typeface="Arial"/>
                <a:ea typeface="Arial"/>
                <a:cs typeface="Arial"/>
              </a:defRPr>
            </a:lvl8pPr>
            <a:lvl9pPr>
              <a:defRPr sz="2775" b="1">
                <a:solidFill>
                  <a:srgbClr val="00734B"/>
                </a:solidFill>
                <a:latin typeface="Arial"/>
                <a:ea typeface="Arial"/>
                <a:cs typeface="Arial"/>
              </a:defRPr>
            </a:lvl9pPr>
          </a:lstStyle>
          <a:p xmlns:a="http://schemas.openxmlformats.org/drawingml/2006/main">
            <a:pPr>
              <a:defRPr sz="2775" b="1">
                <a:solidFill>
                  <a:srgbClr val="00734B"/>
                </a:solidFill>
                <a:latin typeface="Arial"/>
                <a:ea typeface="Arial"/>
                <a:cs typeface="Arial"/>
              </a:defRPr>
            </a:pPr>
            <a:r>
              <a:rPr sz="2775" b="1">
                <a:solidFill>
                  <a:srgbClr val="00734B"/>
                </a:solidFill>
                <a:latin typeface="Arial"/>
                <a:ea typeface="Arial"/>
                <a:cs typeface="Arial"/>
              </a:rPr>
              <a:t>h</a:t>
            </a:r>
          </a:p>
        </p:txBody>
      </p:sp>
      <p:sp>
        <p:nvSpPr>
          <p:cNvPr id="12" name="text-65">
            <a:extLst xmlns:a="http://schemas.openxmlformats.org/drawingml/2006/main">
              <a:ext uri="{FF2B5EF4-FFF2-40B4-BE49-F238E27FC236}">
                <a16:creationId xmlns:a16="http://schemas.microsoft.com/office/drawing/2014/main" id="{00D19E0E-10B9-4521-A055-473002A89F11}"/>
              </a:ext>
            </a:extLst>
          </p:cNvPr>
          <p:cNvSpPr>
            <a:spLocks xmlns:a="http://schemas.openxmlformats.org/drawingml/2006/main" noGrp="1"/>
          </p:cNvSpPr>
          <p:nvPr/>
        </p:nvSpPr>
        <p:spPr>
          <a:xfrm xmlns:a="http://schemas.openxmlformats.org/drawingml/2006/main">
            <a:off x="3924300" y="5133975"/>
            <a:ext cx="4095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550" b="1">
                <a:solidFill>
                  <a:srgbClr val="00734B"/>
                </a:solidFill>
                <a:latin typeface="Arial"/>
                <a:ea typeface="Arial"/>
                <a:cs typeface="Arial"/>
              </a:defRPr>
            </a:defPPr>
            <a:lvl1pPr>
              <a:defRPr sz="2550" b="1">
                <a:solidFill>
                  <a:srgbClr val="00734B"/>
                </a:solidFill>
                <a:latin typeface="Arial"/>
                <a:ea typeface="Arial"/>
                <a:cs typeface="Arial"/>
              </a:defRPr>
            </a:lvl1pPr>
            <a:lvl2pPr>
              <a:defRPr sz="2550" b="1">
                <a:solidFill>
                  <a:srgbClr val="00734B"/>
                </a:solidFill>
                <a:latin typeface="Arial"/>
                <a:ea typeface="Arial"/>
                <a:cs typeface="Arial"/>
              </a:defRPr>
            </a:lvl2pPr>
            <a:lvl3pPr>
              <a:defRPr sz="2550" b="1">
                <a:solidFill>
                  <a:srgbClr val="00734B"/>
                </a:solidFill>
                <a:latin typeface="Arial"/>
                <a:ea typeface="Arial"/>
                <a:cs typeface="Arial"/>
              </a:defRPr>
            </a:lvl3pPr>
            <a:lvl4pPr>
              <a:defRPr sz="2550" b="1">
                <a:solidFill>
                  <a:srgbClr val="00734B"/>
                </a:solidFill>
                <a:latin typeface="Arial"/>
                <a:ea typeface="Arial"/>
                <a:cs typeface="Arial"/>
              </a:defRPr>
            </a:lvl4pPr>
            <a:lvl5pPr>
              <a:defRPr sz="2550" b="1">
                <a:solidFill>
                  <a:srgbClr val="00734B"/>
                </a:solidFill>
                <a:latin typeface="Arial"/>
                <a:ea typeface="Arial"/>
                <a:cs typeface="Arial"/>
              </a:defRPr>
            </a:lvl5pPr>
            <a:lvl6pPr>
              <a:defRPr sz="2550" b="1">
                <a:solidFill>
                  <a:srgbClr val="00734B"/>
                </a:solidFill>
                <a:latin typeface="Arial"/>
                <a:ea typeface="Arial"/>
                <a:cs typeface="Arial"/>
              </a:defRPr>
            </a:lvl6pPr>
            <a:lvl7pPr>
              <a:defRPr sz="2550" b="1">
                <a:solidFill>
                  <a:srgbClr val="00734B"/>
                </a:solidFill>
                <a:latin typeface="Arial"/>
                <a:ea typeface="Arial"/>
                <a:cs typeface="Arial"/>
              </a:defRPr>
            </a:lvl7pPr>
            <a:lvl8pPr>
              <a:defRPr sz="2550" b="1">
                <a:solidFill>
                  <a:srgbClr val="00734B"/>
                </a:solidFill>
                <a:latin typeface="Arial"/>
                <a:ea typeface="Arial"/>
                <a:cs typeface="Arial"/>
              </a:defRPr>
            </a:lvl8pPr>
            <a:lvl9pPr>
              <a:defRPr sz="2550" b="1">
                <a:solidFill>
                  <a:srgbClr val="00734B"/>
                </a:solidFill>
                <a:latin typeface="Arial"/>
                <a:ea typeface="Arial"/>
                <a:cs typeface="Arial"/>
              </a:defRPr>
            </a:lvl9pPr>
          </a:lstStyle>
          <a:p xmlns:a="http://schemas.openxmlformats.org/drawingml/2006/main">
            <a:pPr>
              <a:defRPr sz="2550" b="1">
                <a:solidFill>
                  <a:srgbClr val="00734B"/>
                </a:solidFill>
                <a:latin typeface="Arial"/>
                <a:ea typeface="Arial"/>
                <a:cs typeface="Arial"/>
              </a:defRPr>
            </a:pPr>
            <a:r>
              <a:rPr sz="2550" b="1">
                <a:solidFill>
                  <a:srgbClr val="00734B"/>
                </a:solidFill>
                <a:latin typeface="Arial"/>
                <a:ea typeface="Arial"/>
                <a:cs typeface="Arial"/>
              </a:rPr>
              <a:t>L</a:t>
            </a:r>
          </a:p>
        </p:txBody>
      </p:sp>
      <p:sp>
        <p:nvSpPr>
          <p:cNvPr id="13" name="text-66">
            <a:extLst xmlns:a="http://schemas.openxmlformats.org/drawingml/2006/main">
              <a:ext uri="{FF2B5EF4-FFF2-40B4-BE49-F238E27FC236}">
                <a16:creationId xmlns:a16="http://schemas.microsoft.com/office/drawing/2014/main" id="{AFE0E499-FA80-4E57-8E45-6129C87DA230}"/>
              </a:ext>
            </a:extLst>
          </p:cNvPr>
          <p:cNvSpPr>
            <a:spLocks xmlns:a="http://schemas.openxmlformats.org/drawingml/2006/main" noGrp="1"/>
          </p:cNvSpPr>
          <p:nvPr/>
        </p:nvSpPr>
        <p:spPr>
          <a:xfrm xmlns:a="http://schemas.openxmlformats.org/drawingml/2006/main">
            <a:off x="5238750" y="4438650"/>
            <a:ext cx="3333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1">
                <a:solidFill>
                  <a:srgbClr val="00734B"/>
                </a:solidFill>
                <a:latin typeface="Arial"/>
                <a:ea typeface="Arial"/>
                <a:cs typeface="Arial"/>
              </a:defRPr>
            </a:defPPr>
            <a:lvl1pPr>
              <a:defRPr sz="1875" b="1">
                <a:solidFill>
                  <a:srgbClr val="00734B"/>
                </a:solidFill>
                <a:latin typeface="Arial"/>
                <a:ea typeface="Arial"/>
                <a:cs typeface="Arial"/>
              </a:defRPr>
            </a:lvl1pPr>
            <a:lvl2pPr>
              <a:defRPr sz="1875" b="1">
                <a:solidFill>
                  <a:srgbClr val="00734B"/>
                </a:solidFill>
                <a:latin typeface="Arial"/>
                <a:ea typeface="Arial"/>
                <a:cs typeface="Arial"/>
              </a:defRPr>
            </a:lvl2pPr>
            <a:lvl3pPr>
              <a:defRPr sz="1875" b="1">
                <a:solidFill>
                  <a:srgbClr val="00734B"/>
                </a:solidFill>
                <a:latin typeface="Arial"/>
                <a:ea typeface="Arial"/>
                <a:cs typeface="Arial"/>
              </a:defRPr>
            </a:lvl3pPr>
            <a:lvl4pPr>
              <a:defRPr sz="1875" b="1">
                <a:solidFill>
                  <a:srgbClr val="00734B"/>
                </a:solidFill>
                <a:latin typeface="Arial"/>
                <a:ea typeface="Arial"/>
                <a:cs typeface="Arial"/>
              </a:defRPr>
            </a:lvl4pPr>
            <a:lvl5pPr>
              <a:defRPr sz="1875" b="1">
                <a:solidFill>
                  <a:srgbClr val="00734B"/>
                </a:solidFill>
                <a:latin typeface="Arial"/>
                <a:ea typeface="Arial"/>
                <a:cs typeface="Arial"/>
              </a:defRPr>
            </a:lvl5pPr>
            <a:lvl6pPr>
              <a:defRPr sz="1875" b="1">
                <a:solidFill>
                  <a:srgbClr val="00734B"/>
                </a:solidFill>
                <a:latin typeface="Arial"/>
                <a:ea typeface="Arial"/>
                <a:cs typeface="Arial"/>
              </a:defRPr>
            </a:lvl6pPr>
            <a:lvl7pPr>
              <a:defRPr sz="1875" b="1">
                <a:solidFill>
                  <a:srgbClr val="00734B"/>
                </a:solidFill>
                <a:latin typeface="Arial"/>
                <a:ea typeface="Arial"/>
                <a:cs typeface="Arial"/>
              </a:defRPr>
            </a:lvl7pPr>
            <a:lvl8pPr>
              <a:defRPr sz="1875" b="1">
                <a:solidFill>
                  <a:srgbClr val="00734B"/>
                </a:solidFill>
                <a:latin typeface="Arial"/>
                <a:ea typeface="Arial"/>
                <a:cs typeface="Arial"/>
              </a:defRPr>
            </a:lvl8pPr>
            <a:lvl9pPr>
              <a:defRPr sz="1875" b="1">
                <a:solidFill>
                  <a:srgbClr val="00734B"/>
                </a:solidFill>
                <a:latin typeface="Arial"/>
                <a:ea typeface="Arial"/>
                <a:cs typeface="Arial"/>
              </a:defRPr>
            </a:lvl9pPr>
          </a:lstStyle>
          <a:p xmlns:a="http://schemas.openxmlformats.org/drawingml/2006/main">
            <a:pPr>
              <a:defRPr sz="1875" b="1">
                <a:solidFill>
                  <a:srgbClr val="00734B"/>
                </a:solidFill>
                <a:latin typeface="Arial"/>
                <a:ea typeface="Arial"/>
                <a:cs typeface="Arial"/>
              </a:defRPr>
            </a:pPr>
            <a:r>
              <a:rPr sz="1875" b="1">
                <a:solidFill>
                  <a:srgbClr val="00734B"/>
                </a:solidFill>
                <a:latin typeface="Arial"/>
                <a:ea typeface="Arial"/>
                <a:cs typeface="Arial"/>
              </a:rPr>
              <a:t>e</a:t>
            </a:r>
          </a:p>
        </p:txBody>
      </p:sp>
      <p:sp>
        <p:nvSpPr>
          <p:cNvPr id="14" name="text-67">
            <a:extLst xmlns:a="http://schemas.openxmlformats.org/drawingml/2006/main">
              <a:ext uri="{FF2B5EF4-FFF2-40B4-BE49-F238E27FC236}">
                <a16:creationId xmlns:a16="http://schemas.microsoft.com/office/drawing/2014/main" id="{A3FAE276-FE30-43DC-A935-704E8E981B39}"/>
              </a:ext>
            </a:extLst>
          </p:cNvPr>
          <p:cNvSpPr>
            <a:spLocks xmlns:a="http://schemas.openxmlformats.org/drawingml/2006/main" noGrp="1"/>
          </p:cNvSpPr>
          <p:nvPr/>
        </p:nvSpPr>
        <p:spPr>
          <a:xfrm xmlns:a="http://schemas.openxmlformats.org/drawingml/2006/main">
            <a:off x="3143250" y="2276475"/>
            <a:ext cx="22669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0">
                <a:solidFill>
                  <a:srgbClr val="53675A"/>
                </a:solidFill>
                <a:latin typeface="Arial"/>
                <a:ea typeface="Arial"/>
                <a:cs typeface="Arial"/>
              </a:defRPr>
            </a:defPPr>
            <a:lvl1pPr>
              <a:defRPr sz="1875" b="0">
                <a:solidFill>
                  <a:srgbClr val="53675A"/>
                </a:solidFill>
                <a:latin typeface="Arial"/>
                <a:ea typeface="Arial"/>
                <a:cs typeface="Arial"/>
              </a:defRPr>
            </a:lvl1pPr>
            <a:lvl2pPr>
              <a:defRPr sz="1875" b="0">
                <a:solidFill>
                  <a:srgbClr val="53675A"/>
                </a:solidFill>
                <a:latin typeface="Arial"/>
                <a:ea typeface="Arial"/>
                <a:cs typeface="Arial"/>
              </a:defRPr>
            </a:lvl2pPr>
            <a:lvl3pPr>
              <a:defRPr sz="1875" b="0">
                <a:solidFill>
                  <a:srgbClr val="53675A"/>
                </a:solidFill>
                <a:latin typeface="Arial"/>
                <a:ea typeface="Arial"/>
                <a:cs typeface="Arial"/>
              </a:defRPr>
            </a:lvl3pPr>
            <a:lvl4pPr>
              <a:defRPr sz="1875" b="0">
                <a:solidFill>
                  <a:srgbClr val="53675A"/>
                </a:solidFill>
                <a:latin typeface="Arial"/>
                <a:ea typeface="Arial"/>
                <a:cs typeface="Arial"/>
              </a:defRPr>
            </a:lvl4pPr>
            <a:lvl5pPr>
              <a:defRPr sz="1875" b="0">
                <a:solidFill>
                  <a:srgbClr val="53675A"/>
                </a:solidFill>
                <a:latin typeface="Arial"/>
                <a:ea typeface="Arial"/>
                <a:cs typeface="Arial"/>
              </a:defRPr>
            </a:lvl5pPr>
            <a:lvl6pPr>
              <a:defRPr sz="1875" b="0">
                <a:solidFill>
                  <a:srgbClr val="53675A"/>
                </a:solidFill>
                <a:latin typeface="Arial"/>
                <a:ea typeface="Arial"/>
                <a:cs typeface="Arial"/>
              </a:defRPr>
            </a:lvl6pPr>
            <a:lvl7pPr>
              <a:defRPr sz="1875" b="0">
                <a:solidFill>
                  <a:srgbClr val="53675A"/>
                </a:solidFill>
                <a:latin typeface="Arial"/>
                <a:ea typeface="Arial"/>
                <a:cs typeface="Arial"/>
              </a:defRPr>
            </a:lvl7pPr>
            <a:lvl8pPr>
              <a:defRPr sz="1875" b="0">
                <a:solidFill>
                  <a:srgbClr val="53675A"/>
                </a:solidFill>
                <a:latin typeface="Arial"/>
                <a:ea typeface="Arial"/>
                <a:cs typeface="Arial"/>
              </a:defRPr>
            </a:lvl8pPr>
            <a:lvl9pPr>
              <a:defRPr sz="1875" b="0">
                <a:solidFill>
                  <a:srgbClr val="53675A"/>
                </a:solidFill>
                <a:latin typeface="Arial"/>
                <a:ea typeface="Arial"/>
                <a:cs typeface="Arial"/>
              </a:defRPr>
            </a:lvl9pPr>
          </a:lstStyle>
          <a:p xmlns:a="http://schemas.openxmlformats.org/drawingml/2006/main">
            <a:pPr>
              <a:defRPr sz="1875" b="0">
                <a:solidFill>
                  <a:srgbClr val="53675A"/>
                </a:solidFill>
                <a:latin typeface="Arial"/>
                <a:ea typeface="Arial"/>
                <a:cs typeface="Arial"/>
              </a:defRPr>
            </a:pPr>
            <a:r>
              <a:rPr sz="1875" b="0">
                <a:solidFill>
                  <a:srgbClr val="53675A"/>
                </a:solidFill>
                <a:latin typeface="Arial"/>
                <a:ea typeface="Arial"/>
                <a:cs typeface="Arial"/>
              </a:rPr>
              <a:t>Rază solară</a:t>
            </a:r>
          </a:p>
        </p:txBody>
      </p:sp>
      <p:sp>
        <p:nvSpPr>
          <p:cNvPr id="15" name="text-68">
            <a:extLst xmlns:a="http://schemas.openxmlformats.org/drawingml/2006/main">
              <a:ext uri="{FF2B5EF4-FFF2-40B4-BE49-F238E27FC236}">
                <a16:creationId xmlns:a16="http://schemas.microsoft.com/office/drawing/2014/main" id="{48C323CE-5142-4AE9-AEA3-4C3589B5A461}"/>
              </a:ext>
            </a:extLst>
          </p:cNvPr>
          <p:cNvSpPr>
            <a:spLocks xmlns:a="http://schemas.openxmlformats.org/drawingml/2006/main" noGrp="1"/>
          </p:cNvSpPr>
          <p:nvPr/>
        </p:nvSpPr>
        <p:spPr>
          <a:xfrm xmlns:a="http://schemas.openxmlformats.org/drawingml/2006/main">
            <a:off x="666750" y="5676900"/>
            <a:ext cx="6000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75" b="0">
                <a:solidFill>
                  <a:srgbClr val="183427"/>
                </a:solidFill>
                <a:latin typeface="Arial"/>
                <a:ea typeface="Arial"/>
                <a:cs typeface="Arial"/>
              </a:defRPr>
            </a:defPPr>
            <a:lvl1pPr>
              <a:defRPr sz="2175" b="0">
                <a:solidFill>
                  <a:srgbClr val="183427"/>
                </a:solidFill>
                <a:latin typeface="Arial"/>
                <a:ea typeface="Arial"/>
                <a:cs typeface="Arial"/>
              </a:defRPr>
            </a:lvl1pPr>
            <a:lvl2pPr>
              <a:defRPr sz="2175" b="0">
                <a:solidFill>
                  <a:srgbClr val="183427"/>
                </a:solidFill>
                <a:latin typeface="Arial"/>
                <a:ea typeface="Arial"/>
                <a:cs typeface="Arial"/>
              </a:defRPr>
            </a:lvl2pPr>
            <a:lvl3pPr>
              <a:defRPr sz="2175" b="0">
                <a:solidFill>
                  <a:srgbClr val="183427"/>
                </a:solidFill>
                <a:latin typeface="Arial"/>
                <a:ea typeface="Arial"/>
                <a:cs typeface="Arial"/>
              </a:defRPr>
            </a:lvl3pPr>
            <a:lvl4pPr>
              <a:defRPr sz="2175" b="0">
                <a:solidFill>
                  <a:srgbClr val="183427"/>
                </a:solidFill>
                <a:latin typeface="Arial"/>
                <a:ea typeface="Arial"/>
                <a:cs typeface="Arial"/>
              </a:defRPr>
            </a:lvl4pPr>
            <a:lvl5pPr>
              <a:defRPr sz="2175" b="0">
                <a:solidFill>
                  <a:srgbClr val="183427"/>
                </a:solidFill>
                <a:latin typeface="Arial"/>
                <a:ea typeface="Arial"/>
                <a:cs typeface="Arial"/>
              </a:defRPr>
            </a:lvl5pPr>
            <a:lvl6pPr>
              <a:defRPr sz="2175" b="0">
                <a:solidFill>
                  <a:srgbClr val="183427"/>
                </a:solidFill>
                <a:latin typeface="Arial"/>
                <a:ea typeface="Arial"/>
                <a:cs typeface="Arial"/>
              </a:defRPr>
            </a:lvl6pPr>
            <a:lvl7pPr>
              <a:defRPr sz="2175" b="0">
                <a:solidFill>
                  <a:srgbClr val="183427"/>
                </a:solidFill>
                <a:latin typeface="Arial"/>
                <a:ea typeface="Arial"/>
                <a:cs typeface="Arial"/>
              </a:defRPr>
            </a:lvl7pPr>
            <a:lvl8pPr>
              <a:defRPr sz="2175" b="0">
                <a:solidFill>
                  <a:srgbClr val="183427"/>
                </a:solidFill>
                <a:latin typeface="Arial"/>
                <a:ea typeface="Arial"/>
                <a:cs typeface="Arial"/>
              </a:defRPr>
            </a:lvl8pPr>
            <a:lvl9pPr>
              <a:defRPr sz="2175" b="0">
                <a:solidFill>
                  <a:srgbClr val="183427"/>
                </a:solidFill>
                <a:latin typeface="Arial"/>
                <a:ea typeface="Arial"/>
                <a:cs typeface="Arial"/>
              </a:defRPr>
            </a:lvl9pPr>
          </a:lstStyle>
          <a:p xmlns:a="http://schemas.openxmlformats.org/drawingml/2006/main">
            <a:pPr>
              <a:defRPr sz="2175" b="0">
                <a:solidFill>
                  <a:srgbClr val="183427"/>
                </a:solidFill>
                <a:latin typeface="Arial"/>
                <a:ea typeface="Arial"/>
                <a:cs typeface="Arial"/>
              </a:defRPr>
            </a:pPr>
            <a:r>
              <a:rPr sz="2175" b="0">
                <a:solidFill>
                  <a:srgbClr val="183427"/>
                </a:solidFill>
                <a:latin typeface="Arial"/>
                <a:ea typeface="Arial"/>
                <a:cs typeface="Arial"/>
              </a:rPr>
              <a:t>Măsurăm de la baza colțului</a:t>
            </a:r>
          </a:p>
          <a:p xmlns:a="http://schemas.openxmlformats.org/drawingml/2006/main">
            <a:pPr>
              <a:defRPr sz="2175" b="0">
                <a:solidFill>
                  <a:srgbClr val="183427"/>
                </a:solidFill>
                <a:latin typeface="Arial"/>
                <a:ea typeface="Arial"/>
                <a:cs typeface="Arial"/>
              </a:defRPr>
            </a:pPr>
            <a:r>
              <a:rPr sz="2175" b="0">
                <a:solidFill>
                  <a:srgbClr val="183427"/>
                </a:solidFill>
                <a:latin typeface="Arial"/>
                <a:ea typeface="Arial"/>
                <a:cs typeface="Arial"/>
              </a:rPr>
              <a:t>până la marginea umbrei lui.</a:t>
            </a:r>
          </a:p>
        </p:txBody>
      </p:sp>
      <p:sp>
        <p:nvSpPr>
          <p:cNvPr id="16" name="text-69">
            <a:extLst xmlns:a="http://schemas.openxmlformats.org/drawingml/2006/main">
              <a:ext uri="{FF2B5EF4-FFF2-40B4-BE49-F238E27FC236}">
                <a16:creationId xmlns:a16="http://schemas.microsoft.com/office/drawing/2014/main" id="{93242B74-EF8D-48DD-912C-EABB4D55F3C6}"/>
              </a:ext>
            </a:extLst>
          </p:cNvPr>
          <p:cNvSpPr>
            <a:spLocks xmlns:a="http://schemas.openxmlformats.org/drawingml/2006/main" noGrp="1"/>
          </p:cNvSpPr>
          <p:nvPr/>
        </p:nvSpPr>
        <p:spPr>
          <a:xfrm xmlns:a="http://schemas.openxmlformats.org/drawingml/2006/main">
            <a:off x="6858000" y="6229350"/>
            <a:ext cx="4429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75" b="0">
                <a:solidFill>
                  <a:srgbClr val="53675A"/>
                </a:solidFill>
                <a:latin typeface="Arial"/>
                <a:ea typeface="Arial"/>
                <a:cs typeface="Arial"/>
              </a:defRPr>
            </a:defPPr>
            <a:lvl1pPr>
              <a:defRPr sz="1275" b="0">
                <a:solidFill>
                  <a:srgbClr val="53675A"/>
                </a:solidFill>
                <a:latin typeface="Arial"/>
                <a:ea typeface="Arial"/>
                <a:cs typeface="Arial"/>
              </a:defRPr>
            </a:lvl1pPr>
            <a:lvl2pPr>
              <a:defRPr sz="1275" b="0">
                <a:solidFill>
                  <a:srgbClr val="53675A"/>
                </a:solidFill>
                <a:latin typeface="Arial"/>
                <a:ea typeface="Arial"/>
                <a:cs typeface="Arial"/>
              </a:defRPr>
            </a:lvl2pPr>
            <a:lvl3pPr>
              <a:defRPr sz="1275" b="0">
                <a:solidFill>
                  <a:srgbClr val="53675A"/>
                </a:solidFill>
                <a:latin typeface="Arial"/>
                <a:ea typeface="Arial"/>
                <a:cs typeface="Arial"/>
              </a:defRPr>
            </a:lvl3pPr>
            <a:lvl4pPr>
              <a:defRPr sz="1275" b="0">
                <a:solidFill>
                  <a:srgbClr val="53675A"/>
                </a:solidFill>
                <a:latin typeface="Arial"/>
                <a:ea typeface="Arial"/>
                <a:cs typeface="Arial"/>
              </a:defRPr>
            </a:lvl4pPr>
            <a:lvl5pPr>
              <a:defRPr sz="1275" b="0">
                <a:solidFill>
                  <a:srgbClr val="53675A"/>
                </a:solidFill>
                <a:latin typeface="Arial"/>
                <a:ea typeface="Arial"/>
                <a:cs typeface="Arial"/>
              </a:defRPr>
            </a:lvl5pPr>
            <a:lvl6pPr>
              <a:defRPr sz="1275" b="0">
                <a:solidFill>
                  <a:srgbClr val="53675A"/>
                </a:solidFill>
                <a:latin typeface="Arial"/>
                <a:ea typeface="Arial"/>
                <a:cs typeface="Arial"/>
              </a:defRPr>
            </a:lvl6pPr>
            <a:lvl7pPr>
              <a:defRPr sz="1275" b="0">
                <a:solidFill>
                  <a:srgbClr val="53675A"/>
                </a:solidFill>
                <a:latin typeface="Arial"/>
                <a:ea typeface="Arial"/>
                <a:cs typeface="Arial"/>
              </a:defRPr>
            </a:lvl7pPr>
            <a:lvl8pPr>
              <a:defRPr sz="1275" b="0">
                <a:solidFill>
                  <a:srgbClr val="53675A"/>
                </a:solidFill>
                <a:latin typeface="Arial"/>
                <a:ea typeface="Arial"/>
                <a:cs typeface="Arial"/>
              </a:defRPr>
            </a:lvl8pPr>
            <a:lvl9pPr>
              <a:defRPr sz="1275" b="0">
                <a:solidFill>
                  <a:srgbClr val="53675A"/>
                </a:solidFill>
                <a:latin typeface="Arial"/>
                <a:ea typeface="Arial"/>
                <a:cs typeface="Arial"/>
              </a:defRPr>
            </a:lvl9pPr>
          </a:lstStyle>
          <a:p xmlns:a="http://schemas.openxmlformats.org/drawingml/2006/main">
            <a:pPr>
              <a:defRPr sz="1275" b="0">
                <a:solidFill>
                  <a:srgbClr val="53675A"/>
                </a:solidFill>
                <a:latin typeface="Arial"/>
                <a:ea typeface="Arial"/>
                <a:cs typeface="Arial"/>
              </a:defRPr>
            </a:pPr>
            <a:r>
              <a:rPr sz="1275" b="0">
                <a:solidFill>
                  <a:srgbClr val="53675A"/>
                </a:solidFill>
                <a:latin typeface="Arial"/>
                <a:ea typeface="Arial"/>
                <a:cs typeface="Arial"/>
              </a:rPr>
              <a:t>Relație geometrică pentru o clădire verticală și teren plan.</a:t>
            </a:r>
          </a:p>
        </p:txBody>
      </p:sp>
    </p:spTree>
    <p:extLst>
      <p:ext uri="{BB962C8B-B14F-4D97-AF65-F5344CB8AC3E}">
        <p14:creationId xmlns:p14="http://schemas.microsoft.com/office/powerpoint/2010/main" val="1039642193"/>
      </p:ext>
    </p:extLst>
  </p:cSld>
</p:sld>
</file>

<file path=ppt/slides/slide5.xml><?xml version="1.0" encoding="utf-8"?>
<p:sld xmlns:p="http://schemas.openxmlformats.org/presentationml/2006/main">
  <p:cSld>
    <p:bg>
      <p:bgPr>
        <a:solidFill xmlns:a="http://schemas.openxmlformats.org/drawingml/2006/main">
          <a:srgbClr val="FAF8F1"/>
        </a:solidFill>
      </p:bgPr>
    </p:bg>
    <p:spTree>
      <p:nvGrpSpPr>
        <p:cNvPr id="1" name=""/>
        <p:cNvGrpSpPr/>
        <p:nvPr/>
      </p:nvGrpSpPr>
      <p:grpSpPr>
        <a:xfrm xmlns:a="http://schemas.openxmlformats.org/drawingml/2006/main"/>
      </p:grpSpPr>
      <p:sp>
        <p:nvSpPr>
          <p:cNvPr id="17" name="text-70">
            <a:extLst xmlns:a="http://schemas.openxmlformats.org/drawingml/2006/main">
              <a:ext uri="{FF2B5EF4-FFF2-40B4-BE49-F238E27FC236}">
                <a16:creationId xmlns:a16="http://schemas.microsoft.com/office/drawing/2014/main" id="{29BB62B7-A71D-4F13-A25B-6318E00E48D1}"/>
              </a:ext>
            </a:extLst>
          </p:cNvPr>
          <p:cNvSpPr>
            <a:spLocks xmlns:a="http://schemas.openxmlformats.org/drawingml/2006/main" noGrp="1"/>
          </p:cNvSpPr>
          <p:nvPr/>
        </p:nvSpPr>
        <p:spPr>
          <a:xfrm xmlns:a="http://schemas.openxmlformats.org/drawingml/2006/main">
            <a:off x="609600" y="5143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4125" b="1">
                <a:solidFill>
                  <a:srgbClr val="183427"/>
                </a:solidFill>
                <a:latin typeface="Arial"/>
                <a:ea typeface="Arial"/>
                <a:cs typeface="Arial"/>
              </a:defRPr>
            </a:defPPr>
            <a:lvl1pPr>
              <a:defRPr sz="4125" b="1">
                <a:solidFill>
                  <a:srgbClr val="183427"/>
                </a:solidFill>
                <a:latin typeface="Arial"/>
                <a:ea typeface="Arial"/>
                <a:cs typeface="Arial"/>
              </a:defRPr>
            </a:lvl1pPr>
            <a:lvl2pPr>
              <a:defRPr sz="4125" b="1">
                <a:solidFill>
                  <a:srgbClr val="183427"/>
                </a:solidFill>
                <a:latin typeface="Arial"/>
                <a:ea typeface="Arial"/>
                <a:cs typeface="Arial"/>
              </a:defRPr>
            </a:lvl2pPr>
            <a:lvl3pPr>
              <a:defRPr sz="4125" b="1">
                <a:solidFill>
                  <a:srgbClr val="183427"/>
                </a:solidFill>
                <a:latin typeface="Arial"/>
                <a:ea typeface="Arial"/>
                <a:cs typeface="Arial"/>
              </a:defRPr>
            </a:lvl3pPr>
            <a:lvl4pPr>
              <a:defRPr sz="4125" b="1">
                <a:solidFill>
                  <a:srgbClr val="183427"/>
                </a:solidFill>
                <a:latin typeface="Arial"/>
                <a:ea typeface="Arial"/>
                <a:cs typeface="Arial"/>
              </a:defRPr>
            </a:lvl4pPr>
            <a:lvl5pPr>
              <a:defRPr sz="4125" b="1">
                <a:solidFill>
                  <a:srgbClr val="183427"/>
                </a:solidFill>
                <a:latin typeface="Arial"/>
                <a:ea typeface="Arial"/>
                <a:cs typeface="Arial"/>
              </a:defRPr>
            </a:lvl5pPr>
            <a:lvl6pPr>
              <a:defRPr sz="4125" b="1">
                <a:solidFill>
                  <a:srgbClr val="183427"/>
                </a:solidFill>
                <a:latin typeface="Arial"/>
                <a:ea typeface="Arial"/>
                <a:cs typeface="Arial"/>
              </a:defRPr>
            </a:lvl6pPr>
            <a:lvl7pPr>
              <a:defRPr sz="4125" b="1">
                <a:solidFill>
                  <a:srgbClr val="183427"/>
                </a:solidFill>
                <a:latin typeface="Arial"/>
                <a:ea typeface="Arial"/>
                <a:cs typeface="Arial"/>
              </a:defRPr>
            </a:lvl7pPr>
            <a:lvl8pPr>
              <a:defRPr sz="4125" b="1">
                <a:solidFill>
                  <a:srgbClr val="183427"/>
                </a:solidFill>
                <a:latin typeface="Arial"/>
                <a:ea typeface="Arial"/>
                <a:cs typeface="Arial"/>
              </a:defRPr>
            </a:lvl8pPr>
            <a:lvl9pPr>
              <a:defRPr sz="4125" b="1">
                <a:solidFill>
                  <a:srgbClr val="183427"/>
                </a:solidFill>
                <a:latin typeface="Arial"/>
                <a:ea typeface="Arial"/>
                <a:cs typeface="Arial"/>
              </a:defRPr>
            </a:lvl9pPr>
          </a:lstStyle>
          <a:p xmlns:a="http://schemas.openxmlformats.org/drawingml/2006/main">
            <a:pPr>
              <a:defRPr sz="4125" b="1">
                <a:solidFill>
                  <a:srgbClr val="183427"/>
                </a:solidFill>
                <a:latin typeface="Arial"/>
                <a:ea typeface="Arial"/>
                <a:cs typeface="Arial"/>
              </a:defRPr>
            </a:pPr>
            <a:r>
              <a:rPr sz="4125" b="1">
                <a:solidFill>
                  <a:srgbClr val="183427"/>
                </a:solidFill>
                <a:latin typeface="Arial"/>
                <a:ea typeface="Arial"/>
                <a:cs typeface="Arial"/>
              </a:rPr>
              <a:t>Ora măsurării contează</a:t>
            </a:r>
          </a:p>
        </p:txBody>
      </p:sp>
      <p:sp>
        <p:nvSpPr>
          <p:cNvPr id="2" name="text-71">
            <a:extLst xmlns:a="http://schemas.openxmlformats.org/drawingml/2006/main">
              <a:ext uri="{FF2B5EF4-FFF2-40B4-BE49-F238E27FC236}">
                <a16:creationId xmlns:a16="http://schemas.microsoft.com/office/drawing/2014/main" id="{764FB44E-3CF8-42DA-9B1A-54FAA6EFA944}"/>
              </a:ext>
            </a:extLst>
          </p:cNvPr>
          <p:cNvSpPr>
            <a:spLocks xmlns:a="http://schemas.openxmlformats.org/drawingml/2006/main" noGrp="1"/>
          </p:cNvSpPr>
          <p:nvPr/>
        </p:nvSpPr>
        <p:spPr>
          <a:xfrm xmlns:a="http://schemas.openxmlformats.org/drawingml/2006/main">
            <a:off x="11249025" y="63817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75" b="0">
                <a:solidFill>
                  <a:srgbClr val="53675A"/>
                </a:solidFill>
                <a:latin typeface="Arial"/>
                <a:ea typeface="Arial"/>
                <a:cs typeface="Arial"/>
              </a:defRPr>
            </a:defPPr>
            <a:lvl1pPr>
              <a:defRPr sz="1275" b="0">
                <a:solidFill>
                  <a:srgbClr val="53675A"/>
                </a:solidFill>
                <a:latin typeface="Arial"/>
                <a:ea typeface="Arial"/>
                <a:cs typeface="Arial"/>
              </a:defRPr>
            </a:lvl1pPr>
            <a:lvl2pPr>
              <a:defRPr sz="1275" b="0">
                <a:solidFill>
                  <a:srgbClr val="53675A"/>
                </a:solidFill>
                <a:latin typeface="Arial"/>
                <a:ea typeface="Arial"/>
                <a:cs typeface="Arial"/>
              </a:defRPr>
            </a:lvl2pPr>
            <a:lvl3pPr>
              <a:defRPr sz="1275" b="0">
                <a:solidFill>
                  <a:srgbClr val="53675A"/>
                </a:solidFill>
                <a:latin typeface="Arial"/>
                <a:ea typeface="Arial"/>
                <a:cs typeface="Arial"/>
              </a:defRPr>
            </a:lvl3pPr>
            <a:lvl4pPr>
              <a:defRPr sz="1275" b="0">
                <a:solidFill>
                  <a:srgbClr val="53675A"/>
                </a:solidFill>
                <a:latin typeface="Arial"/>
                <a:ea typeface="Arial"/>
                <a:cs typeface="Arial"/>
              </a:defRPr>
            </a:lvl4pPr>
            <a:lvl5pPr>
              <a:defRPr sz="1275" b="0">
                <a:solidFill>
                  <a:srgbClr val="53675A"/>
                </a:solidFill>
                <a:latin typeface="Arial"/>
                <a:ea typeface="Arial"/>
                <a:cs typeface="Arial"/>
              </a:defRPr>
            </a:lvl5pPr>
            <a:lvl6pPr>
              <a:defRPr sz="1275" b="0">
                <a:solidFill>
                  <a:srgbClr val="53675A"/>
                </a:solidFill>
                <a:latin typeface="Arial"/>
                <a:ea typeface="Arial"/>
                <a:cs typeface="Arial"/>
              </a:defRPr>
            </a:lvl6pPr>
            <a:lvl7pPr>
              <a:defRPr sz="1275" b="0">
                <a:solidFill>
                  <a:srgbClr val="53675A"/>
                </a:solidFill>
                <a:latin typeface="Arial"/>
                <a:ea typeface="Arial"/>
                <a:cs typeface="Arial"/>
              </a:defRPr>
            </a:lvl7pPr>
            <a:lvl8pPr>
              <a:defRPr sz="1275" b="0">
                <a:solidFill>
                  <a:srgbClr val="53675A"/>
                </a:solidFill>
                <a:latin typeface="Arial"/>
                <a:ea typeface="Arial"/>
                <a:cs typeface="Arial"/>
              </a:defRPr>
            </a:lvl8pPr>
            <a:lvl9pPr>
              <a:defRPr sz="1275" b="0">
                <a:solidFill>
                  <a:srgbClr val="53675A"/>
                </a:solidFill>
                <a:latin typeface="Arial"/>
                <a:ea typeface="Arial"/>
                <a:cs typeface="Arial"/>
              </a:defRPr>
            </a:lvl9pPr>
          </a:lstStyle>
          <a:p xmlns:a="http://schemas.openxmlformats.org/drawingml/2006/main">
            <a:pPr>
              <a:defRPr sz="1275" b="0">
                <a:solidFill>
                  <a:srgbClr val="53675A"/>
                </a:solidFill>
                <a:latin typeface="Arial"/>
                <a:ea typeface="Arial"/>
                <a:cs typeface="Arial"/>
              </a:defRPr>
            </a:pPr>
            <a:r>
              <a:rPr sz="1275" b="0">
                <a:solidFill>
                  <a:srgbClr val="53675A"/>
                </a:solidFill>
                <a:latin typeface="Arial"/>
                <a:ea typeface="Arial"/>
                <a:cs typeface="Arial"/>
              </a:rPr>
              <a:t>05</a:t>
            </a:r>
          </a:p>
        </p:txBody>
      </p:sp>
      <p:sp>
        <p:nvSpPr>
          <p:cNvPr id="3" name="text-72">
            <a:extLst xmlns:a="http://schemas.openxmlformats.org/drawingml/2006/main">
              <a:ext uri="{FF2B5EF4-FFF2-40B4-BE49-F238E27FC236}">
                <a16:creationId xmlns:a16="http://schemas.microsoft.com/office/drawing/2014/main" id="{741BF36B-4983-4146-BECA-5232FB9AF77F}"/>
              </a:ext>
            </a:extLst>
          </p:cNvPr>
          <p:cNvSpPr>
            <a:spLocks xmlns:a="http://schemas.openxmlformats.org/drawingml/2006/main" noGrp="1"/>
          </p:cNvSpPr>
          <p:nvPr/>
        </p:nvSpPr>
        <p:spPr>
          <a:xfrm xmlns:a="http://schemas.openxmlformats.org/drawingml/2006/main">
            <a:off x="647700" y="1533525"/>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400" b="0">
                <a:solidFill>
                  <a:srgbClr val="53675A"/>
                </a:solidFill>
                <a:latin typeface="Arial"/>
                <a:ea typeface="Arial"/>
                <a:cs typeface="Arial"/>
              </a:defRPr>
            </a:defPPr>
            <a:lvl1pPr>
              <a:defRPr sz="2400" b="0">
                <a:solidFill>
                  <a:srgbClr val="53675A"/>
                </a:solidFill>
                <a:latin typeface="Arial"/>
                <a:ea typeface="Arial"/>
                <a:cs typeface="Arial"/>
              </a:defRPr>
            </a:lvl1pPr>
            <a:lvl2pPr>
              <a:defRPr sz="2400" b="0">
                <a:solidFill>
                  <a:srgbClr val="53675A"/>
                </a:solidFill>
                <a:latin typeface="Arial"/>
                <a:ea typeface="Arial"/>
                <a:cs typeface="Arial"/>
              </a:defRPr>
            </a:lvl2pPr>
            <a:lvl3pPr>
              <a:defRPr sz="2400" b="0">
                <a:solidFill>
                  <a:srgbClr val="53675A"/>
                </a:solidFill>
                <a:latin typeface="Arial"/>
                <a:ea typeface="Arial"/>
                <a:cs typeface="Arial"/>
              </a:defRPr>
            </a:lvl3pPr>
            <a:lvl4pPr>
              <a:defRPr sz="2400" b="0">
                <a:solidFill>
                  <a:srgbClr val="53675A"/>
                </a:solidFill>
                <a:latin typeface="Arial"/>
                <a:ea typeface="Arial"/>
                <a:cs typeface="Arial"/>
              </a:defRPr>
            </a:lvl4pPr>
            <a:lvl5pPr>
              <a:defRPr sz="2400" b="0">
                <a:solidFill>
                  <a:srgbClr val="53675A"/>
                </a:solidFill>
                <a:latin typeface="Arial"/>
                <a:ea typeface="Arial"/>
                <a:cs typeface="Arial"/>
              </a:defRPr>
            </a:lvl5pPr>
            <a:lvl6pPr>
              <a:defRPr sz="2400" b="0">
                <a:solidFill>
                  <a:srgbClr val="53675A"/>
                </a:solidFill>
                <a:latin typeface="Arial"/>
                <a:ea typeface="Arial"/>
                <a:cs typeface="Arial"/>
              </a:defRPr>
            </a:lvl6pPr>
            <a:lvl7pPr>
              <a:defRPr sz="2400" b="0">
                <a:solidFill>
                  <a:srgbClr val="53675A"/>
                </a:solidFill>
                <a:latin typeface="Arial"/>
                <a:ea typeface="Arial"/>
                <a:cs typeface="Arial"/>
              </a:defRPr>
            </a:lvl7pPr>
            <a:lvl8pPr>
              <a:defRPr sz="2400" b="0">
                <a:solidFill>
                  <a:srgbClr val="53675A"/>
                </a:solidFill>
                <a:latin typeface="Arial"/>
                <a:ea typeface="Arial"/>
                <a:cs typeface="Arial"/>
              </a:defRPr>
            </a:lvl8pPr>
            <a:lvl9pPr>
              <a:defRPr sz="2400" b="0">
                <a:solidFill>
                  <a:srgbClr val="53675A"/>
                </a:solidFill>
                <a:latin typeface="Arial"/>
                <a:ea typeface="Arial"/>
                <a:cs typeface="Arial"/>
              </a:defRPr>
            </a:lvl9pPr>
          </a:lstStyle>
          <a:p xmlns:a="http://schemas.openxmlformats.org/drawingml/2006/main">
            <a:pPr>
              <a:defRPr sz="2400" b="0">
                <a:solidFill>
                  <a:srgbClr val="53675A"/>
                </a:solidFill>
                <a:latin typeface="Arial"/>
                <a:ea typeface="Arial"/>
                <a:cs typeface="Arial"/>
              </a:defRPr>
            </a:pPr>
            <a:r>
              <a:rPr sz="2400" b="0">
                <a:solidFill>
                  <a:srgbClr val="53675A"/>
                </a:solidFill>
                <a:latin typeface="Arial"/>
                <a:ea typeface="Arial"/>
                <a:cs typeface="Arial"/>
              </a:rPr>
              <a:t>Aceeași abatere de ±5 m. Efect diferit asupra înălțimii.</a:t>
            </a:r>
          </a:p>
        </p:txBody>
      </p:sp>
      <p:sp>
        <p:nvSpPr>
          <p:cNvPr id="4" name="shape-73">
            <a:extLst xmlns:a="http://schemas.openxmlformats.org/drawingml/2006/main">
              <a:ext uri="{FF2B5EF4-FFF2-40B4-BE49-F238E27FC236}">
                <a16:creationId xmlns:a16="http://schemas.microsoft.com/office/drawing/2014/main" id="{9AB2315B-B37D-4195-BA28-82223C019F85}"/>
              </a:ext>
            </a:extLst>
          </p:cNvPr>
          <p:cNvSpPr>
            <a:spLocks xmlns:a="http://schemas.openxmlformats.org/drawingml/2006/main" noGrp="1"/>
          </p:cNvSpPr>
          <p:nvPr/>
        </p:nvSpPr>
        <p:spPr>
          <a:xfrm xmlns:a="http://schemas.openxmlformats.org/drawingml/2006/main" rot="0">
            <a:off x="857250" y="5257800"/>
            <a:ext cx="5514975" cy="19050"/>
          </a:xfrm>
          <a:prstGeom xmlns:a="http://schemas.openxmlformats.org/drawingml/2006/main" prst="rect">
            <a:avLst/>
          </a:prstGeom>
          <a:solidFill xmlns:a="http://schemas.openxmlformats.org/drawingml/2006/main">
            <a:srgbClr val="CFD9CA"/>
          </a:solidFill>
          <a:ln xmlns:a="http://schemas.openxmlformats.org/drawingml/2006/main" w="0">
            <a:noFill/>
            <a:prstDash val="solid"/>
          </a:ln>
        </p:spPr>
      </p:sp>
      <p:sp>
        <p:nvSpPr>
          <p:cNvPr id="5" name="shape-74">
            <a:extLst xmlns:a="http://schemas.openxmlformats.org/drawingml/2006/main">
              <a:ext uri="{FF2B5EF4-FFF2-40B4-BE49-F238E27FC236}">
                <a16:creationId xmlns:a16="http://schemas.microsoft.com/office/drawing/2014/main" id="{69072F84-AEEA-435D-AF37-43ABFA89C2DC}"/>
              </a:ext>
            </a:extLst>
          </p:cNvPr>
          <p:cNvSpPr>
            <a:spLocks xmlns:a="http://schemas.openxmlformats.org/drawingml/2006/main" noGrp="1"/>
          </p:cNvSpPr>
          <p:nvPr/>
        </p:nvSpPr>
        <p:spPr>
          <a:xfrm xmlns:a="http://schemas.openxmlformats.org/drawingml/2006/main" rot="0">
            <a:off x="1466850" y="4648200"/>
            <a:ext cx="1323975" cy="609600"/>
          </a:xfrm>
          <a:prstGeom xmlns:a="http://schemas.openxmlformats.org/drawingml/2006/main" prst="rect">
            <a:avLst/>
          </a:prstGeom>
          <a:solidFill xmlns:a="http://schemas.openxmlformats.org/drawingml/2006/main">
            <a:srgbClr val="00734B"/>
          </a:solidFill>
          <a:ln xmlns:a="http://schemas.openxmlformats.org/drawingml/2006/main" w="0">
            <a:noFill/>
            <a:prstDash val="solid"/>
          </a:ln>
        </p:spPr>
      </p:sp>
      <p:sp>
        <p:nvSpPr>
          <p:cNvPr id="6" name="text-75">
            <a:extLst xmlns:a="http://schemas.openxmlformats.org/drawingml/2006/main">
              <a:ext uri="{FF2B5EF4-FFF2-40B4-BE49-F238E27FC236}">
                <a16:creationId xmlns:a16="http://schemas.microsoft.com/office/drawing/2014/main" id="{316F19CA-0AC5-46E1-92CB-D14292D606F4}"/>
              </a:ext>
            </a:extLst>
          </p:cNvPr>
          <p:cNvSpPr>
            <a:spLocks xmlns:a="http://schemas.openxmlformats.org/drawingml/2006/main" noGrp="1"/>
          </p:cNvSpPr>
          <p:nvPr/>
        </p:nvSpPr>
        <p:spPr>
          <a:xfrm xmlns:a="http://schemas.openxmlformats.org/drawingml/2006/main">
            <a:off x="1314450" y="4114800"/>
            <a:ext cx="1952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475" b="1">
                <a:solidFill>
                  <a:srgbClr val="143B2C"/>
                </a:solidFill>
                <a:latin typeface="Arial"/>
                <a:ea typeface="Arial"/>
                <a:cs typeface="Arial"/>
              </a:defRPr>
            </a:defPPr>
            <a:lvl1pPr>
              <a:defRPr sz="2475" b="1">
                <a:solidFill>
                  <a:srgbClr val="143B2C"/>
                </a:solidFill>
                <a:latin typeface="Arial"/>
                <a:ea typeface="Arial"/>
                <a:cs typeface="Arial"/>
              </a:defRPr>
            </a:lvl1pPr>
            <a:lvl2pPr>
              <a:defRPr sz="2475" b="1">
                <a:solidFill>
                  <a:srgbClr val="143B2C"/>
                </a:solidFill>
                <a:latin typeface="Arial"/>
                <a:ea typeface="Arial"/>
                <a:cs typeface="Arial"/>
              </a:defRPr>
            </a:lvl2pPr>
            <a:lvl3pPr>
              <a:defRPr sz="2475" b="1">
                <a:solidFill>
                  <a:srgbClr val="143B2C"/>
                </a:solidFill>
                <a:latin typeface="Arial"/>
                <a:ea typeface="Arial"/>
                <a:cs typeface="Arial"/>
              </a:defRPr>
            </a:lvl3pPr>
            <a:lvl4pPr>
              <a:defRPr sz="2475" b="1">
                <a:solidFill>
                  <a:srgbClr val="143B2C"/>
                </a:solidFill>
                <a:latin typeface="Arial"/>
                <a:ea typeface="Arial"/>
                <a:cs typeface="Arial"/>
              </a:defRPr>
            </a:lvl4pPr>
            <a:lvl5pPr>
              <a:defRPr sz="2475" b="1">
                <a:solidFill>
                  <a:srgbClr val="143B2C"/>
                </a:solidFill>
                <a:latin typeface="Arial"/>
                <a:ea typeface="Arial"/>
                <a:cs typeface="Arial"/>
              </a:defRPr>
            </a:lvl5pPr>
            <a:lvl6pPr>
              <a:defRPr sz="2475" b="1">
                <a:solidFill>
                  <a:srgbClr val="143B2C"/>
                </a:solidFill>
                <a:latin typeface="Arial"/>
                <a:ea typeface="Arial"/>
                <a:cs typeface="Arial"/>
              </a:defRPr>
            </a:lvl6pPr>
            <a:lvl7pPr>
              <a:defRPr sz="2475" b="1">
                <a:solidFill>
                  <a:srgbClr val="143B2C"/>
                </a:solidFill>
                <a:latin typeface="Arial"/>
                <a:ea typeface="Arial"/>
                <a:cs typeface="Arial"/>
              </a:defRPr>
            </a:lvl7pPr>
            <a:lvl8pPr>
              <a:defRPr sz="2475" b="1">
                <a:solidFill>
                  <a:srgbClr val="143B2C"/>
                </a:solidFill>
                <a:latin typeface="Arial"/>
                <a:ea typeface="Arial"/>
                <a:cs typeface="Arial"/>
              </a:defRPr>
            </a:lvl8pPr>
            <a:lvl9pPr>
              <a:defRPr sz="2475" b="1">
                <a:solidFill>
                  <a:srgbClr val="143B2C"/>
                </a:solidFill>
                <a:latin typeface="Arial"/>
                <a:ea typeface="Arial"/>
                <a:cs typeface="Arial"/>
              </a:defRPr>
            </a:lvl9pPr>
          </a:lstStyle>
          <a:p xmlns:a="http://schemas.openxmlformats.org/drawingml/2006/main">
            <a:pPr>
              <a:defRPr sz="2475" b="1">
                <a:solidFill>
                  <a:srgbClr val="143B2C"/>
                </a:solidFill>
                <a:latin typeface="Arial"/>
                <a:ea typeface="Arial"/>
                <a:cs typeface="Arial"/>
              </a:defRPr>
            </a:pPr>
            <a:r>
              <a:rPr sz="2475" b="1">
                <a:solidFill>
                  <a:srgbClr val="143B2C"/>
                </a:solidFill>
                <a:latin typeface="Arial"/>
                <a:ea typeface="Arial"/>
                <a:cs typeface="Arial"/>
              </a:rPr>
              <a:t>±3,2 m</a:t>
            </a:r>
          </a:p>
        </p:txBody>
      </p:sp>
      <p:sp>
        <p:nvSpPr>
          <p:cNvPr id="7" name="text-76">
            <a:extLst xmlns:a="http://schemas.openxmlformats.org/drawingml/2006/main">
              <a:ext uri="{FF2B5EF4-FFF2-40B4-BE49-F238E27FC236}">
                <a16:creationId xmlns:a16="http://schemas.microsoft.com/office/drawing/2014/main" id="{80A6EAEA-F7A9-4399-B0AC-0659A0599FB6}"/>
              </a:ext>
            </a:extLst>
          </p:cNvPr>
          <p:cNvSpPr>
            <a:spLocks xmlns:a="http://schemas.openxmlformats.org/drawingml/2006/main" noGrp="1"/>
          </p:cNvSpPr>
          <p:nvPr/>
        </p:nvSpPr>
        <p:spPr>
          <a:xfrm xmlns:a="http://schemas.openxmlformats.org/drawingml/2006/main">
            <a:off x="1133475" y="546735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00" b="1">
                <a:solidFill>
                  <a:srgbClr val="183427"/>
                </a:solidFill>
                <a:latin typeface="Arial"/>
                <a:ea typeface="Arial"/>
                <a:cs typeface="Arial"/>
              </a:defRPr>
            </a:defPPr>
            <a:lvl1pPr>
              <a:defRPr sz="1800" b="1">
                <a:solidFill>
                  <a:srgbClr val="183427"/>
                </a:solidFill>
                <a:latin typeface="Arial"/>
                <a:ea typeface="Arial"/>
                <a:cs typeface="Arial"/>
              </a:defRPr>
            </a:lvl1pPr>
            <a:lvl2pPr>
              <a:defRPr sz="1800" b="1">
                <a:solidFill>
                  <a:srgbClr val="183427"/>
                </a:solidFill>
                <a:latin typeface="Arial"/>
                <a:ea typeface="Arial"/>
                <a:cs typeface="Arial"/>
              </a:defRPr>
            </a:lvl2pPr>
            <a:lvl3pPr>
              <a:defRPr sz="1800" b="1">
                <a:solidFill>
                  <a:srgbClr val="183427"/>
                </a:solidFill>
                <a:latin typeface="Arial"/>
                <a:ea typeface="Arial"/>
                <a:cs typeface="Arial"/>
              </a:defRPr>
            </a:lvl3pPr>
            <a:lvl4pPr>
              <a:defRPr sz="1800" b="1">
                <a:solidFill>
                  <a:srgbClr val="183427"/>
                </a:solidFill>
                <a:latin typeface="Arial"/>
                <a:ea typeface="Arial"/>
                <a:cs typeface="Arial"/>
              </a:defRPr>
            </a:lvl4pPr>
            <a:lvl5pPr>
              <a:defRPr sz="1800" b="1">
                <a:solidFill>
                  <a:srgbClr val="183427"/>
                </a:solidFill>
                <a:latin typeface="Arial"/>
                <a:ea typeface="Arial"/>
                <a:cs typeface="Arial"/>
              </a:defRPr>
            </a:lvl5pPr>
            <a:lvl6pPr>
              <a:defRPr sz="1800" b="1">
                <a:solidFill>
                  <a:srgbClr val="183427"/>
                </a:solidFill>
                <a:latin typeface="Arial"/>
                <a:ea typeface="Arial"/>
                <a:cs typeface="Arial"/>
              </a:defRPr>
            </a:lvl6pPr>
            <a:lvl7pPr>
              <a:defRPr sz="1800" b="1">
                <a:solidFill>
                  <a:srgbClr val="183427"/>
                </a:solidFill>
                <a:latin typeface="Arial"/>
                <a:ea typeface="Arial"/>
                <a:cs typeface="Arial"/>
              </a:defRPr>
            </a:lvl7pPr>
            <a:lvl8pPr>
              <a:defRPr sz="1800" b="1">
                <a:solidFill>
                  <a:srgbClr val="183427"/>
                </a:solidFill>
                <a:latin typeface="Arial"/>
                <a:ea typeface="Arial"/>
                <a:cs typeface="Arial"/>
              </a:defRPr>
            </a:lvl8pPr>
            <a:lvl9pPr>
              <a:defRPr sz="1800" b="1">
                <a:solidFill>
                  <a:srgbClr val="183427"/>
                </a:solidFill>
                <a:latin typeface="Arial"/>
                <a:ea typeface="Arial"/>
                <a:cs typeface="Arial"/>
              </a:defRPr>
            </a:lvl9pPr>
          </a:lstStyle>
          <a:p xmlns:a="http://schemas.openxmlformats.org/drawingml/2006/main">
            <a:pPr>
              <a:defRPr sz="1800" b="1">
                <a:solidFill>
                  <a:srgbClr val="183427"/>
                </a:solidFill>
                <a:latin typeface="Arial"/>
                <a:ea typeface="Arial"/>
                <a:cs typeface="Arial"/>
              </a:defRPr>
            </a:pPr>
            <a:r>
              <a:rPr sz="1800" b="1">
                <a:solidFill>
                  <a:srgbClr val="183427"/>
                </a:solidFill>
                <a:latin typeface="Arial"/>
                <a:ea typeface="Arial"/>
                <a:cs typeface="Arial"/>
              </a:rPr>
              <a:t>27 octombrie, 12:00</a:t>
            </a:r>
          </a:p>
        </p:txBody>
      </p:sp>
      <p:sp>
        <p:nvSpPr>
          <p:cNvPr id="8" name="text-77">
            <a:extLst xmlns:a="http://schemas.openxmlformats.org/drawingml/2006/main">
              <a:ext uri="{FF2B5EF4-FFF2-40B4-BE49-F238E27FC236}">
                <a16:creationId xmlns:a16="http://schemas.microsoft.com/office/drawing/2014/main" id="{6FA28799-7C12-40C7-BDD0-5766D4DF5DB1}"/>
              </a:ext>
            </a:extLst>
          </p:cNvPr>
          <p:cNvSpPr>
            <a:spLocks xmlns:a="http://schemas.openxmlformats.org/drawingml/2006/main" noGrp="1"/>
          </p:cNvSpPr>
          <p:nvPr/>
        </p:nvSpPr>
        <p:spPr>
          <a:xfrm xmlns:a="http://schemas.openxmlformats.org/drawingml/2006/main">
            <a:off x="1304925" y="5895975"/>
            <a:ext cx="20383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725" b="0">
                <a:solidFill>
                  <a:srgbClr val="53675A"/>
                </a:solidFill>
                <a:latin typeface="Arial"/>
                <a:ea typeface="Arial"/>
                <a:cs typeface="Arial"/>
              </a:defRPr>
            </a:defPPr>
            <a:lvl1pPr>
              <a:defRPr sz="1725" b="0">
                <a:solidFill>
                  <a:srgbClr val="53675A"/>
                </a:solidFill>
                <a:latin typeface="Arial"/>
                <a:ea typeface="Arial"/>
                <a:cs typeface="Arial"/>
              </a:defRPr>
            </a:lvl1pPr>
            <a:lvl2pPr>
              <a:defRPr sz="1725" b="0">
                <a:solidFill>
                  <a:srgbClr val="53675A"/>
                </a:solidFill>
                <a:latin typeface="Arial"/>
                <a:ea typeface="Arial"/>
                <a:cs typeface="Arial"/>
              </a:defRPr>
            </a:lvl2pPr>
            <a:lvl3pPr>
              <a:defRPr sz="1725" b="0">
                <a:solidFill>
                  <a:srgbClr val="53675A"/>
                </a:solidFill>
                <a:latin typeface="Arial"/>
                <a:ea typeface="Arial"/>
                <a:cs typeface="Arial"/>
              </a:defRPr>
            </a:lvl3pPr>
            <a:lvl4pPr>
              <a:defRPr sz="1725" b="0">
                <a:solidFill>
                  <a:srgbClr val="53675A"/>
                </a:solidFill>
                <a:latin typeface="Arial"/>
                <a:ea typeface="Arial"/>
                <a:cs typeface="Arial"/>
              </a:defRPr>
            </a:lvl4pPr>
            <a:lvl5pPr>
              <a:defRPr sz="1725" b="0">
                <a:solidFill>
                  <a:srgbClr val="53675A"/>
                </a:solidFill>
                <a:latin typeface="Arial"/>
                <a:ea typeface="Arial"/>
                <a:cs typeface="Arial"/>
              </a:defRPr>
            </a:lvl5pPr>
            <a:lvl6pPr>
              <a:defRPr sz="1725" b="0">
                <a:solidFill>
                  <a:srgbClr val="53675A"/>
                </a:solidFill>
                <a:latin typeface="Arial"/>
                <a:ea typeface="Arial"/>
                <a:cs typeface="Arial"/>
              </a:defRPr>
            </a:lvl6pPr>
            <a:lvl7pPr>
              <a:defRPr sz="1725" b="0">
                <a:solidFill>
                  <a:srgbClr val="53675A"/>
                </a:solidFill>
                <a:latin typeface="Arial"/>
                <a:ea typeface="Arial"/>
                <a:cs typeface="Arial"/>
              </a:defRPr>
            </a:lvl7pPr>
            <a:lvl8pPr>
              <a:defRPr sz="1725" b="0">
                <a:solidFill>
                  <a:srgbClr val="53675A"/>
                </a:solidFill>
                <a:latin typeface="Arial"/>
                <a:ea typeface="Arial"/>
                <a:cs typeface="Arial"/>
              </a:defRPr>
            </a:lvl8pPr>
            <a:lvl9pPr>
              <a:defRPr sz="1725" b="0">
                <a:solidFill>
                  <a:srgbClr val="53675A"/>
                </a:solidFill>
                <a:latin typeface="Arial"/>
                <a:ea typeface="Arial"/>
                <a:cs typeface="Arial"/>
              </a:defRPr>
            </a:lvl9pPr>
          </a:lstStyle>
          <a:p xmlns:a="http://schemas.openxmlformats.org/drawingml/2006/main">
            <a:pPr>
              <a:defRPr sz="1725" b="0">
                <a:solidFill>
                  <a:srgbClr val="53675A"/>
                </a:solidFill>
                <a:latin typeface="Arial"/>
                <a:ea typeface="Arial"/>
                <a:cs typeface="Arial"/>
              </a:defRPr>
            </a:pPr>
            <a:r>
              <a:rPr sz="1725" b="0">
                <a:solidFill>
                  <a:srgbClr val="53675A"/>
                </a:solidFill>
                <a:latin typeface="Arial"/>
                <a:ea typeface="Arial"/>
                <a:cs typeface="Arial"/>
              </a:rPr>
              <a:t>e = 32,9°</a:t>
            </a:r>
          </a:p>
        </p:txBody>
      </p:sp>
      <p:sp>
        <p:nvSpPr>
          <p:cNvPr id="9" name="shape-78">
            <a:extLst xmlns:a="http://schemas.openxmlformats.org/drawingml/2006/main">
              <a:ext uri="{FF2B5EF4-FFF2-40B4-BE49-F238E27FC236}">
                <a16:creationId xmlns:a16="http://schemas.microsoft.com/office/drawing/2014/main" id="{BDB9619B-5BEA-4448-9057-0BC632EF47E1}"/>
              </a:ext>
            </a:extLst>
          </p:cNvPr>
          <p:cNvSpPr>
            <a:spLocks xmlns:a="http://schemas.openxmlformats.org/drawingml/2006/main" noGrp="1"/>
          </p:cNvSpPr>
          <p:nvPr/>
        </p:nvSpPr>
        <p:spPr>
          <a:xfrm xmlns:a="http://schemas.openxmlformats.org/drawingml/2006/main" rot="0">
            <a:off x="3962400" y="2743200"/>
            <a:ext cx="1323975" cy="2514600"/>
          </a:xfrm>
          <a:prstGeom xmlns:a="http://schemas.openxmlformats.org/drawingml/2006/main" prst="rect">
            <a:avLst/>
          </a:prstGeom>
          <a:solidFill xmlns:a="http://schemas.openxmlformats.org/drawingml/2006/main">
            <a:srgbClr val="00734B"/>
          </a:solidFill>
          <a:ln xmlns:a="http://schemas.openxmlformats.org/drawingml/2006/main" w="0">
            <a:noFill/>
            <a:prstDash val="solid"/>
          </a:ln>
        </p:spPr>
      </p:sp>
      <p:sp>
        <p:nvSpPr>
          <p:cNvPr id="10" name="text-79">
            <a:extLst xmlns:a="http://schemas.openxmlformats.org/drawingml/2006/main">
              <a:ext uri="{FF2B5EF4-FFF2-40B4-BE49-F238E27FC236}">
                <a16:creationId xmlns:a16="http://schemas.microsoft.com/office/drawing/2014/main" id="{29213818-E259-420A-B11A-5EC164B81238}"/>
              </a:ext>
            </a:extLst>
          </p:cNvPr>
          <p:cNvSpPr>
            <a:spLocks xmlns:a="http://schemas.openxmlformats.org/drawingml/2006/main" noGrp="1"/>
          </p:cNvSpPr>
          <p:nvPr/>
        </p:nvSpPr>
        <p:spPr>
          <a:xfrm xmlns:a="http://schemas.openxmlformats.org/drawingml/2006/main">
            <a:off x="3810000" y="2209800"/>
            <a:ext cx="1952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475" b="1">
                <a:solidFill>
                  <a:srgbClr val="143B2C"/>
                </a:solidFill>
                <a:latin typeface="Arial"/>
                <a:ea typeface="Arial"/>
                <a:cs typeface="Arial"/>
              </a:defRPr>
            </a:defPPr>
            <a:lvl1pPr>
              <a:defRPr sz="2475" b="1">
                <a:solidFill>
                  <a:srgbClr val="143B2C"/>
                </a:solidFill>
                <a:latin typeface="Arial"/>
                <a:ea typeface="Arial"/>
                <a:cs typeface="Arial"/>
              </a:defRPr>
            </a:lvl1pPr>
            <a:lvl2pPr>
              <a:defRPr sz="2475" b="1">
                <a:solidFill>
                  <a:srgbClr val="143B2C"/>
                </a:solidFill>
                <a:latin typeface="Arial"/>
                <a:ea typeface="Arial"/>
                <a:cs typeface="Arial"/>
              </a:defRPr>
            </a:lvl2pPr>
            <a:lvl3pPr>
              <a:defRPr sz="2475" b="1">
                <a:solidFill>
                  <a:srgbClr val="143B2C"/>
                </a:solidFill>
                <a:latin typeface="Arial"/>
                <a:ea typeface="Arial"/>
                <a:cs typeface="Arial"/>
              </a:defRPr>
            </a:lvl3pPr>
            <a:lvl4pPr>
              <a:defRPr sz="2475" b="1">
                <a:solidFill>
                  <a:srgbClr val="143B2C"/>
                </a:solidFill>
                <a:latin typeface="Arial"/>
                <a:ea typeface="Arial"/>
                <a:cs typeface="Arial"/>
              </a:defRPr>
            </a:lvl4pPr>
            <a:lvl5pPr>
              <a:defRPr sz="2475" b="1">
                <a:solidFill>
                  <a:srgbClr val="143B2C"/>
                </a:solidFill>
                <a:latin typeface="Arial"/>
                <a:ea typeface="Arial"/>
                <a:cs typeface="Arial"/>
              </a:defRPr>
            </a:lvl5pPr>
            <a:lvl6pPr>
              <a:defRPr sz="2475" b="1">
                <a:solidFill>
                  <a:srgbClr val="143B2C"/>
                </a:solidFill>
                <a:latin typeface="Arial"/>
                <a:ea typeface="Arial"/>
                <a:cs typeface="Arial"/>
              </a:defRPr>
            </a:lvl6pPr>
            <a:lvl7pPr>
              <a:defRPr sz="2475" b="1">
                <a:solidFill>
                  <a:srgbClr val="143B2C"/>
                </a:solidFill>
                <a:latin typeface="Arial"/>
                <a:ea typeface="Arial"/>
                <a:cs typeface="Arial"/>
              </a:defRPr>
            </a:lvl7pPr>
            <a:lvl8pPr>
              <a:defRPr sz="2475" b="1">
                <a:solidFill>
                  <a:srgbClr val="143B2C"/>
                </a:solidFill>
                <a:latin typeface="Arial"/>
                <a:ea typeface="Arial"/>
                <a:cs typeface="Arial"/>
              </a:defRPr>
            </a:lvl8pPr>
            <a:lvl9pPr>
              <a:defRPr sz="2475" b="1">
                <a:solidFill>
                  <a:srgbClr val="143B2C"/>
                </a:solidFill>
                <a:latin typeface="Arial"/>
                <a:ea typeface="Arial"/>
                <a:cs typeface="Arial"/>
              </a:defRPr>
            </a:lvl9pPr>
          </a:lstStyle>
          <a:p xmlns:a="http://schemas.openxmlformats.org/drawingml/2006/main">
            <a:pPr>
              <a:defRPr sz="2475" b="1">
                <a:solidFill>
                  <a:srgbClr val="143B2C"/>
                </a:solidFill>
                <a:latin typeface="Arial"/>
                <a:ea typeface="Arial"/>
                <a:cs typeface="Arial"/>
              </a:defRPr>
            </a:pPr>
            <a:r>
              <a:rPr sz="2475" b="1">
                <a:solidFill>
                  <a:srgbClr val="143B2C"/>
                </a:solidFill>
                <a:latin typeface="Arial"/>
                <a:ea typeface="Arial"/>
                <a:cs typeface="Arial"/>
              </a:rPr>
              <a:t>±13,2 m</a:t>
            </a:r>
          </a:p>
        </p:txBody>
      </p:sp>
      <p:sp>
        <p:nvSpPr>
          <p:cNvPr id="11" name="text-80">
            <a:extLst xmlns:a="http://schemas.openxmlformats.org/drawingml/2006/main">
              <a:ext uri="{FF2B5EF4-FFF2-40B4-BE49-F238E27FC236}">
                <a16:creationId xmlns:a16="http://schemas.microsoft.com/office/drawing/2014/main" id="{1501CC3D-63FE-4EB0-876A-B68C4F75F7BD}"/>
              </a:ext>
            </a:extLst>
          </p:cNvPr>
          <p:cNvSpPr>
            <a:spLocks xmlns:a="http://schemas.openxmlformats.org/drawingml/2006/main" noGrp="1"/>
          </p:cNvSpPr>
          <p:nvPr/>
        </p:nvSpPr>
        <p:spPr>
          <a:xfrm xmlns:a="http://schemas.openxmlformats.org/drawingml/2006/main">
            <a:off x="3629025" y="5467350"/>
            <a:ext cx="2286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00" b="1">
                <a:solidFill>
                  <a:srgbClr val="183427"/>
                </a:solidFill>
                <a:latin typeface="Arial"/>
                <a:ea typeface="Arial"/>
                <a:cs typeface="Arial"/>
              </a:defRPr>
            </a:defPPr>
            <a:lvl1pPr>
              <a:defRPr sz="1800" b="1">
                <a:solidFill>
                  <a:srgbClr val="183427"/>
                </a:solidFill>
                <a:latin typeface="Arial"/>
                <a:ea typeface="Arial"/>
                <a:cs typeface="Arial"/>
              </a:defRPr>
            </a:lvl1pPr>
            <a:lvl2pPr>
              <a:defRPr sz="1800" b="1">
                <a:solidFill>
                  <a:srgbClr val="183427"/>
                </a:solidFill>
                <a:latin typeface="Arial"/>
                <a:ea typeface="Arial"/>
                <a:cs typeface="Arial"/>
              </a:defRPr>
            </a:lvl2pPr>
            <a:lvl3pPr>
              <a:defRPr sz="1800" b="1">
                <a:solidFill>
                  <a:srgbClr val="183427"/>
                </a:solidFill>
                <a:latin typeface="Arial"/>
                <a:ea typeface="Arial"/>
                <a:cs typeface="Arial"/>
              </a:defRPr>
            </a:lvl3pPr>
            <a:lvl4pPr>
              <a:defRPr sz="1800" b="1">
                <a:solidFill>
                  <a:srgbClr val="183427"/>
                </a:solidFill>
                <a:latin typeface="Arial"/>
                <a:ea typeface="Arial"/>
                <a:cs typeface="Arial"/>
              </a:defRPr>
            </a:lvl4pPr>
            <a:lvl5pPr>
              <a:defRPr sz="1800" b="1">
                <a:solidFill>
                  <a:srgbClr val="183427"/>
                </a:solidFill>
                <a:latin typeface="Arial"/>
                <a:ea typeface="Arial"/>
                <a:cs typeface="Arial"/>
              </a:defRPr>
            </a:lvl5pPr>
            <a:lvl6pPr>
              <a:defRPr sz="1800" b="1">
                <a:solidFill>
                  <a:srgbClr val="183427"/>
                </a:solidFill>
                <a:latin typeface="Arial"/>
                <a:ea typeface="Arial"/>
                <a:cs typeface="Arial"/>
              </a:defRPr>
            </a:lvl6pPr>
            <a:lvl7pPr>
              <a:defRPr sz="1800" b="1">
                <a:solidFill>
                  <a:srgbClr val="183427"/>
                </a:solidFill>
                <a:latin typeface="Arial"/>
                <a:ea typeface="Arial"/>
                <a:cs typeface="Arial"/>
              </a:defRPr>
            </a:lvl7pPr>
            <a:lvl8pPr>
              <a:defRPr sz="1800" b="1">
                <a:solidFill>
                  <a:srgbClr val="183427"/>
                </a:solidFill>
                <a:latin typeface="Arial"/>
                <a:ea typeface="Arial"/>
                <a:cs typeface="Arial"/>
              </a:defRPr>
            </a:lvl8pPr>
            <a:lvl9pPr>
              <a:defRPr sz="1800" b="1">
                <a:solidFill>
                  <a:srgbClr val="183427"/>
                </a:solidFill>
                <a:latin typeface="Arial"/>
                <a:ea typeface="Arial"/>
                <a:cs typeface="Arial"/>
              </a:defRPr>
            </a:lvl9pPr>
          </a:lstStyle>
          <a:p xmlns:a="http://schemas.openxmlformats.org/drawingml/2006/main">
            <a:pPr>
              <a:defRPr sz="1800" b="1">
                <a:solidFill>
                  <a:srgbClr val="183427"/>
                </a:solidFill>
                <a:latin typeface="Arial"/>
                <a:ea typeface="Arial"/>
                <a:cs typeface="Arial"/>
              </a:defRPr>
            </a:pPr>
            <a:r>
              <a:rPr sz="1800" b="1">
                <a:solidFill>
                  <a:srgbClr val="183427"/>
                </a:solidFill>
                <a:latin typeface="Arial"/>
                <a:ea typeface="Arial"/>
                <a:cs typeface="Arial"/>
              </a:rPr>
              <a:t>21 iunie, 13:00</a:t>
            </a:r>
          </a:p>
        </p:txBody>
      </p:sp>
      <p:sp>
        <p:nvSpPr>
          <p:cNvPr id="12" name="text-81">
            <a:extLst xmlns:a="http://schemas.openxmlformats.org/drawingml/2006/main">
              <a:ext uri="{FF2B5EF4-FFF2-40B4-BE49-F238E27FC236}">
                <a16:creationId xmlns:a16="http://schemas.microsoft.com/office/drawing/2014/main" id="{4F53A124-9A7A-4150-9D1B-DD924AB94363}"/>
              </a:ext>
            </a:extLst>
          </p:cNvPr>
          <p:cNvSpPr>
            <a:spLocks xmlns:a="http://schemas.openxmlformats.org/drawingml/2006/main" noGrp="1"/>
          </p:cNvSpPr>
          <p:nvPr/>
        </p:nvSpPr>
        <p:spPr>
          <a:xfrm xmlns:a="http://schemas.openxmlformats.org/drawingml/2006/main">
            <a:off x="3800475" y="5895975"/>
            <a:ext cx="20383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725" b="0">
                <a:solidFill>
                  <a:srgbClr val="53675A"/>
                </a:solidFill>
                <a:latin typeface="Arial"/>
                <a:ea typeface="Arial"/>
                <a:cs typeface="Arial"/>
              </a:defRPr>
            </a:defPPr>
            <a:lvl1pPr>
              <a:defRPr sz="1725" b="0">
                <a:solidFill>
                  <a:srgbClr val="53675A"/>
                </a:solidFill>
                <a:latin typeface="Arial"/>
                <a:ea typeface="Arial"/>
                <a:cs typeface="Arial"/>
              </a:defRPr>
            </a:lvl1pPr>
            <a:lvl2pPr>
              <a:defRPr sz="1725" b="0">
                <a:solidFill>
                  <a:srgbClr val="53675A"/>
                </a:solidFill>
                <a:latin typeface="Arial"/>
                <a:ea typeface="Arial"/>
                <a:cs typeface="Arial"/>
              </a:defRPr>
            </a:lvl2pPr>
            <a:lvl3pPr>
              <a:defRPr sz="1725" b="0">
                <a:solidFill>
                  <a:srgbClr val="53675A"/>
                </a:solidFill>
                <a:latin typeface="Arial"/>
                <a:ea typeface="Arial"/>
                <a:cs typeface="Arial"/>
              </a:defRPr>
            </a:lvl3pPr>
            <a:lvl4pPr>
              <a:defRPr sz="1725" b="0">
                <a:solidFill>
                  <a:srgbClr val="53675A"/>
                </a:solidFill>
                <a:latin typeface="Arial"/>
                <a:ea typeface="Arial"/>
                <a:cs typeface="Arial"/>
              </a:defRPr>
            </a:lvl4pPr>
            <a:lvl5pPr>
              <a:defRPr sz="1725" b="0">
                <a:solidFill>
                  <a:srgbClr val="53675A"/>
                </a:solidFill>
                <a:latin typeface="Arial"/>
                <a:ea typeface="Arial"/>
                <a:cs typeface="Arial"/>
              </a:defRPr>
            </a:lvl5pPr>
            <a:lvl6pPr>
              <a:defRPr sz="1725" b="0">
                <a:solidFill>
                  <a:srgbClr val="53675A"/>
                </a:solidFill>
                <a:latin typeface="Arial"/>
                <a:ea typeface="Arial"/>
                <a:cs typeface="Arial"/>
              </a:defRPr>
            </a:lvl6pPr>
            <a:lvl7pPr>
              <a:defRPr sz="1725" b="0">
                <a:solidFill>
                  <a:srgbClr val="53675A"/>
                </a:solidFill>
                <a:latin typeface="Arial"/>
                <a:ea typeface="Arial"/>
                <a:cs typeface="Arial"/>
              </a:defRPr>
            </a:lvl7pPr>
            <a:lvl8pPr>
              <a:defRPr sz="1725" b="0">
                <a:solidFill>
                  <a:srgbClr val="53675A"/>
                </a:solidFill>
                <a:latin typeface="Arial"/>
                <a:ea typeface="Arial"/>
                <a:cs typeface="Arial"/>
              </a:defRPr>
            </a:lvl8pPr>
            <a:lvl9pPr>
              <a:defRPr sz="1725" b="0">
                <a:solidFill>
                  <a:srgbClr val="53675A"/>
                </a:solidFill>
                <a:latin typeface="Arial"/>
                <a:ea typeface="Arial"/>
                <a:cs typeface="Arial"/>
              </a:defRPr>
            </a:lvl9pPr>
          </a:lstStyle>
          <a:p xmlns:a="http://schemas.openxmlformats.org/drawingml/2006/main">
            <a:pPr>
              <a:defRPr sz="1725" b="0">
                <a:solidFill>
                  <a:srgbClr val="53675A"/>
                </a:solidFill>
                <a:latin typeface="Arial"/>
                <a:ea typeface="Arial"/>
                <a:cs typeface="Arial"/>
              </a:defRPr>
            </a:pPr>
            <a:r>
              <a:rPr sz="1725" b="0">
                <a:solidFill>
                  <a:srgbClr val="53675A"/>
                </a:solidFill>
                <a:latin typeface="Arial"/>
                <a:ea typeface="Arial"/>
                <a:cs typeface="Arial"/>
              </a:rPr>
              <a:t>e = 69,2°</a:t>
            </a:r>
          </a:p>
        </p:txBody>
      </p:sp>
      <p:sp>
        <p:nvSpPr>
          <p:cNvPr id="13" name="text-82">
            <a:extLst xmlns:a="http://schemas.openxmlformats.org/drawingml/2006/main">
              <a:ext uri="{FF2B5EF4-FFF2-40B4-BE49-F238E27FC236}">
                <a16:creationId xmlns:a16="http://schemas.microsoft.com/office/drawing/2014/main" id="{F4882C99-0C07-4504-ACD4-BF2BD786DA0C}"/>
              </a:ext>
            </a:extLst>
          </p:cNvPr>
          <p:cNvSpPr>
            <a:spLocks xmlns:a="http://schemas.openxmlformats.org/drawingml/2006/main" noGrp="1"/>
          </p:cNvSpPr>
          <p:nvPr/>
        </p:nvSpPr>
        <p:spPr>
          <a:xfrm xmlns:a="http://schemas.openxmlformats.org/drawingml/2006/main">
            <a:off x="7200900" y="2495550"/>
            <a:ext cx="43434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925" b="1">
                <a:solidFill>
                  <a:srgbClr val="183427"/>
                </a:solidFill>
                <a:latin typeface="Arial"/>
                <a:ea typeface="Arial"/>
                <a:cs typeface="Arial"/>
              </a:defRPr>
            </a:defPPr>
            <a:lvl1pPr>
              <a:defRPr sz="2925" b="1">
                <a:solidFill>
                  <a:srgbClr val="183427"/>
                </a:solidFill>
                <a:latin typeface="Arial"/>
                <a:ea typeface="Arial"/>
                <a:cs typeface="Arial"/>
              </a:defRPr>
            </a:lvl1pPr>
            <a:lvl2pPr>
              <a:defRPr sz="2925" b="1">
                <a:solidFill>
                  <a:srgbClr val="183427"/>
                </a:solidFill>
                <a:latin typeface="Arial"/>
                <a:ea typeface="Arial"/>
                <a:cs typeface="Arial"/>
              </a:defRPr>
            </a:lvl2pPr>
            <a:lvl3pPr>
              <a:defRPr sz="2925" b="1">
                <a:solidFill>
                  <a:srgbClr val="183427"/>
                </a:solidFill>
                <a:latin typeface="Arial"/>
                <a:ea typeface="Arial"/>
                <a:cs typeface="Arial"/>
              </a:defRPr>
            </a:lvl3pPr>
            <a:lvl4pPr>
              <a:defRPr sz="2925" b="1">
                <a:solidFill>
                  <a:srgbClr val="183427"/>
                </a:solidFill>
                <a:latin typeface="Arial"/>
                <a:ea typeface="Arial"/>
                <a:cs typeface="Arial"/>
              </a:defRPr>
            </a:lvl4pPr>
            <a:lvl5pPr>
              <a:defRPr sz="2925" b="1">
                <a:solidFill>
                  <a:srgbClr val="183427"/>
                </a:solidFill>
                <a:latin typeface="Arial"/>
                <a:ea typeface="Arial"/>
                <a:cs typeface="Arial"/>
              </a:defRPr>
            </a:lvl5pPr>
            <a:lvl6pPr>
              <a:defRPr sz="2925" b="1">
                <a:solidFill>
                  <a:srgbClr val="183427"/>
                </a:solidFill>
                <a:latin typeface="Arial"/>
                <a:ea typeface="Arial"/>
                <a:cs typeface="Arial"/>
              </a:defRPr>
            </a:lvl6pPr>
            <a:lvl7pPr>
              <a:defRPr sz="2925" b="1">
                <a:solidFill>
                  <a:srgbClr val="183427"/>
                </a:solidFill>
                <a:latin typeface="Arial"/>
                <a:ea typeface="Arial"/>
                <a:cs typeface="Arial"/>
              </a:defRPr>
            </a:lvl7pPr>
            <a:lvl8pPr>
              <a:defRPr sz="2925" b="1">
                <a:solidFill>
                  <a:srgbClr val="183427"/>
                </a:solidFill>
                <a:latin typeface="Arial"/>
                <a:ea typeface="Arial"/>
                <a:cs typeface="Arial"/>
              </a:defRPr>
            </a:lvl8pPr>
            <a:lvl9pPr>
              <a:defRPr sz="2925" b="1">
                <a:solidFill>
                  <a:srgbClr val="183427"/>
                </a:solidFill>
                <a:latin typeface="Arial"/>
                <a:ea typeface="Arial"/>
                <a:cs typeface="Arial"/>
              </a:defRPr>
            </a:lvl9pPr>
          </a:lstStyle>
          <a:p xmlns:a="http://schemas.openxmlformats.org/drawingml/2006/main">
            <a:pPr>
              <a:defRPr sz="2925" b="1">
                <a:solidFill>
                  <a:srgbClr val="183427"/>
                </a:solidFill>
                <a:latin typeface="Arial"/>
                <a:ea typeface="Arial"/>
                <a:cs typeface="Arial"/>
              </a:defRPr>
            </a:pPr>
            <a:r>
              <a:rPr sz="2925" b="1">
                <a:solidFill>
                  <a:srgbClr val="183427"/>
                </a:solidFill>
                <a:latin typeface="Arial"/>
                <a:ea typeface="Arial"/>
                <a:cs typeface="Arial"/>
              </a:rPr>
              <a:t>Soarele aflat sus</a:t>
            </a:r>
          </a:p>
          <a:p xmlns:a="http://schemas.openxmlformats.org/drawingml/2006/main">
            <a:pPr>
              <a:defRPr sz="2925" b="1">
                <a:solidFill>
                  <a:srgbClr val="183427"/>
                </a:solidFill>
                <a:latin typeface="Arial"/>
                <a:ea typeface="Arial"/>
                <a:cs typeface="Arial"/>
              </a:defRPr>
            </a:pPr>
            <a:r>
              <a:rPr sz="2925" b="1">
                <a:solidFill>
                  <a:srgbClr val="183427"/>
                </a:solidFill>
                <a:latin typeface="Arial"/>
                <a:ea typeface="Arial"/>
                <a:cs typeface="Arial"/>
              </a:rPr>
              <a:t>amplifică eroarea.</a:t>
            </a:r>
          </a:p>
        </p:txBody>
      </p:sp>
      <p:sp>
        <p:nvSpPr>
          <p:cNvPr id="14" name="text-83">
            <a:extLst xmlns:a="http://schemas.openxmlformats.org/drawingml/2006/main">
              <a:ext uri="{FF2B5EF4-FFF2-40B4-BE49-F238E27FC236}">
                <a16:creationId xmlns:a16="http://schemas.microsoft.com/office/drawing/2014/main" id="{04785996-1F33-4C3B-945B-A25336BD5482}"/>
              </a:ext>
            </a:extLst>
          </p:cNvPr>
          <p:cNvSpPr>
            <a:spLocks xmlns:a="http://schemas.openxmlformats.org/drawingml/2006/main" noGrp="1"/>
          </p:cNvSpPr>
          <p:nvPr/>
        </p:nvSpPr>
        <p:spPr>
          <a:xfrm xmlns:a="http://schemas.openxmlformats.org/drawingml/2006/main">
            <a:off x="7200900" y="3724275"/>
            <a:ext cx="4286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0">
                <a:solidFill>
                  <a:srgbClr val="53675A"/>
                </a:solidFill>
                <a:latin typeface="Arial"/>
                <a:ea typeface="Arial"/>
                <a:cs typeface="Arial"/>
              </a:defRPr>
            </a:defPPr>
            <a:lvl1pPr>
              <a:defRPr sz="2100" b="0">
                <a:solidFill>
                  <a:srgbClr val="53675A"/>
                </a:solidFill>
                <a:latin typeface="Arial"/>
                <a:ea typeface="Arial"/>
                <a:cs typeface="Arial"/>
              </a:defRPr>
            </a:lvl1pPr>
            <a:lvl2pPr>
              <a:defRPr sz="2100" b="0">
                <a:solidFill>
                  <a:srgbClr val="53675A"/>
                </a:solidFill>
                <a:latin typeface="Arial"/>
                <a:ea typeface="Arial"/>
                <a:cs typeface="Arial"/>
              </a:defRPr>
            </a:lvl2pPr>
            <a:lvl3pPr>
              <a:defRPr sz="2100" b="0">
                <a:solidFill>
                  <a:srgbClr val="53675A"/>
                </a:solidFill>
                <a:latin typeface="Arial"/>
                <a:ea typeface="Arial"/>
                <a:cs typeface="Arial"/>
              </a:defRPr>
            </a:lvl3pPr>
            <a:lvl4pPr>
              <a:defRPr sz="2100" b="0">
                <a:solidFill>
                  <a:srgbClr val="53675A"/>
                </a:solidFill>
                <a:latin typeface="Arial"/>
                <a:ea typeface="Arial"/>
                <a:cs typeface="Arial"/>
              </a:defRPr>
            </a:lvl4pPr>
            <a:lvl5pPr>
              <a:defRPr sz="2100" b="0">
                <a:solidFill>
                  <a:srgbClr val="53675A"/>
                </a:solidFill>
                <a:latin typeface="Arial"/>
                <a:ea typeface="Arial"/>
                <a:cs typeface="Arial"/>
              </a:defRPr>
            </a:lvl5pPr>
            <a:lvl6pPr>
              <a:defRPr sz="2100" b="0">
                <a:solidFill>
                  <a:srgbClr val="53675A"/>
                </a:solidFill>
                <a:latin typeface="Arial"/>
                <a:ea typeface="Arial"/>
                <a:cs typeface="Arial"/>
              </a:defRPr>
            </a:lvl6pPr>
            <a:lvl7pPr>
              <a:defRPr sz="2100" b="0">
                <a:solidFill>
                  <a:srgbClr val="53675A"/>
                </a:solidFill>
                <a:latin typeface="Arial"/>
                <a:ea typeface="Arial"/>
                <a:cs typeface="Arial"/>
              </a:defRPr>
            </a:lvl7pPr>
            <a:lvl8pPr>
              <a:defRPr sz="2100" b="0">
                <a:solidFill>
                  <a:srgbClr val="53675A"/>
                </a:solidFill>
                <a:latin typeface="Arial"/>
                <a:ea typeface="Arial"/>
                <a:cs typeface="Arial"/>
              </a:defRPr>
            </a:lvl8pPr>
            <a:lvl9pPr>
              <a:defRPr sz="2100" b="0">
                <a:solidFill>
                  <a:srgbClr val="53675A"/>
                </a:solidFill>
                <a:latin typeface="Arial"/>
                <a:ea typeface="Arial"/>
                <a:cs typeface="Arial"/>
              </a:defRPr>
            </a:lvl9pPr>
          </a:lstStyle>
          <a:p xmlns:a="http://schemas.openxmlformats.org/drawingml/2006/main">
            <a:pPr>
              <a:defRPr sz="2100" b="0">
                <a:solidFill>
                  <a:srgbClr val="53675A"/>
                </a:solidFill>
                <a:latin typeface="Arial"/>
                <a:ea typeface="Arial"/>
                <a:cs typeface="Arial"/>
              </a:defRPr>
            </a:pPr>
            <a:r>
              <a:rPr sz="2100" b="0">
                <a:solidFill>
                  <a:srgbClr val="53675A"/>
                </a:solidFill>
                <a:latin typeface="Arial"/>
                <a:ea typeface="Arial"/>
                <a:cs typeface="Arial"/>
              </a:rPr>
              <a:t>Când Soarele e jos, umbrele sunt</a:t>
            </a:r>
          </a:p>
          <a:p xmlns:a="http://schemas.openxmlformats.org/drawingml/2006/main">
            <a:pPr>
              <a:defRPr sz="2100" b="0">
                <a:solidFill>
                  <a:srgbClr val="53675A"/>
                </a:solidFill>
                <a:latin typeface="Arial"/>
                <a:ea typeface="Arial"/>
                <a:cs typeface="Arial"/>
              </a:defRPr>
            </a:pPr>
            <a:r>
              <a:rPr sz="2100" b="0">
                <a:solidFill>
                  <a:srgbClr val="53675A"/>
                </a:solidFill>
                <a:latin typeface="Arial"/>
                <a:ea typeface="Arial"/>
                <a:cs typeface="Arial"/>
              </a:rPr>
              <a:t>mai lungi și pot întâlni obstacole.</a:t>
            </a:r>
          </a:p>
        </p:txBody>
      </p:sp>
      <p:sp>
        <p:nvSpPr>
          <p:cNvPr id="15" name="text-84">
            <a:extLst xmlns:a="http://schemas.openxmlformats.org/drawingml/2006/main">
              <a:ext uri="{FF2B5EF4-FFF2-40B4-BE49-F238E27FC236}">
                <a16:creationId xmlns:a16="http://schemas.microsoft.com/office/drawing/2014/main" id="{26A78F09-C377-459F-829B-29E8D963D33F}"/>
              </a:ext>
            </a:extLst>
          </p:cNvPr>
          <p:cNvSpPr>
            <a:spLocks xmlns:a="http://schemas.openxmlformats.org/drawingml/2006/main" noGrp="1"/>
          </p:cNvSpPr>
          <p:nvPr/>
        </p:nvSpPr>
        <p:spPr>
          <a:xfrm xmlns:a="http://schemas.openxmlformats.org/drawingml/2006/main">
            <a:off x="7200900" y="4933950"/>
            <a:ext cx="42862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0">
                <a:solidFill>
                  <a:srgbClr val="183427"/>
                </a:solidFill>
                <a:latin typeface="Arial"/>
                <a:ea typeface="Arial"/>
                <a:cs typeface="Arial"/>
              </a:defRPr>
            </a:defPPr>
            <a:lvl1pPr>
              <a:defRPr sz="2025" b="0">
                <a:solidFill>
                  <a:srgbClr val="183427"/>
                </a:solidFill>
                <a:latin typeface="Arial"/>
                <a:ea typeface="Arial"/>
                <a:cs typeface="Arial"/>
              </a:defRPr>
            </a:lvl1pPr>
            <a:lvl2pPr>
              <a:defRPr sz="2025" b="0">
                <a:solidFill>
                  <a:srgbClr val="183427"/>
                </a:solidFill>
                <a:latin typeface="Arial"/>
                <a:ea typeface="Arial"/>
                <a:cs typeface="Arial"/>
              </a:defRPr>
            </a:lvl2pPr>
            <a:lvl3pPr>
              <a:defRPr sz="2025" b="0">
                <a:solidFill>
                  <a:srgbClr val="183427"/>
                </a:solidFill>
                <a:latin typeface="Arial"/>
                <a:ea typeface="Arial"/>
                <a:cs typeface="Arial"/>
              </a:defRPr>
            </a:lvl3pPr>
            <a:lvl4pPr>
              <a:defRPr sz="2025" b="0">
                <a:solidFill>
                  <a:srgbClr val="183427"/>
                </a:solidFill>
                <a:latin typeface="Arial"/>
                <a:ea typeface="Arial"/>
                <a:cs typeface="Arial"/>
              </a:defRPr>
            </a:lvl4pPr>
            <a:lvl5pPr>
              <a:defRPr sz="2025" b="0">
                <a:solidFill>
                  <a:srgbClr val="183427"/>
                </a:solidFill>
                <a:latin typeface="Arial"/>
                <a:ea typeface="Arial"/>
                <a:cs typeface="Arial"/>
              </a:defRPr>
            </a:lvl5pPr>
            <a:lvl6pPr>
              <a:defRPr sz="2025" b="0">
                <a:solidFill>
                  <a:srgbClr val="183427"/>
                </a:solidFill>
                <a:latin typeface="Arial"/>
                <a:ea typeface="Arial"/>
                <a:cs typeface="Arial"/>
              </a:defRPr>
            </a:lvl6pPr>
            <a:lvl7pPr>
              <a:defRPr sz="2025" b="0">
                <a:solidFill>
                  <a:srgbClr val="183427"/>
                </a:solidFill>
                <a:latin typeface="Arial"/>
                <a:ea typeface="Arial"/>
                <a:cs typeface="Arial"/>
              </a:defRPr>
            </a:lvl7pPr>
            <a:lvl8pPr>
              <a:defRPr sz="2025" b="0">
                <a:solidFill>
                  <a:srgbClr val="183427"/>
                </a:solidFill>
                <a:latin typeface="Arial"/>
                <a:ea typeface="Arial"/>
                <a:cs typeface="Arial"/>
              </a:defRPr>
            </a:lvl8pPr>
            <a:lvl9pPr>
              <a:defRPr sz="2025" b="0">
                <a:solidFill>
                  <a:srgbClr val="183427"/>
                </a:solidFill>
                <a:latin typeface="Arial"/>
                <a:ea typeface="Arial"/>
                <a:cs typeface="Arial"/>
              </a:defRPr>
            </a:lvl9pPr>
          </a:lstStyle>
          <a:p xmlns:a="http://schemas.openxmlformats.org/drawingml/2006/main">
            <a:pPr>
              <a:defRPr sz="2025" b="0">
                <a:solidFill>
                  <a:srgbClr val="183427"/>
                </a:solidFill>
                <a:latin typeface="Arial"/>
                <a:ea typeface="Arial"/>
                <a:cs typeface="Arial"/>
              </a:defRPr>
            </a:pPr>
            <a:r>
              <a:rPr sz="2025" b="0">
                <a:solidFill>
                  <a:srgbClr val="183427"/>
                </a:solidFill>
                <a:latin typeface="Arial"/>
                <a:ea typeface="Arial"/>
                <a:cs typeface="Arial"/>
              </a:rPr>
              <a:t>Verificare: aceeași clădire,</a:t>
            </a:r>
          </a:p>
          <a:p xmlns:a="http://schemas.openxmlformats.org/drawingml/2006/main">
            <a:pPr>
              <a:defRPr sz="2025" b="0">
                <a:solidFill>
                  <a:srgbClr val="183427"/>
                </a:solidFill>
                <a:latin typeface="Arial"/>
                <a:ea typeface="Arial"/>
                <a:cs typeface="Arial"/>
              </a:defRPr>
            </a:pPr>
            <a:r>
              <a:rPr sz="2025" b="0">
                <a:solidFill>
                  <a:srgbClr val="183427"/>
                </a:solidFill>
                <a:latin typeface="Arial"/>
                <a:ea typeface="Arial"/>
                <a:cs typeface="Arial"/>
              </a:rPr>
              <a:t>ore diferite și o înălțime</a:t>
            </a:r>
          </a:p>
          <a:p xmlns:a="http://schemas.openxmlformats.org/drawingml/2006/main">
            <a:pPr>
              <a:defRPr sz="2025" b="0">
                <a:solidFill>
                  <a:srgbClr val="183427"/>
                </a:solidFill>
                <a:latin typeface="Arial"/>
                <a:ea typeface="Arial"/>
                <a:cs typeface="Arial"/>
              </a:defRPr>
            </a:pPr>
            <a:r>
              <a:rPr sz="2025" b="0">
                <a:solidFill>
                  <a:srgbClr val="183427"/>
                </a:solidFill>
                <a:latin typeface="Arial"/>
                <a:ea typeface="Arial"/>
                <a:cs typeface="Arial"/>
              </a:rPr>
              <a:t>de referință independentă.</a:t>
            </a:r>
          </a:p>
        </p:txBody>
      </p:sp>
      <p:sp>
        <p:nvSpPr>
          <p:cNvPr id="16" name="text-85">
            <a:extLst xmlns:a="http://schemas.openxmlformats.org/drawingml/2006/main">
              <a:ext uri="{FF2B5EF4-FFF2-40B4-BE49-F238E27FC236}">
                <a16:creationId xmlns:a16="http://schemas.microsoft.com/office/drawing/2014/main" id="{C33AE9F0-4872-437A-9ED0-4E5F1AFB1AE0}"/>
              </a:ext>
            </a:extLst>
          </p:cNvPr>
          <p:cNvSpPr>
            <a:spLocks xmlns:a="http://schemas.openxmlformats.org/drawingml/2006/main" noGrp="1"/>
          </p:cNvSpPr>
          <p:nvPr/>
        </p:nvSpPr>
        <p:spPr>
          <a:xfrm xmlns:a="http://schemas.openxmlformats.org/drawingml/2006/main">
            <a:off x="657225" y="6419850"/>
            <a:ext cx="1042987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53675A"/>
                </a:solidFill>
                <a:latin typeface="Arial"/>
                <a:ea typeface="Arial"/>
                <a:cs typeface="Arial"/>
              </a:defRPr>
            </a:defPPr>
            <a:lvl1pPr>
              <a:defRPr sz="1200" b="0">
                <a:solidFill>
                  <a:srgbClr val="53675A"/>
                </a:solidFill>
                <a:latin typeface="Arial"/>
                <a:ea typeface="Arial"/>
                <a:cs typeface="Arial"/>
              </a:defRPr>
            </a:lvl1pPr>
            <a:lvl2pPr>
              <a:defRPr sz="1200" b="0">
                <a:solidFill>
                  <a:srgbClr val="53675A"/>
                </a:solidFill>
                <a:latin typeface="Arial"/>
                <a:ea typeface="Arial"/>
                <a:cs typeface="Arial"/>
              </a:defRPr>
            </a:lvl2pPr>
            <a:lvl3pPr>
              <a:defRPr sz="1200" b="0">
                <a:solidFill>
                  <a:srgbClr val="53675A"/>
                </a:solidFill>
                <a:latin typeface="Arial"/>
                <a:ea typeface="Arial"/>
                <a:cs typeface="Arial"/>
              </a:defRPr>
            </a:lvl3pPr>
            <a:lvl4pPr>
              <a:defRPr sz="1200" b="0">
                <a:solidFill>
                  <a:srgbClr val="53675A"/>
                </a:solidFill>
                <a:latin typeface="Arial"/>
                <a:ea typeface="Arial"/>
                <a:cs typeface="Arial"/>
              </a:defRPr>
            </a:lvl4pPr>
            <a:lvl5pPr>
              <a:defRPr sz="1200" b="0">
                <a:solidFill>
                  <a:srgbClr val="53675A"/>
                </a:solidFill>
                <a:latin typeface="Arial"/>
                <a:ea typeface="Arial"/>
                <a:cs typeface="Arial"/>
              </a:defRPr>
            </a:lvl5pPr>
            <a:lvl6pPr>
              <a:defRPr sz="1200" b="0">
                <a:solidFill>
                  <a:srgbClr val="53675A"/>
                </a:solidFill>
                <a:latin typeface="Arial"/>
                <a:ea typeface="Arial"/>
                <a:cs typeface="Arial"/>
              </a:defRPr>
            </a:lvl6pPr>
            <a:lvl7pPr>
              <a:defRPr sz="1200" b="0">
                <a:solidFill>
                  <a:srgbClr val="53675A"/>
                </a:solidFill>
                <a:latin typeface="Arial"/>
                <a:ea typeface="Arial"/>
                <a:cs typeface="Arial"/>
              </a:defRPr>
            </a:lvl7pPr>
            <a:lvl8pPr>
              <a:defRPr sz="1200" b="0">
                <a:solidFill>
                  <a:srgbClr val="53675A"/>
                </a:solidFill>
                <a:latin typeface="Arial"/>
                <a:ea typeface="Arial"/>
                <a:cs typeface="Arial"/>
              </a:defRPr>
            </a:lvl8pPr>
            <a:lvl9pPr>
              <a:defRPr sz="1200" b="0">
                <a:solidFill>
                  <a:srgbClr val="53675A"/>
                </a:solidFill>
                <a:latin typeface="Arial"/>
                <a:ea typeface="Arial"/>
                <a:cs typeface="Arial"/>
              </a:defRPr>
            </a:lvl9pPr>
          </a:lstStyle>
          <a:p xmlns:a="http://schemas.openxmlformats.org/drawingml/2006/main">
            <a:pPr>
              <a:defRPr sz="1200" b="0">
                <a:solidFill>
                  <a:srgbClr val="53675A"/>
                </a:solidFill>
                <a:latin typeface="Arial"/>
                <a:ea typeface="Arial"/>
                <a:cs typeface="Arial"/>
              </a:defRPr>
            </a:pPr>
            <a:r>
              <a:rPr sz="1200" b="0">
                <a:solidFill>
                  <a:srgbClr val="53675A"/>
                </a:solidFill>
                <a:latin typeface="Arial"/>
                <a:ea typeface="Arial"/>
                <a:cs typeface="Arial"/>
              </a:rPr>
              <a:t>Exemplu calculat cu modelul geometric. Se arată efectul erorii de lungime asupra înălțimii.</a:t>
            </a:r>
          </a:p>
        </p:txBody>
      </p:sp>
    </p:spTree>
    <p:extLst>
      <p:ext uri="{BB962C8B-B14F-4D97-AF65-F5344CB8AC3E}">
        <p14:creationId xmlns:p14="http://schemas.microsoft.com/office/powerpoint/2010/main" val="1584908261"/>
      </p:ext>
    </p:extLst>
  </p:cSld>
</p:sld>
</file>

<file path=ppt/slides/slide6.xml><?xml version="1.0" encoding="utf-8"?>
<p:sld xmlns:p="http://schemas.openxmlformats.org/presentationml/2006/main">
  <p:cSld>
    <p:bg>
      <p:bgPr>
        <a:solidFill xmlns:a="http://schemas.openxmlformats.org/drawingml/2006/main">
          <a:srgbClr val="143B2C"/>
        </a:solidFill>
      </p:bgPr>
    </p:bg>
    <p:spTree>
      <p:nvGrpSpPr>
        <p:cNvPr id="1" name=""/>
        <p:cNvGrpSpPr/>
        <p:nvPr/>
      </p:nvGrpSpPr>
      <p:grpSpPr>
        <a:xfrm xmlns:a="http://schemas.openxmlformats.org/drawingml/2006/main"/>
      </p:grpSpPr>
      <p:sp>
        <p:nvSpPr>
          <p:cNvPr id="22" name="text-86">
            <a:extLst xmlns:a="http://schemas.openxmlformats.org/drawingml/2006/main">
              <a:ext uri="{FF2B5EF4-FFF2-40B4-BE49-F238E27FC236}">
                <a16:creationId xmlns:a16="http://schemas.microsoft.com/office/drawing/2014/main" id="{2B4308EA-219C-4988-BE7A-55762CE3BD05}"/>
              </a:ext>
            </a:extLst>
          </p:cNvPr>
          <p:cNvSpPr>
            <a:spLocks xmlns:a="http://schemas.openxmlformats.org/drawingml/2006/main" noGrp="1"/>
          </p:cNvSpPr>
          <p:nvPr/>
        </p:nvSpPr>
        <p:spPr>
          <a:xfrm xmlns:a="http://schemas.openxmlformats.org/drawingml/2006/main">
            <a:off x="609600" y="5143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4125" b="1">
                <a:solidFill>
                  <a:srgbClr val="FFFFFF"/>
                </a:solidFill>
                <a:latin typeface="Arial"/>
                <a:ea typeface="Arial"/>
                <a:cs typeface="Arial"/>
              </a:defRPr>
            </a:defPPr>
            <a:lvl1pPr>
              <a:defRPr sz="4125" b="1">
                <a:solidFill>
                  <a:srgbClr val="FFFFFF"/>
                </a:solidFill>
                <a:latin typeface="Arial"/>
                <a:ea typeface="Arial"/>
                <a:cs typeface="Arial"/>
              </a:defRPr>
            </a:lvl1pPr>
            <a:lvl2pPr>
              <a:defRPr sz="4125" b="1">
                <a:solidFill>
                  <a:srgbClr val="FFFFFF"/>
                </a:solidFill>
                <a:latin typeface="Arial"/>
                <a:ea typeface="Arial"/>
                <a:cs typeface="Arial"/>
              </a:defRPr>
            </a:lvl2pPr>
            <a:lvl3pPr>
              <a:defRPr sz="4125" b="1">
                <a:solidFill>
                  <a:srgbClr val="FFFFFF"/>
                </a:solidFill>
                <a:latin typeface="Arial"/>
                <a:ea typeface="Arial"/>
                <a:cs typeface="Arial"/>
              </a:defRPr>
            </a:lvl3pPr>
            <a:lvl4pPr>
              <a:defRPr sz="4125" b="1">
                <a:solidFill>
                  <a:srgbClr val="FFFFFF"/>
                </a:solidFill>
                <a:latin typeface="Arial"/>
                <a:ea typeface="Arial"/>
                <a:cs typeface="Arial"/>
              </a:defRPr>
            </a:lvl4pPr>
            <a:lvl5pPr>
              <a:defRPr sz="4125" b="1">
                <a:solidFill>
                  <a:srgbClr val="FFFFFF"/>
                </a:solidFill>
                <a:latin typeface="Arial"/>
                <a:ea typeface="Arial"/>
                <a:cs typeface="Arial"/>
              </a:defRPr>
            </a:lvl5pPr>
            <a:lvl6pPr>
              <a:defRPr sz="4125" b="1">
                <a:solidFill>
                  <a:srgbClr val="FFFFFF"/>
                </a:solidFill>
                <a:latin typeface="Arial"/>
                <a:ea typeface="Arial"/>
                <a:cs typeface="Arial"/>
              </a:defRPr>
            </a:lvl6pPr>
            <a:lvl7pPr>
              <a:defRPr sz="4125" b="1">
                <a:solidFill>
                  <a:srgbClr val="FFFFFF"/>
                </a:solidFill>
                <a:latin typeface="Arial"/>
                <a:ea typeface="Arial"/>
                <a:cs typeface="Arial"/>
              </a:defRPr>
            </a:lvl7pPr>
            <a:lvl8pPr>
              <a:defRPr sz="4125" b="1">
                <a:solidFill>
                  <a:srgbClr val="FFFFFF"/>
                </a:solidFill>
                <a:latin typeface="Arial"/>
                <a:ea typeface="Arial"/>
                <a:cs typeface="Arial"/>
              </a:defRPr>
            </a:lvl8pPr>
            <a:lvl9pPr>
              <a:defRPr sz="4125" b="1">
                <a:solidFill>
                  <a:srgbClr val="FFFFFF"/>
                </a:solidFill>
                <a:latin typeface="Arial"/>
                <a:ea typeface="Arial"/>
                <a:cs typeface="Arial"/>
              </a:defRPr>
            </a:lvl9pPr>
          </a:lstStyle>
          <a:p xmlns:a="http://schemas.openxmlformats.org/drawingml/2006/main">
            <a:pPr>
              <a:defRPr sz="4125" b="1">
                <a:solidFill>
                  <a:srgbClr val="FFFFFF"/>
                </a:solidFill>
                <a:latin typeface="Arial"/>
                <a:ea typeface="Arial"/>
                <a:cs typeface="Arial"/>
              </a:defRPr>
            </a:pPr>
            <a:r>
              <a:rPr sz="4125" b="1">
                <a:solidFill>
                  <a:srgbClr val="FFFFFF"/>
                </a:solidFill>
                <a:latin typeface="Arial"/>
                <a:ea typeface="Arial"/>
                <a:cs typeface="Arial"/>
              </a:rPr>
              <a:t>Cum ajungem la traseu</a:t>
            </a:r>
          </a:p>
        </p:txBody>
      </p:sp>
      <p:sp>
        <p:nvSpPr>
          <p:cNvPr id="2" name="text-87">
            <a:extLst xmlns:a="http://schemas.openxmlformats.org/drawingml/2006/main">
              <a:ext uri="{FF2B5EF4-FFF2-40B4-BE49-F238E27FC236}">
                <a16:creationId xmlns:a16="http://schemas.microsoft.com/office/drawing/2014/main" id="{863A06C6-C3C1-4EFB-875E-CD1323EBEB5A}"/>
              </a:ext>
            </a:extLst>
          </p:cNvPr>
          <p:cNvSpPr>
            <a:spLocks xmlns:a="http://schemas.openxmlformats.org/drawingml/2006/main" noGrp="1"/>
          </p:cNvSpPr>
          <p:nvPr/>
        </p:nvSpPr>
        <p:spPr>
          <a:xfrm xmlns:a="http://schemas.openxmlformats.org/drawingml/2006/main">
            <a:off x="11249025" y="63817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75" b="0">
                <a:solidFill>
                  <a:srgbClr val="BCD0BC"/>
                </a:solidFill>
                <a:latin typeface="Arial"/>
                <a:ea typeface="Arial"/>
                <a:cs typeface="Arial"/>
              </a:defRPr>
            </a:defPPr>
            <a:lvl1pPr>
              <a:defRPr sz="1275" b="0">
                <a:solidFill>
                  <a:srgbClr val="BCD0BC"/>
                </a:solidFill>
                <a:latin typeface="Arial"/>
                <a:ea typeface="Arial"/>
                <a:cs typeface="Arial"/>
              </a:defRPr>
            </a:lvl1pPr>
            <a:lvl2pPr>
              <a:defRPr sz="1275" b="0">
                <a:solidFill>
                  <a:srgbClr val="BCD0BC"/>
                </a:solidFill>
                <a:latin typeface="Arial"/>
                <a:ea typeface="Arial"/>
                <a:cs typeface="Arial"/>
              </a:defRPr>
            </a:lvl2pPr>
            <a:lvl3pPr>
              <a:defRPr sz="1275" b="0">
                <a:solidFill>
                  <a:srgbClr val="BCD0BC"/>
                </a:solidFill>
                <a:latin typeface="Arial"/>
                <a:ea typeface="Arial"/>
                <a:cs typeface="Arial"/>
              </a:defRPr>
            </a:lvl3pPr>
            <a:lvl4pPr>
              <a:defRPr sz="1275" b="0">
                <a:solidFill>
                  <a:srgbClr val="BCD0BC"/>
                </a:solidFill>
                <a:latin typeface="Arial"/>
                <a:ea typeface="Arial"/>
                <a:cs typeface="Arial"/>
              </a:defRPr>
            </a:lvl4pPr>
            <a:lvl5pPr>
              <a:defRPr sz="1275" b="0">
                <a:solidFill>
                  <a:srgbClr val="BCD0BC"/>
                </a:solidFill>
                <a:latin typeface="Arial"/>
                <a:ea typeface="Arial"/>
                <a:cs typeface="Arial"/>
              </a:defRPr>
            </a:lvl5pPr>
            <a:lvl6pPr>
              <a:defRPr sz="1275" b="0">
                <a:solidFill>
                  <a:srgbClr val="BCD0BC"/>
                </a:solidFill>
                <a:latin typeface="Arial"/>
                <a:ea typeface="Arial"/>
                <a:cs typeface="Arial"/>
              </a:defRPr>
            </a:lvl6pPr>
            <a:lvl7pPr>
              <a:defRPr sz="1275" b="0">
                <a:solidFill>
                  <a:srgbClr val="BCD0BC"/>
                </a:solidFill>
                <a:latin typeface="Arial"/>
                <a:ea typeface="Arial"/>
                <a:cs typeface="Arial"/>
              </a:defRPr>
            </a:lvl7pPr>
            <a:lvl8pPr>
              <a:defRPr sz="1275" b="0">
                <a:solidFill>
                  <a:srgbClr val="BCD0BC"/>
                </a:solidFill>
                <a:latin typeface="Arial"/>
                <a:ea typeface="Arial"/>
                <a:cs typeface="Arial"/>
              </a:defRPr>
            </a:lvl8pPr>
            <a:lvl9pPr>
              <a:defRPr sz="1275" b="0">
                <a:solidFill>
                  <a:srgbClr val="BCD0BC"/>
                </a:solidFill>
                <a:latin typeface="Arial"/>
                <a:ea typeface="Arial"/>
                <a:cs typeface="Arial"/>
              </a:defRPr>
            </a:lvl9pPr>
          </a:lstStyle>
          <a:p xmlns:a="http://schemas.openxmlformats.org/drawingml/2006/main">
            <a:pPr>
              <a:defRPr sz="1275" b="0">
                <a:solidFill>
                  <a:srgbClr val="BCD0BC"/>
                </a:solidFill>
                <a:latin typeface="Arial"/>
                <a:ea typeface="Arial"/>
                <a:cs typeface="Arial"/>
              </a:defRPr>
            </a:pPr>
            <a:r>
              <a:rPr sz="1275" b="0">
                <a:solidFill>
                  <a:srgbClr val="BCD0BC"/>
                </a:solidFill>
                <a:latin typeface="Arial"/>
                <a:ea typeface="Arial"/>
                <a:cs typeface="Arial"/>
              </a:rPr>
              <a:t>06</a:t>
            </a:r>
          </a:p>
        </p:txBody>
      </p:sp>
      <p:sp>
        <p:nvSpPr>
          <p:cNvPr id="3" name="text-88">
            <a:extLst xmlns:a="http://schemas.openxmlformats.org/drawingml/2006/main">
              <a:ext uri="{FF2B5EF4-FFF2-40B4-BE49-F238E27FC236}">
                <a16:creationId xmlns:a16="http://schemas.microsoft.com/office/drawing/2014/main" id="{2465A657-729A-4067-92E7-8440EF57F96D}"/>
              </a:ext>
            </a:extLst>
          </p:cNvPr>
          <p:cNvSpPr>
            <a:spLocks xmlns:a="http://schemas.openxmlformats.org/drawingml/2006/main" noGrp="1"/>
          </p:cNvSpPr>
          <p:nvPr/>
        </p:nvSpPr>
        <p:spPr>
          <a:xfrm xmlns:a="http://schemas.openxmlformats.org/drawingml/2006/main">
            <a:off x="647700" y="1857375"/>
            <a:ext cx="2381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950" b="1">
                <a:solidFill>
                  <a:srgbClr val="BBD8A8"/>
                </a:solidFill>
                <a:latin typeface="Arial"/>
                <a:ea typeface="Arial"/>
                <a:cs typeface="Arial"/>
              </a:defRPr>
            </a:defPPr>
            <a:lvl1pPr>
              <a:defRPr sz="1950" b="1">
                <a:solidFill>
                  <a:srgbClr val="BBD8A8"/>
                </a:solidFill>
                <a:latin typeface="Arial"/>
                <a:ea typeface="Arial"/>
                <a:cs typeface="Arial"/>
              </a:defRPr>
            </a:lvl1pPr>
            <a:lvl2pPr>
              <a:defRPr sz="1950" b="1">
                <a:solidFill>
                  <a:srgbClr val="BBD8A8"/>
                </a:solidFill>
                <a:latin typeface="Arial"/>
                <a:ea typeface="Arial"/>
                <a:cs typeface="Arial"/>
              </a:defRPr>
            </a:lvl2pPr>
            <a:lvl3pPr>
              <a:defRPr sz="1950" b="1">
                <a:solidFill>
                  <a:srgbClr val="BBD8A8"/>
                </a:solidFill>
                <a:latin typeface="Arial"/>
                <a:ea typeface="Arial"/>
                <a:cs typeface="Arial"/>
              </a:defRPr>
            </a:lvl3pPr>
            <a:lvl4pPr>
              <a:defRPr sz="1950" b="1">
                <a:solidFill>
                  <a:srgbClr val="BBD8A8"/>
                </a:solidFill>
                <a:latin typeface="Arial"/>
                <a:ea typeface="Arial"/>
                <a:cs typeface="Arial"/>
              </a:defRPr>
            </a:lvl4pPr>
            <a:lvl5pPr>
              <a:defRPr sz="1950" b="1">
                <a:solidFill>
                  <a:srgbClr val="BBD8A8"/>
                </a:solidFill>
                <a:latin typeface="Arial"/>
                <a:ea typeface="Arial"/>
                <a:cs typeface="Arial"/>
              </a:defRPr>
            </a:lvl5pPr>
            <a:lvl6pPr>
              <a:defRPr sz="1950" b="1">
                <a:solidFill>
                  <a:srgbClr val="BBD8A8"/>
                </a:solidFill>
                <a:latin typeface="Arial"/>
                <a:ea typeface="Arial"/>
                <a:cs typeface="Arial"/>
              </a:defRPr>
            </a:lvl6pPr>
            <a:lvl7pPr>
              <a:defRPr sz="1950" b="1">
                <a:solidFill>
                  <a:srgbClr val="BBD8A8"/>
                </a:solidFill>
                <a:latin typeface="Arial"/>
                <a:ea typeface="Arial"/>
                <a:cs typeface="Arial"/>
              </a:defRPr>
            </a:lvl7pPr>
            <a:lvl8pPr>
              <a:defRPr sz="1950" b="1">
                <a:solidFill>
                  <a:srgbClr val="BBD8A8"/>
                </a:solidFill>
                <a:latin typeface="Arial"/>
                <a:ea typeface="Arial"/>
                <a:cs typeface="Arial"/>
              </a:defRPr>
            </a:lvl8pPr>
            <a:lvl9pPr>
              <a:defRPr sz="1950" b="1">
                <a:solidFill>
                  <a:srgbClr val="BBD8A8"/>
                </a:solidFill>
                <a:latin typeface="Arial"/>
                <a:ea typeface="Arial"/>
                <a:cs typeface="Arial"/>
              </a:defRPr>
            </a:lvl9pPr>
          </a:lstStyle>
          <a:p xmlns:a="http://schemas.openxmlformats.org/drawingml/2006/main">
            <a:pPr>
              <a:defRPr sz="1950" b="1">
                <a:solidFill>
                  <a:srgbClr val="BBD8A8"/>
                </a:solidFill>
                <a:latin typeface="Arial"/>
                <a:ea typeface="Arial"/>
                <a:cs typeface="Arial"/>
              </a:defRPr>
            </a:pPr>
            <a:r>
              <a:rPr sz="1950" b="1">
                <a:solidFill>
                  <a:srgbClr val="BBD8A8"/>
                </a:solidFill>
                <a:latin typeface="Arial"/>
                <a:ea typeface="Arial"/>
                <a:cs typeface="Arial"/>
              </a:rPr>
              <a:t>01</a:t>
            </a:r>
          </a:p>
        </p:txBody>
      </p:sp>
      <p:sp>
        <p:nvSpPr>
          <p:cNvPr id="4" name="text-89">
            <a:extLst xmlns:a="http://schemas.openxmlformats.org/drawingml/2006/main">
              <a:ext uri="{FF2B5EF4-FFF2-40B4-BE49-F238E27FC236}">
                <a16:creationId xmlns:a16="http://schemas.microsoft.com/office/drawing/2014/main" id="{467B0576-01CB-4A95-9068-8F2B3363C36C}"/>
              </a:ext>
            </a:extLst>
          </p:cNvPr>
          <p:cNvSpPr>
            <a:spLocks xmlns:a="http://schemas.openxmlformats.org/drawingml/2006/main" noGrp="1"/>
          </p:cNvSpPr>
          <p:nvPr/>
        </p:nvSpPr>
        <p:spPr>
          <a:xfrm xmlns:a="http://schemas.openxmlformats.org/drawingml/2006/main">
            <a:off x="647700" y="2390775"/>
            <a:ext cx="26479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550" b="1">
                <a:solidFill>
                  <a:srgbClr val="FFFFFF"/>
                </a:solidFill>
                <a:latin typeface="Arial"/>
                <a:ea typeface="Arial"/>
                <a:cs typeface="Arial"/>
              </a:defRPr>
            </a:defPPr>
            <a:lvl1pPr>
              <a:defRPr sz="2550" b="1">
                <a:solidFill>
                  <a:srgbClr val="FFFFFF"/>
                </a:solidFill>
                <a:latin typeface="Arial"/>
                <a:ea typeface="Arial"/>
                <a:cs typeface="Arial"/>
              </a:defRPr>
            </a:lvl1pPr>
            <a:lvl2pPr>
              <a:defRPr sz="2550" b="1">
                <a:solidFill>
                  <a:srgbClr val="FFFFFF"/>
                </a:solidFill>
                <a:latin typeface="Arial"/>
                <a:ea typeface="Arial"/>
                <a:cs typeface="Arial"/>
              </a:defRPr>
            </a:lvl2pPr>
            <a:lvl3pPr>
              <a:defRPr sz="2550" b="1">
                <a:solidFill>
                  <a:srgbClr val="FFFFFF"/>
                </a:solidFill>
                <a:latin typeface="Arial"/>
                <a:ea typeface="Arial"/>
                <a:cs typeface="Arial"/>
              </a:defRPr>
            </a:lvl3pPr>
            <a:lvl4pPr>
              <a:defRPr sz="2550" b="1">
                <a:solidFill>
                  <a:srgbClr val="FFFFFF"/>
                </a:solidFill>
                <a:latin typeface="Arial"/>
                <a:ea typeface="Arial"/>
                <a:cs typeface="Arial"/>
              </a:defRPr>
            </a:lvl4pPr>
            <a:lvl5pPr>
              <a:defRPr sz="2550" b="1">
                <a:solidFill>
                  <a:srgbClr val="FFFFFF"/>
                </a:solidFill>
                <a:latin typeface="Arial"/>
                <a:ea typeface="Arial"/>
                <a:cs typeface="Arial"/>
              </a:defRPr>
            </a:lvl5pPr>
            <a:lvl6pPr>
              <a:defRPr sz="2550" b="1">
                <a:solidFill>
                  <a:srgbClr val="FFFFFF"/>
                </a:solidFill>
                <a:latin typeface="Arial"/>
                <a:ea typeface="Arial"/>
                <a:cs typeface="Arial"/>
              </a:defRPr>
            </a:lvl6pPr>
            <a:lvl7pPr>
              <a:defRPr sz="2550" b="1">
                <a:solidFill>
                  <a:srgbClr val="FFFFFF"/>
                </a:solidFill>
                <a:latin typeface="Arial"/>
                <a:ea typeface="Arial"/>
                <a:cs typeface="Arial"/>
              </a:defRPr>
            </a:lvl7pPr>
            <a:lvl8pPr>
              <a:defRPr sz="2550" b="1">
                <a:solidFill>
                  <a:srgbClr val="FFFFFF"/>
                </a:solidFill>
                <a:latin typeface="Arial"/>
                <a:ea typeface="Arial"/>
                <a:cs typeface="Arial"/>
              </a:defRPr>
            </a:lvl8pPr>
            <a:lvl9pPr>
              <a:defRPr sz="2550" b="1">
                <a:solidFill>
                  <a:srgbClr val="FFFFFF"/>
                </a:solidFill>
                <a:latin typeface="Arial"/>
                <a:ea typeface="Arial"/>
                <a:cs typeface="Arial"/>
              </a:defRPr>
            </a:lvl9pPr>
          </a:lstStyle>
          <a:p xmlns:a="http://schemas.openxmlformats.org/drawingml/2006/main">
            <a:pPr>
              <a:defRPr sz="2550" b="1">
                <a:solidFill>
                  <a:srgbClr val="FFFFFF"/>
                </a:solidFill>
                <a:latin typeface="Arial"/>
                <a:ea typeface="Arial"/>
                <a:cs typeface="Arial"/>
              </a:defRPr>
            </a:pPr>
            <a:r>
              <a:rPr sz="2550" b="1">
                <a:solidFill>
                  <a:srgbClr val="FFFFFF"/>
                </a:solidFill>
                <a:latin typeface="Arial"/>
                <a:ea typeface="Arial"/>
                <a:cs typeface="Arial"/>
              </a:rPr>
              <a:t>Măsurarea</a:t>
            </a:r>
          </a:p>
        </p:txBody>
      </p:sp>
      <p:sp>
        <p:nvSpPr>
          <p:cNvPr id="5" name="text-90">
            <a:extLst xmlns:a="http://schemas.openxmlformats.org/drawingml/2006/main">
              <a:ext uri="{FF2B5EF4-FFF2-40B4-BE49-F238E27FC236}">
                <a16:creationId xmlns:a16="http://schemas.microsoft.com/office/drawing/2014/main" id="{28FC2FBA-A008-41B4-AF80-F078FBEEEA83}"/>
              </a:ext>
            </a:extLst>
          </p:cNvPr>
          <p:cNvSpPr>
            <a:spLocks xmlns:a="http://schemas.openxmlformats.org/drawingml/2006/main" noGrp="1"/>
          </p:cNvSpPr>
          <p:nvPr/>
        </p:nvSpPr>
        <p:spPr>
          <a:xfrm xmlns:a="http://schemas.openxmlformats.org/drawingml/2006/main">
            <a:off x="647700" y="3009900"/>
            <a:ext cx="26574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00" b="0">
                <a:solidFill>
                  <a:srgbClr val="D5E3D0"/>
                </a:solidFill>
                <a:latin typeface="Arial"/>
                <a:ea typeface="Arial"/>
                <a:cs typeface="Arial"/>
              </a:defRPr>
            </a:defPPr>
            <a:lvl1pPr>
              <a:defRPr sz="1800" b="0">
                <a:solidFill>
                  <a:srgbClr val="D5E3D0"/>
                </a:solidFill>
                <a:latin typeface="Arial"/>
                <a:ea typeface="Arial"/>
                <a:cs typeface="Arial"/>
              </a:defRPr>
            </a:lvl1pPr>
            <a:lvl2pPr>
              <a:defRPr sz="1800" b="0">
                <a:solidFill>
                  <a:srgbClr val="D5E3D0"/>
                </a:solidFill>
                <a:latin typeface="Arial"/>
                <a:ea typeface="Arial"/>
                <a:cs typeface="Arial"/>
              </a:defRPr>
            </a:lvl2pPr>
            <a:lvl3pPr>
              <a:defRPr sz="1800" b="0">
                <a:solidFill>
                  <a:srgbClr val="D5E3D0"/>
                </a:solidFill>
                <a:latin typeface="Arial"/>
                <a:ea typeface="Arial"/>
                <a:cs typeface="Arial"/>
              </a:defRPr>
            </a:lvl3pPr>
            <a:lvl4pPr>
              <a:defRPr sz="1800" b="0">
                <a:solidFill>
                  <a:srgbClr val="D5E3D0"/>
                </a:solidFill>
                <a:latin typeface="Arial"/>
                <a:ea typeface="Arial"/>
                <a:cs typeface="Arial"/>
              </a:defRPr>
            </a:lvl4pPr>
            <a:lvl5pPr>
              <a:defRPr sz="1800" b="0">
                <a:solidFill>
                  <a:srgbClr val="D5E3D0"/>
                </a:solidFill>
                <a:latin typeface="Arial"/>
                <a:ea typeface="Arial"/>
                <a:cs typeface="Arial"/>
              </a:defRPr>
            </a:lvl5pPr>
            <a:lvl6pPr>
              <a:defRPr sz="1800" b="0">
                <a:solidFill>
                  <a:srgbClr val="D5E3D0"/>
                </a:solidFill>
                <a:latin typeface="Arial"/>
                <a:ea typeface="Arial"/>
                <a:cs typeface="Arial"/>
              </a:defRPr>
            </a:lvl6pPr>
            <a:lvl7pPr>
              <a:defRPr sz="1800" b="0">
                <a:solidFill>
                  <a:srgbClr val="D5E3D0"/>
                </a:solidFill>
                <a:latin typeface="Arial"/>
                <a:ea typeface="Arial"/>
                <a:cs typeface="Arial"/>
              </a:defRPr>
            </a:lvl7pPr>
            <a:lvl8pPr>
              <a:defRPr sz="1800" b="0">
                <a:solidFill>
                  <a:srgbClr val="D5E3D0"/>
                </a:solidFill>
                <a:latin typeface="Arial"/>
                <a:ea typeface="Arial"/>
                <a:cs typeface="Arial"/>
              </a:defRPr>
            </a:lvl8pPr>
            <a:lvl9pPr>
              <a:defRPr sz="1800" b="0">
                <a:solidFill>
                  <a:srgbClr val="D5E3D0"/>
                </a:solidFill>
                <a:latin typeface="Arial"/>
                <a:ea typeface="Arial"/>
                <a:cs typeface="Arial"/>
              </a:defRPr>
            </a:lvl9pPr>
          </a:lstStyle>
          <a:p xmlns:a="http://schemas.openxmlformats.org/drawingml/2006/main">
            <a:pPr>
              <a:defRPr sz="1800" b="0">
                <a:solidFill>
                  <a:srgbClr val="D5E3D0"/>
                </a:solidFill>
                <a:latin typeface="Arial"/>
                <a:ea typeface="Arial"/>
                <a:cs typeface="Arial"/>
              </a:defRPr>
            </a:pPr>
            <a:r>
              <a:rPr sz="1800" b="0">
                <a:solidFill>
                  <a:srgbClr val="D5E3D0"/>
                </a:solidFill>
                <a:latin typeface="Arial"/>
                <a:ea typeface="Arial"/>
                <a:cs typeface="Arial"/>
              </a:rPr>
              <a:t>Lungimea umbrei</a:t>
            </a:r>
          </a:p>
        </p:txBody>
      </p:sp>
      <p:sp>
        <p:nvSpPr>
          <p:cNvPr id="6" name="shape-91">
            <a:extLst xmlns:a="http://schemas.openxmlformats.org/drawingml/2006/main">
              <a:ext uri="{FF2B5EF4-FFF2-40B4-BE49-F238E27FC236}">
                <a16:creationId xmlns:a16="http://schemas.microsoft.com/office/drawing/2014/main" id="{D926F68A-B3FB-4F6F-A1B8-923A2940BDE0}"/>
              </a:ext>
            </a:extLst>
          </p:cNvPr>
          <p:cNvSpPr>
            <a:spLocks xmlns:a="http://schemas.openxmlformats.org/drawingml/2006/main" noGrp="1"/>
          </p:cNvSpPr>
          <p:nvPr/>
        </p:nvSpPr>
        <p:spPr>
          <a:xfrm xmlns:a="http://schemas.openxmlformats.org/drawingml/2006/main" rot="0">
            <a:off x="647700" y="3905250"/>
            <a:ext cx="2400300" cy="19050"/>
          </a:xfrm>
          <a:prstGeom xmlns:a="http://schemas.openxmlformats.org/drawingml/2006/main" prst="rect">
            <a:avLst/>
          </a:prstGeom>
          <a:solidFill xmlns:a="http://schemas.openxmlformats.org/drawingml/2006/main">
            <a:srgbClr val="5D7D59"/>
          </a:solidFill>
          <a:ln xmlns:a="http://schemas.openxmlformats.org/drawingml/2006/main" w="0">
            <a:noFill/>
            <a:prstDash val="solid"/>
          </a:ln>
        </p:spPr>
      </p:sp>
      <p:sp>
        <p:nvSpPr>
          <p:cNvPr id="7" name="text-92">
            <a:extLst xmlns:a="http://schemas.openxmlformats.org/drawingml/2006/main">
              <a:ext uri="{FF2B5EF4-FFF2-40B4-BE49-F238E27FC236}">
                <a16:creationId xmlns:a16="http://schemas.microsoft.com/office/drawing/2014/main" id="{1F358786-200C-4566-8A16-CB8543108E6D}"/>
              </a:ext>
            </a:extLst>
          </p:cNvPr>
          <p:cNvSpPr>
            <a:spLocks xmlns:a="http://schemas.openxmlformats.org/drawingml/2006/main" noGrp="1"/>
          </p:cNvSpPr>
          <p:nvPr/>
        </p:nvSpPr>
        <p:spPr>
          <a:xfrm xmlns:a="http://schemas.openxmlformats.org/drawingml/2006/main">
            <a:off x="3505200" y="1857375"/>
            <a:ext cx="2381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950" b="1">
                <a:solidFill>
                  <a:srgbClr val="BBD8A8"/>
                </a:solidFill>
                <a:latin typeface="Arial"/>
                <a:ea typeface="Arial"/>
                <a:cs typeface="Arial"/>
              </a:defRPr>
            </a:defPPr>
            <a:lvl1pPr>
              <a:defRPr sz="1950" b="1">
                <a:solidFill>
                  <a:srgbClr val="BBD8A8"/>
                </a:solidFill>
                <a:latin typeface="Arial"/>
                <a:ea typeface="Arial"/>
                <a:cs typeface="Arial"/>
              </a:defRPr>
            </a:lvl1pPr>
            <a:lvl2pPr>
              <a:defRPr sz="1950" b="1">
                <a:solidFill>
                  <a:srgbClr val="BBD8A8"/>
                </a:solidFill>
                <a:latin typeface="Arial"/>
                <a:ea typeface="Arial"/>
                <a:cs typeface="Arial"/>
              </a:defRPr>
            </a:lvl2pPr>
            <a:lvl3pPr>
              <a:defRPr sz="1950" b="1">
                <a:solidFill>
                  <a:srgbClr val="BBD8A8"/>
                </a:solidFill>
                <a:latin typeface="Arial"/>
                <a:ea typeface="Arial"/>
                <a:cs typeface="Arial"/>
              </a:defRPr>
            </a:lvl3pPr>
            <a:lvl4pPr>
              <a:defRPr sz="1950" b="1">
                <a:solidFill>
                  <a:srgbClr val="BBD8A8"/>
                </a:solidFill>
                <a:latin typeface="Arial"/>
                <a:ea typeface="Arial"/>
                <a:cs typeface="Arial"/>
              </a:defRPr>
            </a:lvl4pPr>
            <a:lvl5pPr>
              <a:defRPr sz="1950" b="1">
                <a:solidFill>
                  <a:srgbClr val="BBD8A8"/>
                </a:solidFill>
                <a:latin typeface="Arial"/>
                <a:ea typeface="Arial"/>
                <a:cs typeface="Arial"/>
              </a:defRPr>
            </a:lvl5pPr>
            <a:lvl6pPr>
              <a:defRPr sz="1950" b="1">
                <a:solidFill>
                  <a:srgbClr val="BBD8A8"/>
                </a:solidFill>
                <a:latin typeface="Arial"/>
                <a:ea typeface="Arial"/>
                <a:cs typeface="Arial"/>
              </a:defRPr>
            </a:lvl6pPr>
            <a:lvl7pPr>
              <a:defRPr sz="1950" b="1">
                <a:solidFill>
                  <a:srgbClr val="BBD8A8"/>
                </a:solidFill>
                <a:latin typeface="Arial"/>
                <a:ea typeface="Arial"/>
                <a:cs typeface="Arial"/>
              </a:defRPr>
            </a:lvl7pPr>
            <a:lvl8pPr>
              <a:defRPr sz="1950" b="1">
                <a:solidFill>
                  <a:srgbClr val="BBD8A8"/>
                </a:solidFill>
                <a:latin typeface="Arial"/>
                <a:ea typeface="Arial"/>
                <a:cs typeface="Arial"/>
              </a:defRPr>
            </a:lvl8pPr>
            <a:lvl9pPr>
              <a:defRPr sz="1950" b="1">
                <a:solidFill>
                  <a:srgbClr val="BBD8A8"/>
                </a:solidFill>
                <a:latin typeface="Arial"/>
                <a:ea typeface="Arial"/>
                <a:cs typeface="Arial"/>
              </a:defRPr>
            </a:lvl9pPr>
          </a:lstStyle>
          <a:p xmlns:a="http://schemas.openxmlformats.org/drawingml/2006/main">
            <a:pPr>
              <a:defRPr sz="1950" b="1">
                <a:solidFill>
                  <a:srgbClr val="BBD8A8"/>
                </a:solidFill>
                <a:latin typeface="Arial"/>
                <a:ea typeface="Arial"/>
                <a:cs typeface="Arial"/>
              </a:defRPr>
            </a:pPr>
            <a:r>
              <a:rPr sz="1950" b="1">
                <a:solidFill>
                  <a:srgbClr val="BBD8A8"/>
                </a:solidFill>
                <a:latin typeface="Arial"/>
                <a:ea typeface="Arial"/>
                <a:cs typeface="Arial"/>
              </a:rPr>
              <a:t>02</a:t>
            </a:r>
          </a:p>
        </p:txBody>
      </p:sp>
      <p:sp>
        <p:nvSpPr>
          <p:cNvPr id="8" name="text-93">
            <a:extLst xmlns:a="http://schemas.openxmlformats.org/drawingml/2006/main">
              <a:ext uri="{FF2B5EF4-FFF2-40B4-BE49-F238E27FC236}">
                <a16:creationId xmlns:a16="http://schemas.microsoft.com/office/drawing/2014/main" id="{C78D6B11-BF86-46FA-9257-6BCB557BE61C}"/>
              </a:ext>
            </a:extLst>
          </p:cNvPr>
          <p:cNvSpPr>
            <a:spLocks xmlns:a="http://schemas.openxmlformats.org/drawingml/2006/main" noGrp="1"/>
          </p:cNvSpPr>
          <p:nvPr/>
        </p:nvSpPr>
        <p:spPr>
          <a:xfrm xmlns:a="http://schemas.openxmlformats.org/drawingml/2006/main">
            <a:off x="3505200" y="2390775"/>
            <a:ext cx="26479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550" b="1">
                <a:solidFill>
                  <a:srgbClr val="FFFFFF"/>
                </a:solidFill>
                <a:latin typeface="Arial"/>
                <a:ea typeface="Arial"/>
                <a:cs typeface="Arial"/>
              </a:defRPr>
            </a:defPPr>
            <a:lvl1pPr>
              <a:defRPr sz="2550" b="1">
                <a:solidFill>
                  <a:srgbClr val="FFFFFF"/>
                </a:solidFill>
                <a:latin typeface="Arial"/>
                <a:ea typeface="Arial"/>
                <a:cs typeface="Arial"/>
              </a:defRPr>
            </a:lvl1pPr>
            <a:lvl2pPr>
              <a:defRPr sz="2550" b="1">
                <a:solidFill>
                  <a:srgbClr val="FFFFFF"/>
                </a:solidFill>
                <a:latin typeface="Arial"/>
                <a:ea typeface="Arial"/>
                <a:cs typeface="Arial"/>
              </a:defRPr>
            </a:lvl2pPr>
            <a:lvl3pPr>
              <a:defRPr sz="2550" b="1">
                <a:solidFill>
                  <a:srgbClr val="FFFFFF"/>
                </a:solidFill>
                <a:latin typeface="Arial"/>
                <a:ea typeface="Arial"/>
                <a:cs typeface="Arial"/>
              </a:defRPr>
            </a:lvl3pPr>
            <a:lvl4pPr>
              <a:defRPr sz="2550" b="1">
                <a:solidFill>
                  <a:srgbClr val="FFFFFF"/>
                </a:solidFill>
                <a:latin typeface="Arial"/>
                <a:ea typeface="Arial"/>
                <a:cs typeface="Arial"/>
              </a:defRPr>
            </a:lvl4pPr>
            <a:lvl5pPr>
              <a:defRPr sz="2550" b="1">
                <a:solidFill>
                  <a:srgbClr val="FFFFFF"/>
                </a:solidFill>
                <a:latin typeface="Arial"/>
                <a:ea typeface="Arial"/>
                <a:cs typeface="Arial"/>
              </a:defRPr>
            </a:lvl5pPr>
            <a:lvl6pPr>
              <a:defRPr sz="2550" b="1">
                <a:solidFill>
                  <a:srgbClr val="FFFFFF"/>
                </a:solidFill>
                <a:latin typeface="Arial"/>
                <a:ea typeface="Arial"/>
                <a:cs typeface="Arial"/>
              </a:defRPr>
            </a:lvl6pPr>
            <a:lvl7pPr>
              <a:defRPr sz="2550" b="1">
                <a:solidFill>
                  <a:srgbClr val="FFFFFF"/>
                </a:solidFill>
                <a:latin typeface="Arial"/>
                <a:ea typeface="Arial"/>
                <a:cs typeface="Arial"/>
              </a:defRPr>
            </a:lvl7pPr>
            <a:lvl8pPr>
              <a:defRPr sz="2550" b="1">
                <a:solidFill>
                  <a:srgbClr val="FFFFFF"/>
                </a:solidFill>
                <a:latin typeface="Arial"/>
                <a:ea typeface="Arial"/>
                <a:cs typeface="Arial"/>
              </a:defRPr>
            </a:lvl8pPr>
            <a:lvl9pPr>
              <a:defRPr sz="2550" b="1">
                <a:solidFill>
                  <a:srgbClr val="FFFFFF"/>
                </a:solidFill>
                <a:latin typeface="Arial"/>
                <a:ea typeface="Arial"/>
                <a:cs typeface="Arial"/>
              </a:defRPr>
            </a:lvl9pPr>
          </a:lstStyle>
          <a:p xmlns:a="http://schemas.openxmlformats.org/drawingml/2006/main">
            <a:pPr>
              <a:defRPr sz="2550" b="1">
                <a:solidFill>
                  <a:srgbClr val="FFFFFF"/>
                </a:solidFill>
                <a:latin typeface="Arial"/>
                <a:ea typeface="Arial"/>
                <a:cs typeface="Arial"/>
              </a:defRPr>
            </a:pPr>
            <a:r>
              <a:rPr sz="2550" b="1">
                <a:solidFill>
                  <a:srgbClr val="FFFFFF"/>
                </a:solidFill>
                <a:latin typeface="Arial"/>
                <a:ea typeface="Arial"/>
                <a:cs typeface="Arial"/>
              </a:rPr>
              <a:t>Înălțimea</a:t>
            </a:r>
          </a:p>
        </p:txBody>
      </p:sp>
      <p:sp>
        <p:nvSpPr>
          <p:cNvPr id="9" name="text-94">
            <a:extLst xmlns:a="http://schemas.openxmlformats.org/drawingml/2006/main">
              <a:ext uri="{FF2B5EF4-FFF2-40B4-BE49-F238E27FC236}">
                <a16:creationId xmlns:a16="http://schemas.microsoft.com/office/drawing/2014/main" id="{D9C18AAA-4B46-4F1B-ABF6-F62DF1CA4520}"/>
              </a:ext>
            </a:extLst>
          </p:cNvPr>
          <p:cNvSpPr>
            <a:spLocks xmlns:a="http://schemas.openxmlformats.org/drawingml/2006/main" noGrp="1"/>
          </p:cNvSpPr>
          <p:nvPr/>
        </p:nvSpPr>
        <p:spPr>
          <a:xfrm xmlns:a="http://schemas.openxmlformats.org/drawingml/2006/main">
            <a:off x="3505200" y="3009900"/>
            <a:ext cx="26574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00" b="0">
                <a:solidFill>
                  <a:srgbClr val="D5E3D0"/>
                </a:solidFill>
                <a:latin typeface="Arial"/>
                <a:ea typeface="Arial"/>
                <a:cs typeface="Arial"/>
              </a:defRPr>
            </a:defPPr>
            <a:lvl1pPr>
              <a:defRPr sz="1800" b="0">
                <a:solidFill>
                  <a:srgbClr val="D5E3D0"/>
                </a:solidFill>
                <a:latin typeface="Arial"/>
                <a:ea typeface="Arial"/>
                <a:cs typeface="Arial"/>
              </a:defRPr>
            </a:lvl1pPr>
            <a:lvl2pPr>
              <a:defRPr sz="1800" b="0">
                <a:solidFill>
                  <a:srgbClr val="D5E3D0"/>
                </a:solidFill>
                <a:latin typeface="Arial"/>
                <a:ea typeface="Arial"/>
                <a:cs typeface="Arial"/>
              </a:defRPr>
            </a:lvl2pPr>
            <a:lvl3pPr>
              <a:defRPr sz="1800" b="0">
                <a:solidFill>
                  <a:srgbClr val="D5E3D0"/>
                </a:solidFill>
                <a:latin typeface="Arial"/>
                <a:ea typeface="Arial"/>
                <a:cs typeface="Arial"/>
              </a:defRPr>
            </a:lvl3pPr>
            <a:lvl4pPr>
              <a:defRPr sz="1800" b="0">
                <a:solidFill>
                  <a:srgbClr val="D5E3D0"/>
                </a:solidFill>
                <a:latin typeface="Arial"/>
                <a:ea typeface="Arial"/>
                <a:cs typeface="Arial"/>
              </a:defRPr>
            </a:lvl4pPr>
            <a:lvl5pPr>
              <a:defRPr sz="1800" b="0">
                <a:solidFill>
                  <a:srgbClr val="D5E3D0"/>
                </a:solidFill>
                <a:latin typeface="Arial"/>
                <a:ea typeface="Arial"/>
                <a:cs typeface="Arial"/>
              </a:defRPr>
            </a:lvl5pPr>
            <a:lvl6pPr>
              <a:defRPr sz="1800" b="0">
                <a:solidFill>
                  <a:srgbClr val="D5E3D0"/>
                </a:solidFill>
                <a:latin typeface="Arial"/>
                <a:ea typeface="Arial"/>
                <a:cs typeface="Arial"/>
              </a:defRPr>
            </a:lvl6pPr>
            <a:lvl7pPr>
              <a:defRPr sz="1800" b="0">
                <a:solidFill>
                  <a:srgbClr val="D5E3D0"/>
                </a:solidFill>
                <a:latin typeface="Arial"/>
                <a:ea typeface="Arial"/>
                <a:cs typeface="Arial"/>
              </a:defRPr>
            </a:lvl7pPr>
            <a:lvl8pPr>
              <a:defRPr sz="1800" b="0">
                <a:solidFill>
                  <a:srgbClr val="D5E3D0"/>
                </a:solidFill>
                <a:latin typeface="Arial"/>
                <a:ea typeface="Arial"/>
                <a:cs typeface="Arial"/>
              </a:defRPr>
            </a:lvl8pPr>
            <a:lvl9pPr>
              <a:defRPr sz="1800" b="0">
                <a:solidFill>
                  <a:srgbClr val="D5E3D0"/>
                </a:solidFill>
                <a:latin typeface="Arial"/>
                <a:ea typeface="Arial"/>
                <a:cs typeface="Arial"/>
              </a:defRPr>
            </a:lvl9pPr>
          </a:lstStyle>
          <a:p xmlns:a="http://schemas.openxmlformats.org/drawingml/2006/main">
            <a:pPr>
              <a:defRPr sz="1800" b="0">
                <a:solidFill>
                  <a:srgbClr val="D5E3D0"/>
                </a:solidFill>
                <a:latin typeface="Arial"/>
                <a:ea typeface="Arial"/>
                <a:cs typeface="Arial"/>
              </a:defRPr>
            </a:pPr>
            <a:r>
              <a:rPr sz="1800" b="0">
                <a:solidFill>
                  <a:srgbClr val="D5E3D0"/>
                </a:solidFill>
                <a:latin typeface="Arial"/>
                <a:ea typeface="Arial"/>
                <a:cs typeface="Arial"/>
              </a:rPr>
              <a:t>Valoare și precizie</a:t>
            </a:r>
          </a:p>
        </p:txBody>
      </p:sp>
      <p:sp>
        <p:nvSpPr>
          <p:cNvPr id="10" name="shape-95">
            <a:extLst xmlns:a="http://schemas.openxmlformats.org/drawingml/2006/main">
              <a:ext uri="{FF2B5EF4-FFF2-40B4-BE49-F238E27FC236}">
                <a16:creationId xmlns:a16="http://schemas.microsoft.com/office/drawing/2014/main" id="{F91986F9-8171-43D8-AA01-B352C60A5767}"/>
              </a:ext>
            </a:extLst>
          </p:cNvPr>
          <p:cNvSpPr>
            <a:spLocks xmlns:a="http://schemas.openxmlformats.org/drawingml/2006/main" noGrp="1"/>
          </p:cNvSpPr>
          <p:nvPr/>
        </p:nvSpPr>
        <p:spPr>
          <a:xfrm xmlns:a="http://schemas.openxmlformats.org/drawingml/2006/main" rot="0">
            <a:off x="3505200" y="3905250"/>
            <a:ext cx="2400300" cy="19050"/>
          </a:xfrm>
          <a:prstGeom xmlns:a="http://schemas.openxmlformats.org/drawingml/2006/main" prst="rect">
            <a:avLst/>
          </a:prstGeom>
          <a:solidFill xmlns:a="http://schemas.openxmlformats.org/drawingml/2006/main">
            <a:srgbClr val="5D7D59"/>
          </a:solidFill>
          <a:ln xmlns:a="http://schemas.openxmlformats.org/drawingml/2006/main" w="0">
            <a:noFill/>
            <a:prstDash val="solid"/>
          </a:ln>
        </p:spPr>
      </p:sp>
      <p:sp>
        <p:nvSpPr>
          <p:cNvPr id="11" name="text-96">
            <a:extLst xmlns:a="http://schemas.openxmlformats.org/drawingml/2006/main">
              <a:ext uri="{FF2B5EF4-FFF2-40B4-BE49-F238E27FC236}">
                <a16:creationId xmlns:a16="http://schemas.microsoft.com/office/drawing/2014/main" id="{7FAB2771-7763-4D7D-87F6-27FEA68D8C01}"/>
              </a:ext>
            </a:extLst>
          </p:cNvPr>
          <p:cNvSpPr>
            <a:spLocks xmlns:a="http://schemas.openxmlformats.org/drawingml/2006/main" noGrp="1"/>
          </p:cNvSpPr>
          <p:nvPr/>
        </p:nvSpPr>
        <p:spPr>
          <a:xfrm xmlns:a="http://schemas.openxmlformats.org/drawingml/2006/main">
            <a:off x="6362700" y="1857375"/>
            <a:ext cx="2381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950" b="1">
                <a:solidFill>
                  <a:srgbClr val="BBD8A8"/>
                </a:solidFill>
                <a:latin typeface="Arial"/>
                <a:ea typeface="Arial"/>
                <a:cs typeface="Arial"/>
              </a:defRPr>
            </a:defPPr>
            <a:lvl1pPr>
              <a:defRPr sz="1950" b="1">
                <a:solidFill>
                  <a:srgbClr val="BBD8A8"/>
                </a:solidFill>
                <a:latin typeface="Arial"/>
                <a:ea typeface="Arial"/>
                <a:cs typeface="Arial"/>
              </a:defRPr>
            </a:lvl1pPr>
            <a:lvl2pPr>
              <a:defRPr sz="1950" b="1">
                <a:solidFill>
                  <a:srgbClr val="BBD8A8"/>
                </a:solidFill>
                <a:latin typeface="Arial"/>
                <a:ea typeface="Arial"/>
                <a:cs typeface="Arial"/>
              </a:defRPr>
            </a:lvl2pPr>
            <a:lvl3pPr>
              <a:defRPr sz="1950" b="1">
                <a:solidFill>
                  <a:srgbClr val="BBD8A8"/>
                </a:solidFill>
                <a:latin typeface="Arial"/>
                <a:ea typeface="Arial"/>
                <a:cs typeface="Arial"/>
              </a:defRPr>
            </a:lvl3pPr>
            <a:lvl4pPr>
              <a:defRPr sz="1950" b="1">
                <a:solidFill>
                  <a:srgbClr val="BBD8A8"/>
                </a:solidFill>
                <a:latin typeface="Arial"/>
                <a:ea typeface="Arial"/>
                <a:cs typeface="Arial"/>
              </a:defRPr>
            </a:lvl4pPr>
            <a:lvl5pPr>
              <a:defRPr sz="1950" b="1">
                <a:solidFill>
                  <a:srgbClr val="BBD8A8"/>
                </a:solidFill>
                <a:latin typeface="Arial"/>
                <a:ea typeface="Arial"/>
                <a:cs typeface="Arial"/>
              </a:defRPr>
            </a:lvl5pPr>
            <a:lvl6pPr>
              <a:defRPr sz="1950" b="1">
                <a:solidFill>
                  <a:srgbClr val="BBD8A8"/>
                </a:solidFill>
                <a:latin typeface="Arial"/>
                <a:ea typeface="Arial"/>
                <a:cs typeface="Arial"/>
              </a:defRPr>
            </a:lvl6pPr>
            <a:lvl7pPr>
              <a:defRPr sz="1950" b="1">
                <a:solidFill>
                  <a:srgbClr val="BBD8A8"/>
                </a:solidFill>
                <a:latin typeface="Arial"/>
                <a:ea typeface="Arial"/>
                <a:cs typeface="Arial"/>
              </a:defRPr>
            </a:lvl7pPr>
            <a:lvl8pPr>
              <a:defRPr sz="1950" b="1">
                <a:solidFill>
                  <a:srgbClr val="BBD8A8"/>
                </a:solidFill>
                <a:latin typeface="Arial"/>
                <a:ea typeface="Arial"/>
                <a:cs typeface="Arial"/>
              </a:defRPr>
            </a:lvl8pPr>
            <a:lvl9pPr>
              <a:defRPr sz="1950" b="1">
                <a:solidFill>
                  <a:srgbClr val="BBD8A8"/>
                </a:solidFill>
                <a:latin typeface="Arial"/>
                <a:ea typeface="Arial"/>
                <a:cs typeface="Arial"/>
              </a:defRPr>
            </a:lvl9pPr>
          </a:lstStyle>
          <a:p xmlns:a="http://schemas.openxmlformats.org/drawingml/2006/main">
            <a:pPr>
              <a:defRPr sz="1950" b="1">
                <a:solidFill>
                  <a:srgbClr val="BBD8A8"/>
                </a:solidFill>
                <a:latin typeface="Arial"/>
                <a:ea typeface="Arial"/>
                <a:cs typeface="Arial"/>
              </a:defRPr>
            </a:pPr>
            <a:r>
              <a:rPr sz="1950" b="1">
                <a:solidFill>
                  <a:srgbClr val="BBD8A8"/>
                </a:solidFill>
                <a:latin typeface="Arial"/>
                <a:ea typeface="Arial"/>
                <a:cs typeface="Arial"/>
              </a:rPr>
              <a:t>03</a:t>
            </a:r>
          </a:p>
        </p:txBody>
      </p:sp>
      <p:sp>
        <p:nvSpPr>
          <p:cNvPr id="12" name="text-97">
            <a:extLst xmlns:a="http://schemas.openxmlformats.org/drawingml/2006/main">
              <a:ext uri="{FF2B5EF4-FFF2-40B4-BE49-F238E27FC236}">
                <a16:creationId xmlns:a16="http://schemas.microsoft.com/office/drawing/2014/main" id="{75DCAE5E-1B40-4FB7-8012-FBAC7A3739D9}"/>
              </a:ext>
            </a:extLst>
          </p:cNvPr>
          <p:cNvSpPr>
            <a:spLocks xmlns:a="http://schemas.openxmlformats.org/drawingml/2006/main" noGrp="1"/>
          </p:cNvSpPr>
          <p:nvPr/>
        </p:nvSpPr>
        <p:spPr>
          <a:xfrm xmlns:a="http://schemas.openxmlformats.org/drawingml/2006/main">
            <a:off x="6362700" y="2390775"/>
            <a:ext cx="26479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550" b="1">
                <a:solidFill>
                  <a:srgbClr val="FFFFFF"/>
                </a:solidFill>
                <a:latin typeface="Arial"/>
                <a:ea typeface="Arial"/>
                <a:cs typeface="Arial"/>
              </a:defRPr>
            </a:defPPr>
            <a:lvl1pPr>
              <a:defRPr sz="2550" b="1">
                <a:solidFill>
                  <a:srgbClr val="FFFFFF"/>
                </a:solidFill>
                <a:latin typeface="Arial"/>
                <a:ea typeface="Arial"/>
                <a:cs typeface="Arial"/>
              </a:defRPr>
            </a:lvl1pPr>
            <a:lvl2pPr>
              <a:defRPr sz="2550" b="1">
                <a:solidFill>
                  <a:srgbClr val="FFFFFF"/>
                </a:solidFill>
                <a:latin typeface="Arial"/>
                <a:ea typeface="Arial"/>
                <a:cs typeface="Arial"/>
              </a:defRPr>
            </a:lvl2pPr>
            <a:lvl3pPr>
              <a:defRPr sz="2550" b="1">
                <a:solidFill>
                  <a:srgbClr val="FFFFFF"/>
                </a:solidFill>
                <a:latin typeface="Arial"/>
                <a:ea typeface="Arial"/>
                <a:cs typeface="Arial"/>
              </a:defRPr>
            </a:lvl3pPr>
            <a:lvl4pPr>
              <a:defRPr sz="2550" b="1">
                <a:solidFill>
                  <a:srgbClr val="FFFFFF"/>
                </a:solidFill>
                <a:latin typeface="Arial"/>
                <a:ea typeface="Arial"/>
                <a:cs typeface="Arial"/>
              </a:defRPr>
            </a:lvl4pPr>
            <a:lvl5pPr>
              <a:defRPr sz="2550" b="1">
                <a:solidFill>
                  <a:srgbClr val="FFFFFF"/>
                </a:solidFill>
                <a:latin typeface="Arial"/>
                <a:ea typeface="Arial"/>
                <a:cs typeface="Arial"/>
              </a:defRPr>
            </a:lvl5pPr>
            <a:lvl6pPr>
              <a:defRPr sz="2550" b="1">
                <a:solidFill>
                  <a:srgbClr val="FFFFFF"/>
                </a:solidFill>
                <a:latin typeface="Arial"/>
                <a:ea typeface="Arial"/>
                <a:cs typeface="Arial"/>
              </a:defRPr>
            </a:lvl6pPr>
            <a:lvl7pPr>
              <a:defRPr sz="2550" b="1">
                <a:solidFill>
                  <a:srgbClr val="FFFFFF"/>
                </a:solidFill>
                <a:latin typeface="Arial"/>
                <a:ea typeface="Arial"/>
                <a:cs typeface="Arial"/>
              </a:defRPr>
            </a:lvl7pPr>
            <a:lvl8pPr>
              <a:defRPr sz="2550" b="1">
                <a:solidFill>
                  <a:srgbClr val="FFFFFF"/>
                </a:solidFill>
                <a:latin typeface="Arial"/>
                <a:ea typeface="Arial"/>
                <a:cs typeface="Arial"/>
              </a:defRPr>
            </a:lvl8pPr>
            <a:lvl9pPr>
              <a:defRPr sz="2550" b="1">
                <a:solidFill>
                  <a:srgbClr val="FFFFFF"/>
                </a:solidFill>
                <a:latin typeface="Arial"/>
                <a:ea typeface="Arial"/>
                <a:cs typeface="Arial"/>
              </a:defRPr>
            </a:lvl9pPr>
          </a:lstStyle>
          <a:p xmlns:a="http://schemas.openxmlformats.org/drawingml/2006/main">
            <a:pPr>
              <a:defRPr sz="2550" b="1">
                <a:solidFill>
                  <a:srgbClr val="FFFFFF"/>
                </a:solidFill>
                <a:latin typeface="Arial"/>
                <a:ea typeface="Arial"/>
                <a:cs typeface="Arial"/>
              </a:defRPr>
            </a:pPr>
            <a:r>
              <a:rPr sz="2550" b="1">
                <a:solidFill>
                  <a:srgbClr val="FFFFFF"/>
                </a:solidFill>
                <a:latin typeface="Arial"/>
                <a:ea typeface="Arial"/>
                <a:cs typeface="Arial"/>
              </a:rPr>
              <a:t>Harta</a:t>
            </a:r>
          </a:p>
        </p:txBody>
      </p:sp>
      <p:sp>
        <p:nvSpPr>
          <p:cNvPr id="13" name="text-98">
            <a:extLst xmlns:a="http://schemas.openxmlformats.org/drawingml/2006/main">
              <a:ext uri="{FF2B5EF4-FFF2-40B4-BE49-F238E27FC236}">
                <a16:creationId xmlns:a16="http://schemas.microsoft.com/office/drawing/2014/main" id="{A1D9BF00-7C87-4FE8-BDE5-879E217C4972}"/>
              </a:ext>
            </a:extLst>
          </p:cNvPr>
          <p:cNvSpPr>
            <a:spLocks xmlns:a="http://schemas.openxmlformats.org/drawingml/2006/main" noGrp="1"/>
          </p:cNvSpPr>
          <p:nvPr/>
        </p:nvSpPr>
        <p:spPr>
          <a:xfrm xmlns:a="http://schemas.openxmlformats.org/drawingml/2006/main">
            <a:off x="6362700" y="3009900"/>
            <a:ext cx="26574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00" b="0">
                <a:solidFill>
                  <a:srgbClr val="D5E3D0"/>
                </a:solidFill>
                <a:latin typeface="Arial"/>
                <a:ea typeface="Arial"/>
                <a:cs typeface="Arial"/>
              </a:defRPr>
            </a:defPPr>
            <a:lvl1pPr>
              <a:defRPr sz="1800" b="0">
                <a:solidFill>
                  <a:srgbClr val="D5E3D0"/>
                </a:solidFill>
                <a:latin typeface="Arial"/>
                <a:ea typeface="Arial"/>
                <a:cs typeface="Arial"/>
              </a:defRPr>
            </a:lvl1pPr>
            <a:lvl2pPr>
              <a:defRPr sz="1800" b="0">
                <a:solidFill>
                  <a:srgbClr val="D5E3D0"/>
                </a:solidFill>
                <a:latin typeface="Arial"/>
                <a:ea typeface="Arial"/>
                <a:cs typeface="Arial"/>
              </a:defRPr>
            </a:lvl2pPr>
            <a:lvl3pPr>
              <a:defRPr sz="1800" b="0">
                <a:solidFill>
                  <a:srgbClr val="D5E3D0"/>
                </a:solidFill>
                <a:latin typeface="Arial"/>
                <a:ea typeface="Arial"/>
                <a:cs typeface="Arial"/>
              </a:defRPr>
            </a:lvl3pPr>
            <a:lvl4pPr>
              <a:defRPr sz="1800" b="0">
                <a:solidFill>
                  <a:srgbClr val="D5E3D0"/>
                </a:solidFill>
                <a:latin typeface="Arial"/>
                <a:ea typeface="Arial"/>
                <a:cs typeface="Arial"/>
              </a:defRPr>
            </a:lvl4pPr>
            <a:lvl5pPr>
              <a:defRPr sz="1800" b="0">
                <a:solidFill>
                  <a:srgbClr val="D5E3D0"/>
                </a:solidFill>
                <a:latin typeface="Arial"/>
                <a:ea typeface="Arial"/>
                <a:cs typeface="Arial"/>
              </a:defRPr>
            </a:lvl5pPr>
            <a:lvl6pPr>
              <a:defRPr sz="1800" b="0">
                <a:solidFill>
                  <a:srgbClr val="D5E3D0"/>
                </a:solidFill>
                <a:latin typeface="Arial"/>
                <a:ea typeface="Arial"/>
                <a:cs typeface="Arial"/>
              </a:defRPr>
            </a:lvl6pPr>
            <a:lvl7pPr>
              <a:defRPr sz="1800" b="0">
                <a:solidFill>
                  <a:srgbClr val="D5E3D0"/>
                </a:solidFill>
                <a:latin typeface="Arial"/>
                <a:ea typeface="Arial"/>
                <a:cs typeface="Arial"/>
              </a:defRPr>
            </a:lvl7pPr>
            <a:lvl8pPr>
              <a:defRPr sz="1800" b="0">
                <a:solidFill>
                  <a:srgbClr val="D5E3D0"/>
                </a:solidFill>
                <a:latin typeface="Arial"/>
                <a:ea typeface="Arial"/>
                <a:cs typeface="Arial"/>
              </a:defRPr>
            </a:lvl8pPr>
            <a:lvl9pPr>
              <a:defRPr sz="1800" b="0">
                <a:solidFill>
                  <a:srgbClr val="D5E3D0"/>
                </a:solidFill>
                <a:latin typeface="Arial"/>
                <a:ea typeface="Arial"/>
                <a:cs typeface="Arial"/>
              </a:defRPr>
            </a:lvl9pPr>
          </a:lstStyle>
          <a:p xmlns:a="http://schemas.openxmlformats.org/drawingml/2006/main">
            <a:pPr>
              <a:defRPr sz="1800" b="0">
                <a:solidFill>
                  <a:srgbClr val="D5E3D0"/>
                </a:solidFill>
                <a:latin typeface="Arial"/>
                <a:ea typeface="Arial"/>
                <a:cs typeface="Arial"/>
              </a:defRPr>
            </a:pPr>
            <a:r>
              <a:rPr sz="1800" b="0">
                <a:solidFill>
                  <a:srgbClr val="D5E3D0"/>
                </a:solidFill>
                <a:latin typeface="Arial"/>
                <a:ea typeface="Arial"/>
                <a:cs typeface="Arial"/>
              </a:rPr>
              <a:t>Umbre la ora aleasă</a:t>
            </a:r>
          </a:p>
        </p:txBody>
      </p:sp>
      <p:sp>
        <p:nvSpPr>
          <p:cNvPr id="14" name="shape-99">
            <a:extLst xmlns:a="http://schemas.openxmlformats.org/drawingml/2006/main">
              <a:ext uri="{FF2B5EF4-FFF2-40B4-BE49-F238E27FC236}">
                <a16:creationId xmlns:a16="http://schemas.microsoft.com/office/drawing/2014/main" id="{D85C6722-2569-4EAC-B30F-2407FB5D872E}"/>
              </a:ext>
            </a:extLst>
          </p:cNvPr>
          <p:cNvSpPr>
            <a:spLocks xmlns:a="http://schemas.openxmlformats.org/drawingml/2006/main" noGrp="1"/>
          </p:cNvSpPr>
          <p:nvPr/>
        </p:nvSpPr>
        <p:spPr>
          <a:xfrm xmlns:a="http://schemas.openxmlformats.org/drawingml/2006/main" rot="0">
            <a:off x="6362700" y="3905250"/>
            <a:ext cx="2400300" cy="19050"/>
          </a:xfrm>
          <a:prstGeom xmlns:a="http://schemas.openxmlformats.org/drawingml/2006/main" prst="rect">
            <a:avLst/>
          </a:prstGeom>
          <a:solidFill xmlns:a="http://schemas.openxmlformats.org/drawingml/2006/main">
            <a:srgbClr val="5D7D59"/>
          </a:solidFill>
          <a:ln xmlns:a="http://schemas.openxmlformats.org/drawingml/2006/main" w="0">
            <a:noFill/>
            <a:prstDash val="solid"/>
          </a:ln>
        </p:spPr>
      </p:sp>
      <p:sp>
        <p:nvSpPr>
          <p:cNvPr id="15" name="text-100">
            <a:extLst xmlns:a="http://schemas.openxmlformats.org/drawingml/2006/main">
              <a:ext uri="{FF2B5EF4-FFF2-40B4-BE49-F238E27FC236}">
                <a16:creationId xmlns:a16="http://schemas.microsoft.com/office/drawing/2014/main" id="{4492EA33-0E15-4893-99A1-9EEAB56F9253}"/>
              </a:ext>
            </a:extLst>
          </p:cNvPr>
          <p:cNvSpPr>
            <a:spLocks xmlns:a="http://schemas.openxmlformats.org/drawingml/2006/main" noGrp="1"/>
          </p:cNvSpPr>
          <p:nvPr/>
        </p:nvSpPr>
        <p:spPr>
          <a:xfrm xmlns:a="http://schemas.openxmlformats.org/drawingml/2006/main">
            <a:off x="9220200" y="1857375"/>
            <a:ext cx="2381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950" b="1">
                <a:solidFill>
                  <a:srgbClr val="BBD8A8"/>
                </a:solidFill>
                <a:latin typeface="Arial"/>
                <a:ea typeface="Arial"/>
                <a:cs typeface="Arial"/>
              </a:defRPr>
            </a:defPPr>
            <a:lvl1pPr>
              <a:defRPr sz="1950" b="1">
                <a:solidFill>
                  <a:srgbClr val="BBD8A8"/>
                </a:solidFill>
                <a:latin typeface="Arial"/>
                <a:ea typeface="Arial"/>
                <a:cs typeface="Arial"/>
              </a:defRPr>
            </a:lvl1pPr>
            <a:lvl2pPr>
              <a:defRPr sz="1950" b="1">
                <a:solidFill>
                  <a:srgbClr val="BBD8A8"/>
                </a:solidFill>
                <a:latin typeface="Arial"/>
                <a:ea typeface="Arial"/>
                <a:cs typeface="Arial"/>
              </a:defRPr>
            </a:lvl2pPr>
            <a:lvl3pPr>
              <a:defRPr sz="1950" b="1">
                <a:solidFill>
                  <a:srgbClr val="BBD8A8"/>
                </a:solidFill>
                <a:latin typeface="Arial"/>
                <a:ea typeface="Arial"/>
                <a:cs typeface="Arial"/>
              </a:defRPr>
            </a:lvl3pPr>
            <a:lvl4pPr>
              <a:defRPr sz="1950" b="1">
                <a:solidFill>
                  <a:srgbClr val="BBD8A8"/>
                </a:solidFill>
                <a:latin typeface="Arial"/>
                <a:ea typeface="Arial"/>
                <a:cs typeface="Arial"/>
              </a:defRPr>
            </a:lvl4pPr>
            <a:lvl5pPr>
              <a:defRPr sz="1950" b="1">
                <a:solidFill>
                  <a:srgbClr val="BBD8A8"/>
                </a:solidFill>
                <a:latin typeface="Arial"/>
                <a:ea typeface="Arial"/>
                <a:cs typeface="Arial"/>
              </a:defRPr>
            </a:lvl5pPr>
            <a:lvl6pPr>
              <a:defRPr sz="1950" b="1">
                <a:solidFill>
                  <a:srgbClr val="BBD8A8"/>
                </a:solidFill>
                <a:latin typeface="Arial"/>
                <a:ea typeface="Arial"/>
                <a:cs typeface="Arial"/>
              </a:defRPr>
            </a:lvl6pPr>
            <a:lvl7pPr>
              <a:defRPr sz="1950" b="1">
                <a:solidFill>
                  <a:srgbClr val="BBD8A8"/>
                </a:solidFill>
                <a:latin typeface="Arial"/>
                <a:ea typeface="Arial"/>
                <a:cs typeface="Arial"/>
              </a:defRPr>
            </a:lvl7pPr>
            <a:lvl8pPr>
              <a:defRPr sz="1950" b="1">
                <a:solidFill>
                  <a:srgbClr val="BBD8A8"/>
                </a:solidFill>
                <a:latin typeface="Arial"/>
                <a:ea typeface="Arial"/>
                <a:cs typeface="Arial"/>
              </a:defRPr>
            </a:lvl8pPr>
            <a:lvl9pPr>
              <a:defRPr sz="1950" b="1">
                <a:solidFill>
                  <a:srgbClr val="BBD8A8"/>
                </a:solidFill>
                <a:latin typeface="Arial"/>
                <a:ea typeface="Arial"/>
                <a:cs typeface="Arial"/>
              </a:defRPr>
            </a:lvl9pPr>
          </a:lstStyle>
          <a:p xmlns:a="http://schemas.openxmlformats.org/drawingml/2006/main">
            <a:pPr>
              <a:defRPr sz="1950" b="1">
                <a:solidFill>
                  <a:srgbClr val="BBD8A8"/>
                </a:solidFill>
                <a:latin typeface="Arial"/>
                <a:ea typeface="Arial"/>
                <a:cs typeface="Arial"/>
              </a:defRPr>
            </a:pPr>
            <a:r>
              <a:rPr sz="1950" b="1">
                <a:solidFill>
                  <a:srgbClr val="BBD8A8"/>
                </a:solidFill>
                <a:latin typeface="Arial"/>
                <a:ea typeface="Arial"/>
                <a:cs typeface="Arial"/>
              </a:rPr>
              <a:t>04</a:t>
            </a:r>
          </a:p>
        </p:txBody>
      </p:sp>
      <p:sp>
        <p:nvSpPr>
          <p:cNvPr id="16" name="text-101">
            <a:extLst xmlns:a="http://schemas.openxmlformats.org/drawingml/2006/main">
              <a:ext uri="{FF2B5EF4-FFF2-40B4-BE49-F238E27FC236}">
                <a16:creationId xmlns:a16="http://schemas.microsoft.com/office/drawing/2014/main" id="{E869BA3A-61A7-4144-8361-965E487C4D2B}"/>
              </a:ext>
            </a:extLst>
          </p:cNvPr>
          <p:cNvSpPr>
            <a:spLocks xmlns:a="http://schemas.openxmlformats.org/drawingml/2006/main" noGrp="1"/>
          </p:cNvSpPr>
          <p:nvPr/>
        </p:nvSpPr>
        <p:spPr>
          <a:xfrm xmlns:a="http://schemas.openxmlformats.org/drawingml/2006/main">
            <a:off x="9220200" y="2390775"/>
            <a:ext cx="26479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550" b="1">
                <a:solidFill>
                  <a:srgbClr val="FFFFFF"/>
                </a:solidFill>
                <a:latin typeface="Arial"/>
                <a:ea typeface="Arial"/>
                <a:cs typeface="Arial"/>
              </a:defRPr>
            </a:defPPr>
            <a:lvl1pPr>
              <a:defRPr sz="2550" b="1">
                <a:solidFill>
                  <a:srgbClr val="FFFFFF"/>
                </a:solidFill>
                <a:latin typeface="Arial"/>
                <a:ea typeface="Arial"/>
                <a:cs typeface="Arial"/>
              </a:defRPr>
            </a:lvl1pPr>
            <a:lvl2pPr>
              <a:defRPr sz="2550" b="1">
                <a:solidFill>
                  <a:srgbClr val="FFFFFF"/>
                </a:solidFill>
                <a:latin typeface="Arial"/>
                <a:ea typeface="Arial"/>
                <a:cs typeface="Arial"/>
              </a:defRPr>
            </a:lvl2pPr>
            <a:lvl3pPr>
              <a:defRPr sz="2550" b="1">
                <a:solidFill>
                  <a:srgbClr val="FFFFFF"/>
                </a:solidFill>
                <a:latin typeface="Arial"/>
                <a:ea typeface="Arial"/>
                <a:cs typeface="Arial"/>
              </a:defRPr>
            </a:lvl3pPr>
            <a:lvl4pPr>
              <a:defRPr sz="2550" b="1">
                <a:solidFill>
                  <a:srgbClr val="FFFFFF"/>
                </a:solidFill>
                <a:latin typeface="Arial"/>
                <a:ea typeface="Arial"/>
                <a:cs typeface="Arial"/>
              </a:defRPr>
            </a:lvl4pPr>
            <a:lvl5pPr>
              <a:defRPr sz="2550" b="1">
                <a:solidFill>
                  <a:srgbClr val="FFFFFF"/>
                </a:solidFill>
                <a:latin typeface="Arial"/>
                <a:ea typeface="Arial"/>
                <a:cs typeface="Arial"/>
              </a:defRPr>
            </a:lvl5pPr>
            <a:lvl6pPr>
              <a:defRPr sz="2550" b="1">
                <a:solidFill>
                  <a:srgbClr val="FFFFFF"/>
                </a:solidFill>
                <a:latin typeface="Arial"/>
                <a:ea typeface="Arial"/>
                <a:cs typeface="Arial"/>
              </a:defRPr>
            </a:lvl6pPr>
            <a:lvl7pPr>
              <a:defRPr sz="2550" b="1">
                <a:solidFill>
                  <a:srgbClr val="FFFFFF"/>
                </a:solidFill>
                <a:latin typeface="Arial"/>
                <a:ea typeface="Arial"/>
                <a:cs typeface="Arial"/>
              </a:defRPr>
            </a:lvl7pPr>
            <a:lvl8pPr>
              <a:defRPr sz="2550" b="1">
                <a:solidFill>
                  <a:srgbClr val="FFFFFF"/>
                </a:solidFill>
                <a:latin typeface="Arial"/>
                <a:ea typeface="Arial"/>
                <a:cs typeface="Arial"/>
              </a:defRPr>
            </a:lvl8pPr>
            <a:lvl9pPr>
              <a:defRPr sz="2550" b="1">
                <a:solidFill>
                  <a:srgbClr val="FFFFFF"/>
                </a:solidFill>
                <a:latin typeface="Arial"/>
                <a:ea typeface="Arial"/>
                <a:cs typeface="Arial"/>
              </a:defRPr>
            </a:lvl9pPr>
          </a:lstStyle>
          <a:p xmlns:a="http://schemas.openxmlformats.org/drawingml/2006/main">
            <a:pPr>
              <a:defRPr sz="2550" b="1">
                <a:solidFill>
                  <a:srgbClr val="FFFFFF"/>
                </a:solidFill>
                <a:latin typeface="Arial"/>
                <a:ea typeface="Arial"/>
                <a:cs typeface="Arial"/>
              </a:defRPr>
            </a:pPr>
            <a:r>
              <a:rPr sz="2550" b="1">
                <a:solidFill>
                  <a:srgbClr val="FFFFFF"/>
                </a:solidFill>
                <a:latin typeface="Arial"/>
                <a:ea typeface="Arial"/>
                <a:cs typeface="Arial"/>
              </a:rPr>
              <a:t>Traseul</a:t>
            </a:r>
          </a:p>
        </p:txBody>
      </p:sp>
      <p:sp>
        <p:nvSpPr>
          <p:cNvPr id="17" name="text-102">
            <a:extLst xmlns:a="http://schemas.openxmlformats.org/drawingml/2006/main">
              <a:ext uri="{FF2B5EF4-FFF2-40B4-BE49-F238E27FC236}">
                <a16:creationId xmlns:a16="http://schemas.microsoft.com/office/drawing/2014/main" id="{ADD96EE5-573F-4D96-A1F5-305EA5826EE4}"/>
              </a:ext>
            </a:extLst>
          </p:cNvPr>
          <p:cNvSpPr>
            <a:spLocks xmlns:a="http://schemas.openxmlformats.org/drawingml/2006/main" noGrp="1"/>
          </p:cNvSpPr>
          <p:nvPr/>
        </p:nvSpPr>
        <p:spPr>
          <a:xfrm xmlns:a="http://schemas.openxmlformats.org/drawingml/2006/main">
            <a:off x="9220200" y="3009900"/>
            <a:ext cx="26574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00" b="0">
                <a:solidFill>
                  <a:srgbClr val="D5E3D0"/>
                </a:solidFill>
                <a:latin typeface="Arial"/>
                <a:ea typeface="Arial"/>
                <a:cs typeface="Arial"/>
              </a:defRPr>
            </a:defPPr>
            <a:lvl1pPr>
              <a:defRPr sz="1800" b="0">
                <a:solidFill>
                  <a:srgbClr val="D5E3D0"/>
                </a:solidFill>
                <a:latin typeface="Arial"/>
                <a:ea typeface="Arial"/>
                <a:cs typeface="Arial"/>
              </a:defRPr>
            </a:lvl1pPr>
            <a:lvl2pPr>
              <a:defRPr sz="1800" b="0">
                <a:solidFill>
                  <a:srgbClr val="D5E3D0"/>
                </a:solidFill>
                <a:latin typeface="Arial"/>
                <a:ea typeface="Arial"/>
                <a:cs typeface="Arial"/>
              </a:defRPr>
            </a:lvl2pPr>
            <a:lvl3pPr>
              <a:defRPr sz="1800" b="0">
                <a:solidFill>
                  <a:srgbClr val="D5E3D0"/>
                </a:solidFill>
                <a:latin typeface="Arial"/>
                <a:ea typeface="Arial"/>
                <a:cs typeface="Arial"/>
              </a:defRPr>
            </a:lvl3pPr>
            <a:lvl4pPr>
              <a:defRPr sz="1800" b="0">
                <a:solidFill>
                  <a:srgbClr val="D5E3D0"/>
                </a:solidFill>
                <a:latin typeface="Arial"/>
                <a:ea typeface="Arial"/>
                <a:cs typeface="Arial"/>
              </a:defRPr>
            </a:lvl4pPr>
            <a:lvl5pPr>
              <a:defRPr sz="1800" b="0">
                <a:solidFill>
                  <a:srgbClr val="D5E3D0"/>
                </a:solidFill>
                <a:latin typeface="Arial"/>
                <a:ea typeface="Arial"/>
                <a:cs typeface="Arial"/>
              </a:defRPr>
            </a:lvl5pPr>
            <a:lvl6pPr>
              <a:defRPr sz="1800" b="0">
                <a:solidFill>
                  <a:srgbClr val="D5E3D0"/>
                </a:solidFill>
                <a:latin typeface="Arial"/>
                <a:ea typeface="Arial"/>
                <a:cs typeface="Arial"/>
              </a:defRPr>
            </a:lvl6pPr>
            <a:lvl7pPr>
              <a:defRPr sz="1800" b="0">
                <a:solidFill>
                  <a:srgbClr val="D5E3D0"/>
                </a:solidFill>
                <a:latin typeface="Arial"/>
                <a:ea typeface="Arial"/>
                <a:cs typeface="Arial"/>
              </a:defRPr>
            </a:lvl7pPr>
            <a:lvl8pPr>
              <a:defRPr sz="1800" b="0">
                <a:solidFill>
                  <a:srgbClr val="D5E3D0"/>
                </a:solidFill>
                <a:latin typeface="Arial"/>
                <a:ea typeface="Arial"/>
                <a:cs typeface="Arial"/>
              </a:defRPr>
            </a:lvl8pPr>
            <a:lvl9pPr>
              <a:defRPr sz="1800" b="0">
                <a:solidFill>
                  <a:srgbClr val="D5E3D0"/>
                </a:solidFill>
                <a:latin typeface="Arial"/>
                <a:ea typeface="Arial"/>
                <a:cs typeface="Arial"/>
              </a:defRPr>
            </a:lvl9pPr>
          </a:lstStyle>
          <a:p xmlns:a="http://schemas.openxmlformats.org/drawingml/2006/main">
            <a:pPr>
              <a:defRPr sz="1800" b="0">
                <a:solidFill>
                  <a:srgbClr val="D5E3D0"/>
                </a:solidFill>
                <a:latin typeface="Arial"/>
                <a:ea typeface="Arial"/>
                <a:cs typeface="Arial"/>
              </a:defRPr>
            </a:pPr>
            <a:r>
              <a:rPr sz="1800" b="0">
                <a:solidFill>
                  <a:srgbClr val="D5E3D0"/>
                </a:solidFill>
                <a:latin typeface="Arial"/>
                <a:ea typeface="Arial"/>
                <a:cs typeface="Arial"/>
              </a:rPr>
              <a:t>Durată și expunere</a:t>
            </a:r>
          </a:p>
        </p:txBody>
      </p:sp>
      <p:sp>
        <p:nvSpPr>
          <p:cNvPr id="18" name="shape-103">
            <a:extLst xmlns:a="http://schemas.openxmlformats.org/drawingml/2006/main">
              <a:ext uri="{FF2B5EF4-FFF2-40B4-BE49-F238E27FC236}">
                <a16:creationId xmlns:a16="http://schemas.microsoft.com/office/drawing/2014/main" id="{1362E630-25AF-4BAD-B812-C9FE48753B19}"/>
              </a:ext>
            </a:extLst>
          </p:cNvPr>
          <p:cNvSpPr>
            <a:spLocks xmlns:a="http://schemas.openxmlformats.org/drawingml/2006/main" noGrp="1"/>
          </p:cNvSpPr>
          <p:nvPr/>
        </p:nvSpPr>
        <p:spPr>
          <a:xfrm xmlns:a="http://schemas.openxmlformats.org/drawingml/2006/main" rot="0">
            <a:off x="9220200" y="3905250"/>
            <a:ext cx="2400300" cy="19050"/>
          </a:xfrm>
          <a:prstGeom xmlns:a="http://schemas.openxmlformats.org/drawingml/2006/main" prst="rect">
            <a:avLst/>
          </a:prstGeom>
          <a:solidFill xmlns:a="http://schemas.openxmlformats.org/drawingml/2006/main">
            <a:srgbClr val="5D7D59"/>
          </a:solidFill>
          <a:ln xmlns:a="http://schemas.openxmlformats.org/drawingml/2006/main" w="0">
            <a:noFill/>
            <a:prstDash val="solid"/>
          </a:ln>
        </p:spPr>
      </p:sp>
      <p:sp>
        <p:nvSpPr>
          <p:cNvPr id="19" name="text-104">
            <a:extLst xmlns:a="http://schemas.openxmlformats.org/drawingml/2006/main">
              <a:ext uri="{FF2B5EF4-FFF2-40B4-BE49-F238E27FC236}">
                <a16:creationId xmlns:a16="http://schemas.microsoft.com/office/drawing/2014/main" id="{C4A451E9-8DA4-4A8F-AD50-0EB533421684}"/>
              </a:ext>
            </a:extLst>
          </p:cNvPr>
          <p:cNvSpPr>
            <a:spLocks xmlns:a="http://schemas.openxmlformats.org/drawingml/2006/main" noGrp="1"/>
          </p:cNvSpPr>
          <p:nvPr/>
        </p:nvSpPr>
        <p:spPr>
          <a:xfrm xmlns:a="http://schemas.openxmlformats.org/drawingml/2006/main">
            <a:off x="590550" y="4448175"/>
            <a:ext cx="10763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5775" b="1">
                <a:solidFill>
                  <a:srgbClr val="FFFFFF"/>
                </a:solidFill>
                <a:latin typeface="Arial"/>
                <a:ea typeface="Arial"/>
                <a:cs typeface="Arial"/>
              </a:defRPr>
            </a:defPPr>
            <a:lvl1pPr>
              <a:defRPr sz="5775" b="1">
                <a:solidFill>
                  <a:srgbClr val="FFFFFF"/>
                </a:solidFill>
                <a:latin typeface="Arial"/>
                <a:ea typeface="Arial"/>
                <a:cs typeface="Arial"/>
              </a:defRPr>
            </a:lvl1pPr>
            <a:lvl2pPr>
              <a:defRPr sz="5775" b="1">
                <a:solidFill>
                  <a:srgbClr val="FFFFFF"/>
                </a:solidFill>
                <a:latin typeface="Arial"/>
                <a:ea typeface="Arial"/>
                <a:cs typeface="Arial"/>
              </a:defRPr>
            </a:lvl2pPr>
            <a:lvl3pPr>
              <a:defRPr sz="5775" b="1">
                <a:solidFill>
                  <a:srgbClr val="FFFFFF"/>
                </a:solidFill>
                <a:latin typeface="Arial"/>
                <a:ea typeface="Arial"/>
                <a:cs typeface="Arial"/>
              </a:defRPr>
            </a:lvl3pPr>
            <a:lvl4pPr>
              <a:defRPr sz="5775" b="1">
                <a:solidFill>
                  <a:srgbClr val="FFFFFF"/>
                </a:solidFill>
                <a:latin typeface="Arial"/>
                <a:ea typeface="Arial"/>
                <a:cs typeface="Arial"/>
              </a:defRPr>
            </a:lvl4pPr>
            <a:lvl5pPr>
              <a:defRPr sz="5775" b="1">
                <a:solidFill>
                  <a:srgbClr val="FFFFFF"/>
                </a:solidFill>
                <a:latin typeface="Arial"/>
                <a:ea typeface="Arial"/>
                <a:cs typeface="Arial"/>
              </a:defRPr>
            </a:lvl5pPr>
            <a:lvl6pPr>
              <a:defRPr sz="5775" b="1">
                <a:solidFill>
                  <a:srgbClr val="FFFFFF"/>
                </a:solidFill>
                <a:latin typeface="Arial"/>
                <a:ea typeface="Arial"/>
                <a:cs typeface="Arial"/>
              </a:defRPr>
            </a:lvl6pPr>
            <a:lvl7pPr>
              <a:defRPr sz="5775" b="1">
                <a:solidFill>
                  <a:srgbClr val="FFFFFF"/>
                </a:solidFill>
                <a:latin typeface="Arial"/>
                <a:ea typeface="Arial"/>
                <a:cs typeface="Arial"/>
              </a:defRPr>
            </a:lvl7pPr>
            <a:lvl8pPr>
              <a:defRPr sz="5775" b="1">
                <a:solidFill>
                  <a:srgbClr val="FFFFFF"/>
                </a:solidFill>
                <a:latin typeface="Arial"/>
                <a:ea typeface="Arial"/>
                <a:cs typeface="Arial"/>
              </a:defRPr>
            </a:lvl8pPr>
            <a:lvl9pPr>
              <a:defRPr sz="5775" b="1">
                <a:solidFill>
                  <a:srgbClr val="FFFFFF"/>
                </a:solidFill>
                <a:latin typeface="Arial"/>
                <a:ea typeface="Arial"/>
                <a:cs typeface="Arial"/>
              </a:defRPr>
            </a:lvl9pPr>
          </a:lstStyle>
          <a:p xmlns:a="http://schemas.openxmlformats.org/drawingml/2006/main">
            <a:pPr>
              <a:defRPr sz="5775" b="1">
                <a:solidFill>
                  <a:srgbClr val="FFFFFF"/>
                </a:solidFill>
                <a:latin typeface="Arial"/>
                <a:ea typeface="Arial"/>
                <a:cs typeface="Arial"/>
              </a:defRPr>
            </a:pPr>
            <a:r>
              <a:rPr sz="5775" b="1">
                <a:solidFill>
                  <a:srgbClr val="FFFFFF"/>
                </a:solidFill>
                <a:latin typeface="Arial"/>
                <a:ea typeface="Arial"/>
                <a:cs typeface="Arial"/>
              </a:rPr>
              <a:t>UMBRA</a:t>
            </a:r>
          </a:p>
        </p:txBody>
      </p:sp>
      <p:sp>
        <p:nvSpPr>
          <p:cNvPr id="20" name="text-105">
            <a:extLst xmlns:a="http://schemas.openxmlformats.org/drawingml/2006/main">
              <a:ext uri="{FF2B5EF4-FFF2-40B4-BE49-F238E27FC236}">
                <a16:creationId xmlns:a16="http://schemas.microsoft.com/office/drawing/2014/main" id="{62973B50-73F9-4AFD-92CD-E151ECCCAF09}"/>
              </a:ext>
            </a:extLst>
          </p:cNvPr>
          <p:cNvSpPr>
            <a:spLocks xmlns:a="http://schemas.openxmlformats.org/drawingml/2006/main" noGrp="1"/>
          </p:cNvSpPr>
          <p:nvPr/>
        </p:nvSpPr>
        <p:spPr>
          <a:xfrm xmlns:a="http://schemas.openxmlformats.org/drawingml/2006/main">
            <a:off x="657225" y="5429250"/>
            <a:ext cx="108489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375" b="0">
                <a:solidFill>
                  <a:srgbClr val="BBD8A8"/>
                </a:solidFill>
                <a:latin typeface="Arial"/>
                <a:ea typeface="Arial"/>
                <a:cs typeface="Arial"/>
              </a:defRPr>
            </a:defPPr>
            <a:lvl1pPr>
              <a:defRPr sz="3375" b="0">
                <a:solidFill>
                  <a:srgbClr val="BBD8A8"/>
                </a:solidFill>
                <a:latin typeface="Arial"/>
                <a:ea typeface="Arial"/>
                <a:cs typeface="Arial"/>
              </a:defRPr>
            </a:lvl1pPr>
            <a:lvl2pPr>
              <a:defRPr sz="3375" b="0">
                <a:solidFill>
                  <a:srgbClr val="BBD8A8"/>
                </a:solidFill>
                <a:latin typeface="Arial"/>
                <a:ea typeface="Arial"/>
                <a:cs typeface="Arial"/>
              </a:defRPr>
            </a:lvl2pPr>
            <a:lvl3pPr>
              <a:defRPr sz="3375" b="0">
                <a:solidFill>
                  <a:srgbClr val="BBD8A8"/>
                </a:solidFill>
                <a:latin typeface="Arial"/>
                <a:ea typeface="Arial"/>
                <a:cs typeface="Arial"/>
              </a:defRPr>
            </a:lvl3pPr>
            <a:lvl4pPr>
              <a:defRPr sz="3375" b="0">
                <a:solidFill>
                  <a:srgbClr val="BBD8A8"/>
                </a:solidFill>
                <a:latin typeface="Arial"/>
                <a:ea typeface="Arial"/>
                <a:cs typeface="Arial"/>
              </a:defRPr>
            </a:lvl4pPr>
            <a:lvl5pPr>
              <a:defRPr sz="3375" b="0">
                <a:solidFill>
                  <a:srgbClr val="BBD8A8"/>
                </a:solidFill>
                <a:latin typeface="Arial"/>
                <a:ea typeface="Arial"/>
                <a:cs typeface="Arial"/>
              </a:defRPr>
            </a:lvl5pPr>
            <a:lvl6pPr>
              <a:defRPr sz="3375" b="0">
                <a:solidFill>
                  <a:srgbClr val="BBD8A8"/>
                </a:solidFill>
                <a:latin typeface="Arial"/>
                <a:ea typeface="Arial"/>
                <a:cs typeface="Arial"/>
              </a:defRPr>
            </a:lvl6pPr>
            <a:lvl7pPr>
              <a:defRPr sz="3375" b="0">
                <a:solidFill>
                  <a:srgbClr val="BBD8A8"/>
                </a:solidFill>
                <a:latin typeface="Arial"/>
                <a:ea typeface="Arial"/>
                <a:cs typeface="Arial"/>
              </a:defRPr>
            </a:lvl7pPr>
            <a:lvl8pPr>
              <a:defRPr sz="3375" b="0">
                <a:solidFill>
                  <a:srgbClr val="BBD8A8"/>
                </a:solidFill>
                <a:latin typeface="Arial"/>
                <a:ea typeface="Arial"/>
                <a:cs typeface="Arial"/>
              </a:defRPr>
            </a:lvl8pPr>
            <a:lvl9pPr>
              <a:defRPr sz="3375" b="0">
                <a:solidFill>
                  <a:srgbClr val="BBD8A8"/>
                </a:solidFill>
                <a:latin typeface="Arial"/>
                <a:ea typeface="Arial"/>
                <a:cs typeface="Arial"/>
              </a:defRPr>
            </a:lvl9pPr>
          </a:lstStyle>
          <a:p xmlns:a="http://schemas.openxmlformats.org/drawingml/2006/main">
            <a:pPr>
              <a:defRPr sz="3375" b="0">
                <a:solidFill>
                  <a:srgbClr val="BBD8A8"/>
                </a:solidFill>
                <a:latin typeface="Arial"/>
                <a:ea typeface="Arial"/>
                <a:cs typeface="Arial"/>
              </a:defRPr>
            </a:pPr>
            <a:r>
              <a:rPr sz="3375" b="0">
                <a:solidFill>
                  <a:srgbClr val="BBD8A8"/>
                </a:solidFill>
                <a:latin typeface="Arial"/>
                <a:ea typeface="Arial"/>
                <a:cs typeface="Arial"/>
              </a:rPr>
              <a:t>Alegi traseul și după umbră.</a:t>
            </a:r>
          </a:p>
        </p:txBody>
      </p:sp>
      <p:sp>
        <p:nvSpPr>
          <p:cNvPr id="21" name="text-106">
            <a:extLst xmlns:a="http://schemas.openxmlformats.org/drawingml/2006/main">
              <a:ext uri="{FF2B5EF4-FFF2-40B4-BE49-F238E27FC236}">
                <a16:creationId xmlns:a16="http://schemas.microsoft.com/office/drawing/2014/main" id="{905445D2-758C-4A7D-AF75-6E9D10977CDC}"/>
              </a:ext>
            </a:extLst>
          </p:cNvPr>
          <p:cNvSpPr>
            <a:spLocks xmlns:a="http://schemas.openxmlformats.org/drawingml/2006/main" noGrp="1"/>
          </p:cNvSpPr>
          <p:nvPr/>
        </p:nvSpPr>
        <p:spPr>
          <a:xfrm xmlns:a="http://schemas.openxmlformats.org/drawingml/2006/main">
            <a:off x="657225" y="6343650"/>
            <a:ext cx="10382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350" b="0">
                <a:solidFill>
                  <a:srgbClr val="D5E3D0"/>
                </a:solidFill>
                <a:latin typeface="Arial"/>
                <a:ea typeface="Arial"/>
                <a:cs typeface="Arial"/>
              </a:defRPr>
            </a:defPPr>
            <a:lvl1pPr>
              <a:defRPr sz="1350" b="0">
                <a:solidFill>
                  <a:srgbClr val="D5E3D0"/>
                </a:solidFill>
                <a:latin typeface="Arial"/>
                <a:ea typeface="Arial"/>
                <a:cs typeface="Arial"/>
              </a:defRPr>
            </a:lvl1pPr>
            <a:lvl2pPr>
              <a:defRPr sz="1350" b="0">
                <a:solidFill>
                  <a:srgbClr val="D5E3D0"/>
                </a:solidFill>
                <a:latin typeface="Arial"/>
                <a:ea typeface="Arial"/>
                <a:cs typeface="Arial"/>
              </a:defRPr>
            </a:lvl2pPr>
            <a:lvl3pPr>
              <a:defRPr sz="1350" b="0">
                <a:solidFill>
                  <a:srgbClr val="D5E3D0"/>
                </a:solidFill>
                <a:latin typeface="Arial"/>
                <a:ea typeface="Arial"/>
                <a:cs typeface="Arial"/>
              </a:defRPr>
            </a:lvl3pPr>
            <a:lvl4pPr>
              <a:defRPr sz="1350" b="0">
                <a:solidFill>
                  <a:srgbClr val="D5E3D0"/>
                </a:solidFill>
                <a:latin typeface="Arial"/>
                <a:ea typeface="Arial"/>
                <a:cs typeface="Arial"/>
              </a:defRPr>
            </a:lvl4pPr>
            <a:lvl5pPr>
              <a:defRPr sz="1350" b="0">
                <a:solidFill>
                  <a:srgbClr val="D5E3D0"/>
                </a:solidFill>
                <a:latin typeface="Arial"/>
                <a:ea typeface="Arial"/>
                <a:cs typeface="Arial"/>
              </a:defRPr>
            </a:lvl5pPr>
            <a:lvl6pPr>
              <a:defRPr sz="1350" b="0">
                <a:solidFill>
                  <a:srgbClr val="D5E3D0"/>
                </a:solidFill>
                <a:latin typeface="Arial"/>
                <a:ea typeface="Arial"/>
                <a:cs typeface="Arial"/>
              </a:defRPr>
            </a:lvl6pPr>
            <a:lvl7pPr>
              <a:defRPr sz="1350" b="0">
                <a:solidFill>
                  <a:srgbClr val="D5E3D0"/>
                </a:solidFill>
                <a:latin typeface="Arial"/>
                <a:ea typeface="Arial"/>
                <a:cs typeface="Arial"/>
              </a:defRPr>
            </a:lvl7pPr>
            <a:lvl8pPr>
              <a:defRPr sz="1350" b="0">
                <a:solidFill>
                  <a:srgbClr val="D5E3D0"/>
                </a:solidFill>
                <a:latin typeface="Arial"/>
                <a:ea typeface="Arial"/>
                <a:cs typeface="Arial"/>
              </a:defRPr>
            </a:lvl8pPr>
            <a:lvl9pPr>
              <a:defRPr sz="1350" b="0">
                <a:solidFill>
                  <a:srgbClr val="D5E3D0"/>
                </a:solidFill>
                <a:latin typeface="Arial"/>
                <a:ea typeface="Arial"/>
                <a:cs typeface="Arial"/>
              </a:defRPr>
            </a:lvl9pPr>
          </a:lstStyle>
          <a:p xmlns:a="http://schemas.openxmlformats.org/drawingml/2006/main">
            <a:pPr>
              <a:defRPr sz="1350" b="0">
                <a:solidFill>
                  <a:srgbClr val="D5E3D0"/>
                </a:solidFill>
                <a:latin typeface="Arial"/>
                <a:ea typeface="Arial"/>
                <a:cs typeface="Arial"/>
              </a:defRPr>
            </a:pPr>
            <a:r>
              <a:rPr sz="1350" b="0">
                <a:solidFill>
                  <a:srgbClr val="D5E3D0"/>
                </a:solidFill>
                <a:latin typeface="Arial"/>
                <a:ea typeface="Arial"/>
                <a:cs typeface="Arial"/>
              </a:rPr>
              <a:t>Rutare în Constanța. Aceeași metodă de lucru pentru datele altor orașe.</a:t>
            </a:r>
          </a:p>
        </p:txBody>
      </p:sp>
    </p:spTree>
    <p:extLst>
      <p:ext uri="{BB962C8B-B14F-4D97-AF65-F5344CB8AC3E}">
        <p14:creationId xmlns:p14="http://schemas.microsoft.com/office/powerpoint/2010/main" val="4483065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2026-10-27T11:57:27.0970000Z</dcterms:created>
  <dcterms:modified xsi:type="dcterms:W3CDTF">2026-10-27T11:57:27.0970000Z</dcterms:modified>
</coreProperties>
</file>