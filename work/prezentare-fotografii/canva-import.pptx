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f964739b85446f" /><Relationship Type="http://schemas.openxmlformats.org/officeDocument/2006/relationships/extended-properties" Target="/docProps/app.xml" Id="Rdbd2e14b95f94869" /><Relationship Type="http://schemas.openxmlformats.org/officeDocument/2006/relationships/officeDocument" Target="/ppt/presentation.xml" Id="R6e0c74f8e99b4fec" /></Relationships>
</file>

<file path=ppt/presentation.xml><?xml version="1.0" encoding="utf-8"?>
<p:presentation xmlns:p="http://schemas.openxmlformats.org/presentationml/2006/main">
  <p:sldMasterIdLst>
    <p:sldMasterId xmlns:r="http://schemas.openxmlformats.org/officeDocument/2006/relationships" id="2147483648" r:id="R8b6a6a1b91434be6"/>
  </p:sldMasterIdLst>
  <p:notesMasterIdLst>
    <p:notesMasterId xmlns:r="http://schemas.openxmlformats.org/officeDocument/2006/relationships" r:id="R37843e459a9c4016"/>
  </p:notesMasterIdLst>
  <p:sldIdLst>
    <p:sldId xmlns:r="http://schemas.openxmlformats.org/officeDocument/2006/relationships" id="256" r:id="Rbc021e189e4b4526"/>
    <p:sldId xmlns:r="http://schemas.openxmlformats.org/officeDocument/2006/relationships" id="257" r:id="Rbefc795d181e4151"/>
    <p:sldId xmlns:r="http://schemas.openxmlformats.org/officeDocument/2006/relationships" id="258" r:id="R5edf1acc7d7b4140"/>
    <p:sldId xmlns:r="http://schemas.openxmlformats.org/officeDocument/2006/relationships" id="259" r:id="Rb3e87f1bf4d84e16"/>
    <p:sldId xmlns:r="http://schemas.openxmlformats.org/officeDocument/2006/relationships" id="260" r:id="R49ac1c44022242d0"/>
    <p:sldId xmlns:r="http://schemas.openxmlformats.org/officeDocument/2006/relationships" id="261" r:id="R1bfba61f94234c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eef1ec9bbb4169" /><Relationship Type="http://schemas.openxmlformats.org/officeDocument/2006/relationships/slideMaster" Target="/ppt/slideMasters/slideMaster1.xml" Id="R8b6a6a1b91434be6" /><Relationship Type="http://schemas.openxmlformats.org/officeDocument/2006/relationships/notesMaster" Target="/ppt/notesMasters/notesMaster1.xml" Id="R37843e459a9c4016" /><Relationship Type="http://schemas.openxmlformats.org/officeDocument/2006/relationships/presProps" Target="/ppt/presProps.xml" Id="R94a6c8e181074cfa" /><Relationship Type="http://schemas.openxmlformats.org/officeDocument/2006/relationships/tableStyles" Target="/ppt/tableStyles.xml" Id="R1d1a775160414186" /><Relationship Type="http://schemas.openxmlformats.org/officeDocument/2006/relationships/slide" Target="/ppt/slides/slide1.xml" Id="Rbc021e189e4b4526" /><Relationship Type="http://schemas.openxmlformats.org/officeDocument/2006/relationships/slide" Target="/ppt/slides/slide2.xml" Id="Rbefc795d181e4151" /><Relationship Type="http://schemas.openxmlformats.org/officeDocument/2006/relationships/slide" Target="/ppt/slides/slide3.xml" Id="R5edf1acc7d7b4140" /><Relationship Type="http://schemas.openxmlformats.org/officeDocument/2006/relationships/slide" Target="/ppt/slides/slide4.xml" Id="Rb3e87f1bf4d84e16" /><Relationship Type="http://schemas.openxmlformats.org/officeDocument/2006/relationships/slide" Target="/ppt/slides/slide5.xml" Id="R49ac1c44022242d0" /><Relationship Type="http://schemas.openxmlformats.org/officeDocument/2006/relationships/slide" Target="/ppt/slides/slide6.xml" Id="R1bfba61f94234c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7b1a95186e40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a7ad6509484569" /><Relationship Type="http://schemas.openxmlformats.org/officeDocument/2006/relationships/notesMaster" Target="/ppt/notesMasters/notesMaster1.xml" Id="R34e92039a9434b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2f46d27cd04970" /><Relationship Type="http://schemas.openxmlformats.org/officeDocument/2006/relationships/notesMaster" Target="/ppt/notesMasters/notesMaster1.xml" Id="Re78a55e2bffc41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7d225cc0314f10" /><Relationship Type="http://schemas.openxmlformats.org/officeDocument/2006/relationships/notesMaster" Target="/ppt/notesMasters/notesMaster1.xml" Id="Re5431405d0b040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5a864f53d74ff7" /><Relationship Type="http://schemas.openxmlformats.org/officeDocument/2006/relationships/notesMaster" Target="/ppt/notesMasters/notesMaster1.xml" Id="Ra3681e0e07864d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5be88d072e4a5c" /><Relationship Type="http://schemas.openxmlformats.org/officeDocument/2006/relationships/notesMaster" Target="/ppt/notesMasters/notesMaster1.xml" Id="Rb854e9be21d546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ce3bc7c0064bbe" /><Relationship Type="http://schemas.openxmlformats.org/officeDocument/2006/relationships/notesMaster" Target="/ppt/notesMasters/notesMaster1.xml" Id="Rb0ba7a76bff444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00:00–00:25 (25 secunde)</a:t>
            </a:r>
          </a:p>
          <a:p xmlns:a="http://schemas.openxmlformats.org/drawingml/2006/main">
            <a:r>
              <a:t/>
            </a:r>
          </a:p>
          <a:p xmlns:a="http://schemas.openxmlformats.org/drawingml/2006/main">
            <a:r>
              <a:t>[Cezar] Bună ziua! Suntem Cezar Manea, Eduard Haivas și Eduard Perjoc, iar proiectul nostru se numește UMBRA. Ne-am întrebat cum putem folosi informațiile din umbre pentru a face o aplicație utilă atunci când mergem pe jos. Eduard vă va prezenta ideea și ce am realizat.</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Fișa de înscriere RoSEF</a:t>
            </a:r>
          </a:p>
          <a:p xmlns:a="http://schemas.openxmlformats.org/drawingml/2006/main">
            <a:r>
              <a:t/>
            </a:r>
          </a:p>
          <a:p xmlns:a="http://schemas.openxmlformats.org/drawingml/2006/main">
            <a:br/>
            <a:r>
              <a:t>Asistență AI pentru redactare, documentare și design. Autorii verifică și își asumă conținutul. Documentele sursă separă funcțiile existente de cercetarea înălțimilor din umbre.</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00:25–01:20 (55 secunde)</a:t>
            </a:r>
          </a:p>
          <a:p xmlns:a="http://schemas.openxmlformats.org/drawingml/2006/main">
            <a:r>
              <a:t/>
            </a:r>
          </a:p>
          <a:p xmlns:a="http://schemas.openxmlformats.org/drawingml/2006/main">
            <a:r>
              <a:t>[Eduard Haivas] La început, am studiat o altă întrebare: poate umbra unei persoane să apară în imagine înainte ca persoana să iasă de după un colț? Am comparat o scenă goală cu o filmare de mers și cu o vedere de referință. Pornind de la această preocupare pentru umbre, am ajuns la un alt mod de a le folosi: alegerea traseelor pietonale. Pentru a estima umbra unei clădiri, trebuie să știm cât de înaltă este. De aici vine întrebarea cercetării noastre: cu ce eroare putem estima înălțimea din umbră și când rămâne vârful umbrei neobstrucționat?</a:t>
            </a:r>
          </a:p>
          <a:p xmlns:a="http://schemas.openxmlformats.org/drawingml/2006/main">
            <a:r>
              <a:t/>
            </a:r>
          </a:p>
          <a:p xmlns:a="http://schemas.openxmlformats.org/drawingml/2006/main">
            <a:r>
              <a:t>SURSE</a:t>
            </a:r>
          </a:p>
          <a:p xmlns:a="http://schemas.openxmlformats.org/drawingml/2006/main">
            <a:r>
              <a:t>Fișa de înscriere RoSEF</a:t>
            </a:r>
          </a:p>
          <a:p xmlns:a="http://schemas.openxmlformats.org/drawingml/2006/main">
            <a:r>
              <a:t>docs/istoric-proiect/README.md</a:t>
            </a:r>
          </a:p>
          <a:p xmlns:a="http://schemas.openxmlformats.org/drawingml/2006/main">
            <a:r>
              <a:t>scripts/build-paper.py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01:20–02:20 (60 secunde)</a:t>
            </a:r>
          </a:p>
          <a:p xmlns:a="http://schemas.openxmlformats.org/drawingml/2006/main">
            <a:r>
              <a:t/>
            </a:r>
          </a:p>
          <a:p xmlns:a="http://schemas.openxmlformats.org/drawingml/2006/main">
            <a:r>
              <a:t>[Eduard Haivas] În imaginile de pe ecran vedeți aplicația noastră. Harta poate afișa clădirile în trei dimensiuni, iar utilizatorul alege destinația prin căutare sau direct pe hartă și poate schimba ora plecării. Calculatorul folosește datele clădirilor, rețeaua pietonală și poziția Soarelui pentru a estima umbrele și a compara traseele. Telefonul afișează rezultatul și urmărește poziția prin GPS. Sunt disponibile până la trei variante: Rapid, Echilibrat și Mai multă umbră, în limita ocolului ales. Aplicația folosește rețele pregătite pentru București și celelalte reședințe de județ.</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mobile/src/components/RouteCard.tsx</a:t>
            </a:r>
          </a:p>
          <a:p xmlns:a="http://schemas.openxmlformats.org/drawingml/2006/main">
            <a:r>
              <a:t>Capturi din aplicație oferite de echipă</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02:20–03:20 (60 secunde)</a:t>
            </a:r>
          </a:p>
          <a:p xmlns:a="http://schemas.openxmlformats.org/drawingml/2006/main">
            <a:r>
              <a:t/>
            </a:r>
          </a:p>
          <a:p xmlns:a="http://schemas.openxmlformats.org/drawingml/2006/main">
            <a:r>
              <a:t>[Eduard Haivas] Pentru cercetare am analizat datele folosite inițial în zona Constanța, Mamaia și Palazu Mare. În acel set, aproape optzeci și opt la sută dintre cele peste cincizeci și una de mii de clădiri nu aveau înălțimea sau numărul de etaje înregistrate. Am comparat și estimările GlobalBuildingAtlas cu înălțimile etichetate în OpenStreetMap. În grupul de zece clădiri cu înălțimea între douăzeci și patruzeci de metri, diferența medie a fost de minus cincisprezece virgulă șapte metri. Aceasta este o comparație între baze de date, cu OSM ca referință, nu o măsurare independentă a înălțimilor.</a:t>
            </a:r>
          </a:p>
          <a:p xmlns:a="http://schemas.openxmlformats.org/drawingml/2006/main">
            <a:r>
              <a:t/>
            </a:r>
          </a:p>
          <a:p xmlns:a="http://schemas.openxmlformats.org/drawingml/2006/main">
            <a:r>
              <a:t>SURSE</a:t>
            </a:r>
          </a:p>
          <a:p xmlns:a="http://schemas.openxmlformats.org/drawingml/2006/main">
            <a:r>
              <a:t>docs/research/gba-heights/summary.json</a:t>
            </a:r>
          </a:p>
          <a:p xmlns:a="http://schemas.openxmlformats.org/drawingml/2006/main">
            <a:r>
              <a:t>scripts/build-paper.py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03:20–04:25 (65 secunde)</a:t>
            </a:r>
          </a:p>
          <a:p xmlns:a="http://schemas.openxmlformats.org/drawingml/2006/main">
            <a:r>
              <a:t/>
            </a:r>
          </a:p>
          <a:p xmlns:a="http://schemas.openxmlformats.org/drawingml/2006/main">
            <a:r>
              <a:t>[Eduard Haivas] Modul de măsurare folosește relația de pe ecran. Pe teren plan, înălțimea este lungimea umbrei înmulțită cu tangenta unghiului Soarelui. Aplicația calculează unghiul din loc, dată și oră. Lungimea poate fi introdusă după o măsurare cu ruleta sau laserul, cu ajutorul GPS-ului ori dintr-o fotografie făcută de sus. O valoare confirmată poate fi folosită în calculul umbrelor și al traseelor. Am analizat și efectul erorilor. Într-un exemplu calculat, aceeași abatere de cinci metri la lungime înseamnă aproximativ trei virgulă doi metri la o elevație de treizeci și trei de grade, dar treisprezece virgulă doi metri când Soarele este mult mai sus.</a:t>
            </a:r>
          </a:p>
          <a:p xmlns:a="http://schemas.openxmlformats.org/drawingml/2006/main">
            <a:r>
              <a:t/>
            </a:r>
          </a:p>
          <a:p xmlns:a="http://schemas.openxmlformats.org/drawingml/2006/main">
            <a:r>
              <a:t>SURSE</a:t>
            </a:r>
          </a:p>
          <a:p xmlns:a="http://schemas.openxmlformats.org/drawingml/2006/main">
            <a:r>
              <a:t>docs/paper/measurability.json</a:t>
            </a:r>
          </a:p>
          <a:p xmlns:a="http://schemas.openxmlformats.org/drawingml/2006/main">
            <a:r>
              <a:t>README.md</a:t>
            </a:r>
          </a:p>
          <a:p xmlns:a="http://schemas.openxmlformats.org/drawingml/2006/main">
            <a:r>
              <a:t>https://gml.noaa.gov/grad/solcalc/calcdetails.html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04:25–05:00 (35 secunde)</a:t>
            </a:r>
          </a:p>
          <a:p xmlns:a="http://schemas.openxmlformats.org/drawingml/2006/main">
            <a:r>
              <a:t/>
            </a:r>
          </a:p>
          <a:p xmlns:a="http://schemas.openxmlformats.org/drawingml/2006/main">
            <a:r>
              <a:t>[Eduard Perjoc] UMBRA leagă astfel datele despre clădiri de umbrele de pe hartă și de traseele pe care le putem alege. Utilizatorul vede variantele și decide cât timp în plus acceptă să meargă pentru mai multă umbră. Vă mulțumim pentru atenție!</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f6370829b845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b6bf77b81a4d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71232381e245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536dd193e241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b74e85eb9546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4265d548f342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BA722B-B664-4F67-8848-3AC08F5D44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B6CFBC-EA2B-47DE-8471-7FAEF7B44E0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5A4D7A-94FB-4772-BFFB-7A18104DEE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24F44-1D8A-4AA5-A4B8-70F1A9D490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7E0C52-CE85-4FD8-A1FF-0EE24F1E1B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D46D2E-83EE-41FD-9418-B9B643658C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599563-51E1-42D6-B0EB-CE631EF2B5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89773F-E92F-44FA-B5E9-66C28E94D60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054F9E-0003-4859-94D8-C81956BEBD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4ABD70-0C3F-44F0-88D5-7334B48168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8fff24227e48e4" /><Relationship Type="http://schemas.openxmlformats.org/officeDocument/2006/relationships/slideLayout" Target="/ppt/slideLayouts/slideLayout1.xml" Id="R49cd788e1bcd4244" /><Relationship Type="http://schemas.openxmlformats.org/officeDocument/2006/relationships/slideLayout" Target="/ppt/slideLayouts/slideLayout2.xml" Id="R8f22bb36951a47b5" /><Relationship Type="http://schemas.openxmlformats.org/officeDocument/2006/relationships/slideLayout" Target="/ppt/slideLayouts/slideLayout3.xml" Id="Re3b0e3f379364497" /><Relationship Type="http://schemas.openxmlformats.org/officeDocument/2006/relationships/slideLayout" Target="/ppt/slideLayouts/slideLayout4.xml" Id="Rf1407dcc6f5c4acf" /><Relationship Type="http://schemas.openxmlformats.org/officeDocument/2006/relationships/slideLayout" Target="/ppt/slideLayouts/slideLayout5.xml" Id="R55b8ce480b714936" /><Relationship Type="http://schemas.openxmlformats.org/officeDocument/2006/relationships/slideLayout" Target="/ppt/slideLayouts/slideLayout6.xml" Id="Reda96538500e41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cd788e1bcd4244"/>
    <p:sldLayoutId xmlns:r="http://schemas.openxmlformats.org/officeDocument/2006/relationships" id="2147483650" r:id="R8f22bb36951a47b5"/>
    <p:sldLayoutId xmlns:r="http://schemas.openxmlformats.org/officeDocument/2006/relationships" id="2147483651" r:id="Re3b0e3f379364497"/>
    <p:sldLayoutId xmlns:r="http://schemas.openxmlformats.org/officeDocument/2006/relationships" id="2147483652" r:id="Rf1407dcc6f5c4acf"/>
    <p:sldLayoutId xmlns:r="http://schemas.openxmlformats.org/officeDocument/2006/relationships" id="2147483653" r:id="R55b8ce480b714936"/>
    <p:sldLayoutId xmlns:r="http://schemas.openxmlformats.org/officeDocument/2006/relationships" id="2147483654" r:id="Reda96538500e41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5a10708b6a431d" /><Relationship Type="http://schemas.openxmlformats.org/officeDocument/2006/relationships/image" Target="/ppt/media/image.jpeg" Id="Rd38a466f203043ab" /><Relationship Type="http://schemas.openxmlformats.org/officeDocument/2006/relationships/notesSlide" Target="/ppt/notesSlides/notesSlide1.xml" Id="Re5378191e15746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f75c732f3f4cb5" /><Relationship Type="http://schemas.openxmlformats.org/officeDocument/2006/relationships/notesSlide" Target="/ppt/notesSlides/notesSlide2.xml" Id="Rd7bfa163881548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999f5b1a2b428d" /><Relationship Type="http://schemas.openxmlformats.org/officeDocument/2006/relationships/image" Target="/ppt/media/image2.jpeg" Id="Re6a0e1fa03bb4000" /><Relationship Type="http://schemas.openxmlformats.org/officeDocument/2006/relationships/image" Target="/ppt/media/image3.jpeg" Id="Rd5a5e6bf7c3b4f75" /><Relationship Type="http://schemas.openxmlformats.org/officeDocument/2006/relationships/notesSlide" Target="/ppt/notesSlides/notesSlide3.xml" Id="Rdfbc7da9a0f34b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289684dfa845d0" /><Relationship Type="http://schemas.openxmlformats.org/officeDocument/2006/relationships/notesSlide" Target="/ppt/notesSlides/notesSlide4.xml" Id="R2eb0d7d0d63d44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6a6b87bd944644" /><Relationship Type="http://schemas.openxmlformats.org/officeDocument/2006/relationships/notesSlide" Target="/ppt/notesSlides/notesSlide5.xml" Id="Re2b54832cb9246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498f2e780404638" /><Relationship Type="http://schemas.openxmlformats.org/officeDocument/2006/relationships/image" Target="/ppt/media/image4.jpeg" Id="Rfd032ae3b2554fd9" /><Relationship Type="http://schemas.openxmlformats.org/officeDocument/2006/relationships/notesSlide" Target="/ppt/notesSlides/notesSlide6.xml" Id="R439680a00b9d484b" /></Relationships>
</file>

<file path=ppt/slides/slide1.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CE64C79E-672B-4599-A2DF-9C58CE10295A}"/>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01</a:t>
            </a:r>
          </a:p>
        </p:txBody>
      </p:sp>
      <p:sp>
        <p:nvSpPr>
          <p:cNvPr id="2" name="shape-2">
            <a:extLst xmlns:a="http://schemas.openxmlformats.org/drawingml/2006/main">
              <a:ext uri="{FF2B5EF4-FFF2-40B4-BE49-F238E27FC236}">
                <a16:creationId xmlns:a16="http://schemas.microsoft.com/office/drawing/2014/main" id="{2DA4C054-E0BB-4CF5-90A8-3365B716F18B}"/>
              </a:ext>
            </a:extLst>
          </p:cNvPr>
          <p:cNvSpPr>
            <a:spLocks xmlns:a="http://schemas.openxmlformats.org/drawingml/2006/main" noGrp="1"/>
          </p:cNvSpPr>
          <p:nvPr/>
        </p:nvSpPr>
        <p:spPr>
          <a:xfrm xmlns:a="http://schemas.openxmlformats.org/drawingml/2006/main" rot="0">
            <a:off x="7924800" y="0"/>
            <a:ext cx="4267200" cy="6858000"/>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6C6D1498-22B7-4182-9FC6-6AC34030BE7D}"/>
              </a:ext>
            </a:extLst>
          </p:cNvPr>
          <p:cNvPicPr>
            <a:picLocks xmlns:a="http://schemas.openxmlformats.org/drawingml/2006/main" noChangeAspect="1"/>
          </p:cNvPicPr>
          <p:nvPr/>
        </p:nvPicPr>
        <p:blipFill>
          <a:blip xmlns:r="http://schemas.openxmlformats.org/officeDocument/2006/relationships" xmlns:a="http://schemas.openxmlformats.org/drawingml/2006/main" r:embed="Rd38a466f203043ab"/>
          <a:srcRect xmlns:a="http://schemas.openxmlformats.org/drawingml/2006/main" l="0" t="14586" r="0" b="14586"/>
          <a:stretch xmlns:a="http://schemas.openxmlformats.org/drawingml/2006/main">
            <a:fillRect l="0" t="0" r="0" b="0"/>
          </a:stretch>
        </p:blipFill>
        <p:spPr>
          <a:xfrm xmlns:a="http://schemas.openxmlformats.org/drawingml/2006/main">
            <a:off x="7924800" y="0"/>
            <a:ext cx="4267200" cy="6543675"/>
          </a:xfrm>
          <a:prstGeom xmlns:a="http://schemas.openxmlformats.org/drawingml/2006/main" prst="rect">
            <a:avLst/>
          </a:prstGeom>
        </p:spPr>
      </p:pic>
      <p:sp>
        <p:nvSpPr>
          <p:cNvPr id="4" name="shape-3">
            <a:extLst xmlns:a="http://schemas.openxmlformats.org/drawingml/2006/main">
              <a:ext uri="{FF2B5EF4-FFF2-40B4-BE49-F238E27FC236}">
                <a16:creationId xmlns:a16="http://schemas.microsoft.com/office/drawing/2014/main" id="{E18F0A6E-0C63-4B0A-88FC-6CE3C8251FDF}"/>
              </a:ext>
            </a:extLst>
          </p:cNvPr>
          <p:cNvSpPr>
            <a:spLocks xmlns:a="http://schemas.openxmlformats.org/drawingml/2006/main" noGrp="1"/>
          </p:cNvSpPr>
          <p:nvPr/>
        </p:nvSpPr>
        <p:spPr>
          <a:xfrm xmlns:a="http://schemas.openxmlformats.org/drawingml/2006/main" rot="0">
            <a:off x="7924800" y="6543675"/>
            <a:ext cx="4267200" cy="314325"/>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269099FA-8BFC-41AD-8BCB-ADBA6EBDC6D5}"/>
              </a:ext>
            </a:extLst>
          </p:cNvPr>
          <p:cNvSpPr>
            <a:spLocks xmlns:a="http://schemas.openxmlformats.org/drawingml/2006/main" noGrp="1"/>
          </p:cNvSpPr>
          <p:nvPr/>
        </p:nvSpPr>
        <p:spPr>
          <a:xfrm xmlns:a="http://schemas.openxmlformats.org/drawingml/2006/main">
            <a:off x="8086725" y="6619875"/>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53675A"/>
                </a:solidFill>
                <a:latin typeface="Arial"/>
                <a:ea typeface="Arial"/>
                <a:cs typeface="Arial"/>
              </a:defRPr>
            </a:defPPr>
            <a:lvl1pPr>
              <a:defRPr sz="1050" b="0">
                <a:solidFill>
                  <a:srgbClr val="53675A"/>
                </a:solidFill>
                <a:latin typeface="Arial"/>
                <a:ea typeface="Arial"/>
                <a:cs typeface="Arial"/>
              </a:defRPr>
            </a:lvl1pPr>
            <a:lvl2pPr>
              <a:defRPr sz="1050" b="0">
                <a:solidFill>
                  <a:srgbClr val="53675A"/>
                </a:solidFill>
                <a:latin typeface="Arial"/>
                <a:ea typeface="Arial"/>
                <a:cs typeface="Arial"/>
              </a:defRPr>
            </a:lvl2pPr>
            <a:lvl3pPr>
              <a:defRPr sz="1050" b="0">
                <a:solidFill>
                  <a:srgbClr val="53675A"/>
                </a:solidFill>
                <a:latin typeface="Arial"/>
                <a:ea typeface="Arial"/>
                <a:cs typeface="Arial"/>
              </a:defRPr>
            </a:lvl3pPr>
            <a:lvl4pPr>
              <a:defRPr sz="1050" b="0">
                <a:solidFill>
                  <a:srgbClr val="53675A"/>
                </a:solidFill>
                <a:latin typeface="Arial"/>
                <a:ea typeface="Arial"/>
                <a:cs typeface="Arial"/>
              </a:defRPr>
            </a:lvl4pPr>
            <a:lvl5pPr>
              <a:defRPr sz="1050" b="0">
                <a:solidFill>
                  <a:srgbClr val="53675A"/>
                </a:solidFill>
                <a:latin typeface="Arial"/>
                <a:ea typeface="Arial"/>
                <a:cs typeface="Arial"/>
              </a:defRPr>
            </a:lvl5pPr>
            <a:lvl6pPr>
              <a:defRPr sz="1050" b="0">
                <a:solidFill>
                  <a:srgbClr val="53675A"/>
                </a:solidFill>
                <a:latin typeface="Arial"/>
                <a:ea typeface="Arial"/>
                <a:cs typeface="Arial"/>
              </a:defRPr>
            </a:lvl6pPr>
            <a:lvl7pPr>
              <a:defRPr sz="1050" b="0">
                <a:solidFill>
                  <a:srgbClr val="53675A"/>
                </a:solidFill>
                <a:latin typeface="Arial"/>
                <a:ea typeface="Arial"/>
                <a:cs typeface="Arial"/>
              </a:defRPr>
            </a:lvl7pPr>
            <a:lvl8pPr>
              <a:defRPr sz="1050" b="0">
                <a:solidFill>
                  <a:srgbClr val="53675A"/>
                </a:solidFill>
                <a:latin typeface="Arial"/>
                <a:ea typeface="Arial"/>
                <a:cs typeface="Arial"/>
              </a:defRPr>
            </a:lvl8pPr>
            <a:lvl9pPr>
              <a:defRPr sz="1050" b="0">
                <a:solidFill>
                  <a:srgbClr val="53675A"/>
                </a:solidFill>
                <a:latin typeface="Arial"/>
                <a:ea typeface="Arial"/>
                <a:cs typeface="Arial"/>
              </a:defRPr>
            </a:lvl9pPr>
          </a:lstStyle>
          <a:p xmlns:a="http://schemas.openxmlformats.org/drawingml/2006/main">
            <a:pPr>
              <a:defRPr sz="1050" b="0">
                <a:solidFill>
                  <a:srgbClr val="53675A"/>
                </a:solidFill>
                <a:latin typeface="Arial"/>
                <a:ea typeface="Arial"/>
                <a:cs typeface="Arial"/>
              </a:defRPr>
            </a:pPr>
            <a:r>
              <a:rPr sz="1050" b="0">
                <a:solidFill>
                  <a:srgbClr val="53675A"/>
                </a:solidFill>
                <a:latin typeface="Arial"/>
                <a:ea typeface="Arial"/>
                <a:cs typeface="Arial"/>
              </a:rPr>
              <a:t>Captură din aplicația UMBRA · Constanța</a:t>
            </a:r>
          </a:p>
        </p:txBody>
      </p:sp>
      <p:sp>
        <p:nvSpPr>
          <p:cNvPr id="6" name="text-5">
            <a:extLst xmlns:a="http://schemas.openxmlformats.org/drawingml/2006/main">
              <a:ext uri="{FF2B5EF4-FFF2-40B4-BE49-F238E27FC236}">
                <a16:creationId xmlns:a16="http://schemas.microsoft.com/office/drawing/2014/main" id="{8EB33842-76E7-41A6-8511-244AC4636E00}"/>
              </a:ext>
            </a:extLst>
          </p:cNvPr>
          <p:cNvSpPr>
            <a:spLocks xmlns:a="http://schemas.openxmlformats.org/drawingml/2006/main" noGrp="1"/>
          </p:cNvSpPr>
          <p:nvPr/>
        </p:nvSpPr>
        <p:spPr>
          <a:xfrm xmlns:a="http://schemas.openxmlformats.org/drawingml/2006/main">
            <a:off x="619125" y="5905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1">
                <a:solidFill>
                  <a:srgbClr val="00734B"/>
                </a:solidFill>
                <a:latin typeface="Arial"/>
                <a:ea typeface="Arial"/>
                <a:cs typeface="Arial"/>
              </a:defRPr>
            </a:defPPr>
            <a:lvl1pPr>
              <a:defRPr sz="1725" b="1">
                <a:solidFill>
                  <a:srgbClr val="00734B"/>
                </a:solidFill>
                <a:latin typeface="Arial"/>
                <a:ea typeface="Arial"/>
                <a:cs typeface="Arial"/>
              </a:defRPr>
            </a:lvl1pPr>
            <a:lvl2pPr>
              <a:defRPr sz="1725" b="1">
                <a:solidFill>
                  <a:srgbClr val="00734B"/>
                </a:solidFill>
                <a:latin typeface="Arial"/>
                <a:ea typeface="Arial"/>
                <a:cs typeface="Arial"/>
              </a:defRPr>
            </a:lvl2pPr>
            <a:lvl3pPr>
              <a:defRPr sz="1725" b="1">
                <a:solidFill>
                  <a:srgbClr val="00734B"/>
                </a:solidFill>
                <a:latin typeface="Arial"/>
                <a:ea typeface="Arial"/>
                <a:cs typeface="Arial"/>
              </a:defRPr>
            </a:lvl3pPr>
            <a:lvl4pPr>
              <a:defRPr sz="1725" b="1">
                <a:solidFill>
                  <a:srgbClr val="00734B"/>
                </a:solidFill>
                <a:latin typeface="Arial"/>
                <a:ea typeface="Arial"/>
                <a:cs typeface="Arial"/>
              </a:defRPr>
            </a:lvl4pPr>
            <a:lvl5pPr>
              <a:defRPr sz="1725" b="1">
                <a:solidFill>
                  <a:srgbClr val="00734B"/>
                </a:solidFill>
                <a:latin typeface="Arial"/>
                <a:ea typeface="Arial"/>
                <a:cs typeface="Arial"/>
              </a:defRPr>
            </a:lvl5pPr>
            <a:lvl6pPr>
              <a:defRPr sz="1725" b="1">
                <a:solidFill>
                  <a:srgbClr val="00734B"/>
                </a:solidFill>
                <a:latin typeface="Arial"/>
                <a:ea typeface="Arial"/>
                <a:cs typeface="Arial"/>
              </a:defRPr>
            </a:lvl6pPr>
            <a:lvl7pPr>
              <a:defRPr sz="1725" b="1">
                <a:solidFill>
                  <a:srgbClr val="00734B"/>
                </a:solidFill>
                <a:latin typeface="Arial"/>
                <a:ea typeface="Arial"/>
                <a:cs typeface="Arial"/>
              </a:defRPr>
            </a:lvl7pPr>
            <a:lvl8pPr>
              <a:defRPr sz="1725" b="1">
                <a:solidFill>
                  <a:srgbClr val="00734B"/>
                </a:solidFill>
                <a:latin typeface="Arial"/>
                <a:ea typeface="Arial"/>
                <a:cs typeface="Arial"/>
              </a:defRPr>
            </a:lvl8pPr>
            <a:lvl9pPr>
              <a:defRPr sz="1725" b="1">
                <a:solidFill>
                  <a:srgbClr val="00734B"/>
                </a:solidFill>
                <a:latin typeface="Arial"/>
                <a:ea typeface="Arial"/>
                <a:cs typeface="Arial"/>
              </a:defRPr>
            </a:lvl9pPr>
          </a:lstStyle>
          <a:p xmlns:a="http://schemas.openxmlformats.org/drawingml/2006/main">
            <a:pPr>
              <a:defRPr sz="1725" b="1">
                <a:solidFill>
                  <a:srgbClr val="00734B"/>
                </a:solidFill>
                <a:latin typeface="Arial"/>
                <a:ea typeface="Arial"/>
                <a:cs typeface="Arial"/>
              </a:defRPr>
            </a:pPr>
            <a:r>
              <a:rPr sz="1725" b="1">
                <a:solidFill>
                  <a:srgbClr val="00734B"/>
                </a:solidFill>
                <a:latin typeface="Arial"/>
                <a:ea typeface="Arial"/>
                <a:cs typeface="Arial"/>
              </a:rPr>
              <a:t>RoSEF 2026</a:t>
            </a:r>
          </a:p>
        </p:txBody>
      </p:sp>
      <p:sp>
        <p:nvSpPr>
          <p:cNvPr id="7" name="text-6">
            <a:extLst xmlns:a="http://schemas.openxmlformats.org/drawingml/2006/main">
              <a:ext uri="{FF2B5EF4-FFF2-40B4-BE49-F238E27FC236}">
                <a16:creationId xmlns:a16="http://schemas.microsoft.com/office/drawing/2014/main" id="{7699934F-B0B7-407E-9B36-F294A06E639E}"/>
              </a:ext>
            </a:extLst>
          </p:cNvPr>
          <p:cNvSpPr>
            <a:spLocks xmlns:a="http://schemas.openxmlformats.org/drawingml/2006/main" noGrp="1"/>
          </p:cNvSpPr>
          <p:nvPr/>
        </p:nvSpPr>
        <p:spPr>
          <a:xfrm xmlns:a="http://schemas.openxmlformats.org/drawingml/2006/main">
            <a:off x="542925" y="1562100"/>
            <a:ext cx="7029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625" b="1">
                <a:solidFill>
                  <a:srgbClr val="143B2C"/>
                </a:solidFill>
                <a:latin typeface="Arial"/>
                <a:ea typeface="Arial"/>
                <a:cs typeface="Arial"/>
              </a:defRPr>
            </a:defPPr>
            <a:lvl1pPr>
              <a:defRPr sz="8625" b="1">
                <a:solidFill>
                  <a:srgbClr val="143B2C"/>
                </a:solidFill>
                <a:latin typeface="Arial"/>
                <a:ea typeface="Arial"/>
                <a:cs typeface="Arial"/>
              </a:defRPr>
            </a:lvl1pPr>
            <a:lvl2pPr>
              <a:defRPr sz="8625" b="1">
                <a:solidFill>
                  <a:srgbClr val="143B2C"/>
                </a:solidFill>
                <a:latin typeface="Arial"/>
                <a:ea typeface="Arial"/>
                <a:cs typeface="Arial"/>
              </a:defRPr>
            </a:lvl2pPr>
            <a:lvl3pPr>
              <a:defRPr sz="8625" b="1">
                <a:solidFill>
                  <a:srgbClr val="143B2C"/>
                </a:solidFill>
                <a:latin typeface="Arial"/>
                <a:ea typeface="Arial"/>
                <a:cs typeface="Arial"/>
              </a:defRPr>
            </a:lvl3pPr>
            <a:lvl4pPr>
              <a:defRPr sz="8625" b="1">
                <a:solidFill>
                  <a:srgbClr val="143B2C"/>
                </a:solidFill>
                <a:latin typeface="Arial"/>
                <a:ea typeface="Arial"/>
                <a:cs typeface="Arial"/>
              </a:defRPr>
            </a:lvl4pPr>
            <a:lvl5pPr>
              <a:defRPr sz="8625" b="1">
                <a:solidFill>
                  <a:srgbClr val="143B2C"/>
                </a:solidFill>
                <a:latin typeface="Arial"/>
                <a:ea typeface="Arial"/>
                <a:cs typeface="Arial"/>
              </a:defRPr>
            </a:lvl5pPr>
            <a:lvl6pPr>
              <a:defRPr sz="8625" b="1">
                <a:solidFill>
                  <a:srgbClr val="143B2C"/>
                </a:solidFill>
                <a:latin typeface="Arial"/>
                <a:ea typeface="Arial"/>
                <a:cs typeface="Arial"/>
              </a:defRPr>
            </a:lvl6pPr>
            <a:lvl7pPr>
              <a:defRPr sz="8625" b="1">
                <a:solidFill>
                  <a:srgbClr val="143B2C"/>
                </a:solidFill>
                <a:latin typeface="Arial"/>
                <a:ea typeface="Arial"/>
                <a:cs typeface="Arial"/>
              </a:defRPr>
            </a:lvl7pPr>
            <a:lvl8pPr>
              <a:defRPr sz="8625" b="1">
                <a:solidFill>
                  <a:srgbClr val="143B2C"/>
                </a:solidFill>
                <a:latin typeface="Arial"/>
                <a:ea typeface="Arial"/>
                <a:cs typeface="Arial"/>
              </a:defRPr>
            </a:lvl8pPr>
            <a:lvl9pPr>
              <a:defRPr sz="8625" b="1">
                <a:solidFill>
                  <a:srgbClr val="143B2C"/>
                </a:solidFill>
                <a:latin typeface="Arial"/>
                <a:ea typeface="Arial"/>
                <a:cs typeface="Arial"/>
              </a:defRPr>
            </a:lvl9pPr>
          </a:lstStyle>
          <a:p xmlns:a="http://schemas.openxmlformats.org/drawingml/2006/main">
            <a:pPr>
              <a:defRPr sz="8625" b="1">
                <a:solidFill>
                  <a:srgbClr val="143B2C"/>
                </a:solidFill>
                <a:latin typeface="Arial"/>
                <a:ea typeface="Arial"/>
                <a:cs typeface="Arial"/>
              </a:defRPr>
            </a:pPr>
            <a:r>
              <a:rPr sz="8625" b="1">
                <a:solidFill>
                  <a:srgbClr val="143B2C"/>
                </a:solidFill>
                <a:latin typeface="Arial"/>
                <a:ea typeface="Arial"/>
                <a:cs typeface="Arial"/>
              </a:rPr>
              <a:t>UMBRA</a:t>
            </a:r>
          </a:p>
        </p:txBody>
      </p:sp>
      <p:sp>
        <p:nvSpPr>
          <p:cNvPr id="8" name="text-7">
            <a:extLst xmlns:a="http://schemas.openxmlformats.org/drawingml/2006/main">
              <a:ext uri="{FF2B5EF4-FFF2-40B4-BE49-F238E27FC236}">
                <a16:creationId xmlns:a16="http://schemas.microsoft.com/office/drawing/2014/main" id="{3A882222-9262-49B3-BB51-9CA179AA68A3}"/>
              </a:ext>
            </a:extLst>
          </p:cNvPr>
          <p:cNvSpPr>
            <a:spLocks xmlns:a="http://schemas.openxmlformats.org/drawingml/2006/main" noGrp="1"/>
          </p:cNvSpPr>
          <p:nvPr/>
        </p:nvSpPr>
        <p:spPr>
          <a:xfrm xmlns:a="http://schemas.openxmlformats.org/drawingml/2006/main">
            <a:off x="619125" y="3067050"/>
            <a:ext cx="676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183427"/>
                </a:solidFill>
                <a:latin typeface="Arial"/>
                <a:ea typeface="Arial"/>
                <a:cs typeface="Arial"/>
              </a:defRPr>
            </a:defPPr>
            <a:lvl1pPr>
              <a:defRPr sz="3825" b="1">
                <a:solidFill>
                  <a:srgbClr val="183427"/>
                </a:solidFill>
                <a:latin typeface="Arial"/>
                <a:ea typeface="Arial"/>
                <a:cs typeface="Arial"/>
              </a:defRPr>
            </a:lvl1pPr>
            <a:lvl2pPr>
              <a:defRPr sz="3825" b="1">
                <a:solidFill>
                  <a:srgbClr val="183427"/>
                </a:solidFill>
                <a:latin typeface="Arial"/>
                <a:ea typeface="Arial"/>
                <a:cs typeface="Arial"/>
              </a:defRPr>
            </a:lvl2pPr>
            <a:lvl3pPr>
              <a:defRPr sz="3825" b="1">
                <a:solidFill>
                  <a:srgbClr val="183427"/>
                </a:solidFill>
                <a:latin typeface="Arial"/>
                <a:ea typeface="Arial"/>
                <a:cs typeface="Arial"/>
              </a:defRPr>
            </a:lvl3pPr>
            <a:lvl4pPr>
              <a:defRPr sz="3825" b="1">
                <a:solidFill>
                  <a:srgbClr val="183427"/>
                </a:solidFill>
                <a:latin typeface="Arial"/>
                <a:ea typeface="Arial"/>
                <a:cs typeface="Arial"/>
              </a:defRPr>
            </a:lvl4pPr>
            <a:lvl5pPr>
              <a:defRPr sz="3825" b="1">
                <a:solidFill>
                  <a:srgbClr val="183427"/>
                </a:solidFill>
                <a:latin typeface="Arial"/>
                <a:ea typeface="Arial"/>
                <a:cs typeface="Arial"/>
              </a:defRPr>
            </a:lvl5pPr>
            <a:lvl6pPr>
              <a:defRPr sz="3825" b="1">
                <a:solidFill>
                  <a:srgbClr val="183427"/>
                </a:solidFill>
                <a:latin typeface="Arial"/>
                <a:ea typeface="Arial"/>
                <a:cs typeface="Arial"/>
              </a:defRPr>
            </a:lvl6pPr>
            <a:lvl7pPr>
              <a:defRPr sz="3825" b="1">
                <a:solidFill>
                  <a:srgbClr val="183427"/>
                </a:solidFill>
                <a:latin typeface="Arial"/>
                <a:ea typeface="Arial"/>
                <a:cs typeface="Arial"/>
              </a:defRPr>
            </a:lvl7pPr>
            <a:lvl8pPr>
              <a:defRPr sz="3825" b="1">
                <a:solidFill>
                  <a:srgbClr val="183427"/>
                </a:solidFill>
                <a:latin typeface="Arial"/>
                <a:ea typeface="Arial"/>
                <a:cs typeface="Arial"/>
              </a:defRPr>
            </a:lvl8pPr>
            <a:lvl9pPr>
              <a:defRPr sz="3825" b="1">
                <a:solidFill>
                  <a:srgbClr val="183427"/>
                </a:solidFill>
                <a:latin typeface="Arial"/>
                <a:ea typeface="Arial"/>
                <a:cs typeface="Arial"/>
              </a:defRPr>
            </a:lvl9pPr>
          </a:lstStyle>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Trasee pietonale</a:t>
            </a:r>
          </a:p>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cu mai multă umbră</a:t>
            </a:r>
          </a:p>
        </p:txBody>
      </p:sp>
      <p:sp>
        <p:nvSpPr>
          <p:cNvPr id="9" name="text-8">
            <a:extLst xmlns:a="http://schemas.openxmlformats.org/drawingml/2006/main">
              <a:ext uri="{FF2B5EF4-FFF2-40B4-BE49-F238E27FC236}">
                <a16:creationId xmlns:a16="http://schemas.microsoft.com/office/drawing/2014/main" id="{0F774372-25A6-40AA-A60E-E68C8FE3788D}"/>
              </a:ext>
            </a:extLst>
          </p:cNvPr>
          <p:cNvSpPr>
            <a:spLocks xmlns:a="http://schemas.openxmlformats.org/drawingml/2006/main" noGrp="1"/>
          </p:cNvSpPr>
          <p:nvPr/>
        </p:nvSpPr>
        <p:spPr>
          <a:xfrm xmlns:a="http://schemas.openxmlformats.org/drawingml/2006/main">
            <a:off x="619125" y="47053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00734B"/>
                </a:solidFill>
                <a:latin typeface="Arial"/>
                <a:ea typeface="Arial"/>
                <a:cs typeface="Arial"/>
              </a:defRPr>
            </a:defPPr>
            <a:lvl1pPr>
              <a:defRPr sz="2100" b="0">
                <a:solidFill>
                  <a:srgbClr val="00734B"/>
                </a:solidFill>
                <a:latin typeface="Arial"/>
                <a:ea typeface="Arial"/>
                <a:cs typeface="Arial"/>
              </a:defRPr>
            </a:lvl1pPr>
            <a:lvl2pPr>
              <a:defRPr sz="2100" b="0">
                <a:solidFill>
                  <a:srgbClr val="00734B"/>
                </a:solidFill>
                <a:latin typeface="Arial"/>
                <a:ea typeface="Arial"/>
                <a:cs typeface="Arial"/>
              </a:defRPr>
            </a:lvl2pPr>
            <a:lvl3pPr>
              <a:defRPr sz="2100" b="0">
                <a:solidFill>
                  <a:srgbClr val="00734B"/>
                </a:solidFill>
                <a:latin typeface="Arial"/>
                <a:ea typeface="Arial"/>
                <a:cs typeface="Arial"/>
              </a:defRPr>
            </a:lvl3pPr>
            <a:lvl4pPr>
              <a:defRPr sz="2100" b="0">
                <a:solidFill>
                  <a:srgbClr val="00734B"/>
                </a:solidFill>
                <a:latin typeface="Arial"/>
                <a:ea typeface="Arial"/>
                <a:cs typeface="Arial"/>
              </a:defRPr>
            </a:lvl4pPr>
            <a:lvl5pPr>
              <a:defRPr sz="2100" b="0">
                <a:solidFill>
                  <a:srgbClr val="00734B"/>
                </a:solidFill>
                <a:latin typeface="Arial"/>
                <a:ea typeface="Arial"/>
                <a:cs typeface="Arial"/>
              </a:defRPr>
            </a:lvl5pPr>
            <a:lvl6pPr>
              <a:defRPr sz="2100" b="0">
                <a:solidFill>
                  <a:srgbClr val="00734B"/>
                </a:solidFill>
                <a:latin typeface="Arial"/>
                <a:ea typeface="Arial"/>
                <a:cs typeface="Arial"/>
              </a:defRPr>
            </a:lvl6pPr>
            <a:lvl7pPr>
              <a:defRPr sz="2100" b="0">
                <a:solidFill>
                  <a:srgbClr val="00734B"/>
                </a:solidFill>
                <a:latin typeface="Arial"/>
                <a:ea typeface="Arial"/>
                <a:cs typeface="Arial"/>
              </a:defRPr>
            </a:lvl7pPr>
            <a:lvl8pPr>
              <a:defRPr sz="2100" b="0">
                <a:solidFill>
                  <a:srgbClr val="00734B"/>
                </a:solidFill>
                <a:latin typeface="Arial"/>
                <a:ea typeface="Arial"/>
                <a:cs typeface="Arial"/>
              </a:defRPr>
            </a:lvl8pPr>
            <a:lvl9pPr>
              <a:defRPr sz="2100" b="0">
                <a:solidFill>
                  <a:srgbClr val="00734B"/>
                </a:solidFill>
                <a:latin typeface="Arial"/>
                <a:ea typeface="Arial"/>
                <a:cs typeface="Arial"/>
              </a:defRPr>
            </a:lvl9pPr>
          </a:lstStyle>
          <a:p xmlns:a="http://schemas.openxmlformats.org/drawingml/2006/main">
            <a:pPr>
              <a:defRPr sz="2100" b="0">
                <a:solidFill>
                  <a:srgbClr val="00734B"/>
                </a:solidFill>
                <a:latin typeface="Arial"/>
                <a:ea typeface="Arial"/>
                <a:cs typeface="Arial"/>
              </a:defRPr>
            </a:pPr>
            <a:r>
              <a:rPr sz="2100" b="0">
                <a:solidFill>
                  <a:srgbClr val="00734B"/>
                </a:solidFill>
                <a:latin typeface="Arial"/>
                <a:ea typeface="Arial"/>
                <a:cs typeface="Arial"/>
              </a:rPr>
              <a:t>Hărți, umbre și măsurarea clădirilor</a:t>
            </a:r>
          </a:p>
        </p:txBody>
      </p:sp>
      <p:sp>
        <p:nvSpPr>
          <p:cNvPr id="10" name="text-9">
            <a:extLst xmlns:a="http://schemas.openxmlformats.org/drawingml/2006/main">
              <a:ext uri="{FF2B5EF4-FFF2-40B4-BE49-F238E27FC236}">
                <a16:creationId xmlns:a16="http://schemas.microsoft.com/office/drawing/2014/main" id="{388D50A3-7969-4005-A1DB-FA5B56F0E45C}"/>
              </a:ext>
            </a:extLst>
          </p:cNvPr>
          <p:cNvSpPr>
            <a:spLocks xmlns:a="http://schemas.openxmlformats.org/drawingml/2006/main" noGrp="1"/>
          </p:cNvSpPr>
          <p:nvPr/>
        </p:nvSpPr>
        <p:spPr>
          <a:xfrm xmlns:a="http://schemas.openxmlformats.org/drawingml/2006/main">
            <a:off x="619125" y="5514975"/>
            <a:ext cx="700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183427"/>
                </a:solidFill>
                <a:latin typeface="Arial"/>
                <a:ea typeface="Arial"/>
                <a:cs typeface="Arial"/>
              </a:defRPr>
            </a:defPPr>
            <a:lvl1pPr>
              <a:defRPr sz="1650" b="0">
                <a:solidFill>
                  <a:srgbClr val="183427"/>
                </a:solidFill>
                <a:latin typeface="Arial"/>
                <a:ea typeface="Arial"/>
                <a:cs typeface="Arial"/>
              </a:defRPr>
            </a:lvl1pPr>
            <a:lvl2pPr>
              <a:defRPr sz="1650" b="0">
                <a:solidFill>
                  <a:srgbClr val="183427"/>
                </a:solidFill>
                <a:latin typeface="Arial"/>
                <a:ea typeface="Arial"/>
                <a:cs typeface="Arial"/>
              </a:defRPr>
            </a:lvl2pPr>
            <a:lvl3pPr>
              <a:defRPr sz="1650" b="0">
                <a:solidFill>
                  <a:srgbClr val="183427"/>
                </a:solidFill>
                <a:latin typeface="Arial"/>
                <a:ea typeface="Arial"/>
                <a:cs typeface="Arial"/>
              </a:defRPr>
            </a:lvl3pPr>
            <a:lvl4pPr>
              <a:defRPr sz="1650" b="0">
                <a:solidFill>
                  <a:srgbClr val="183427"/>
                </a:solidFill>
                <a:latin typeface="Arial"/>
                <a:ea typeface="Arial"/>
                <a:cs typeface="Arial"/>
              </a:defRPr>
            </a:lvl4pPr>
            <a:lvl5pPr>
              <a:defRPr sz="1650" b="0">
                <a:solidFill>
                  <a:srgbClr val="183427"/>
                </a:solidFill>
                <a:latin typeface="Arial"/>
                <a:ea typeface="Arial"/>
                <a:cs typeface="Arial"/>
              </a:defRPr>
            </a:lvl5pPr>
            <a:lvl6pPr>
              <a:defRPr sz="1650" b="0">
                <a:solidFill>
                  <a:srgbClr val="183427"/>
                </a:solidFill>
                <a:latin typeface="Arial"/>
                <a:ea typeface="Arial"/>
                <a:cs typeface="Arial"/>
              </a:defRPr>
            </a:lvl6pPr>
            <a:lvl7pPr>
              <a:defRPr sz="1650" b="0">
                <a:solidFill>
                  <a:srgbClr val="183427"/>
                </a:solidFill>
                <a:latin typeface="Arial"/>
                <a:ea typeface="Arial"/>
                <a:cs typeface="Arial"/>
              </a:defRPr>
            </a:lvl7pPr>
            <a:lvl8pPr>
              <a:defRPr sz="1650" b="0">
                <a:solidFill>
                  <a:srgbClr val="183427"/>
                </a:solidFill>
                <a:latin typeface="Arial"/>
                <a:ea typeface="Arial"/>
                <a:cs typeface="Arial"/>
              </a:defRPr>
            </a:lvl8pPr>
            <a:lvl9pPr>
              <a:defRPr sz="1650" b="0">
                <a:solidFill>
                  <a:srgbClr val="183427"/>
                </a:solidFill>
                <a:latin typeface="Arial"/>
                <a:ea typeface="Arial"/>
                <a:cs typeface="Arial"/>
              </a:defRPr>
            </a:lvl9pPr>
          </a:lstStyle>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Haivas Eduard Andrei, Manea Cezar Ștefan,</a:t>
            </a:r>
          </a:p>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Perjoc Eduard Mihai</a:t>
            </a:r>
          </a:p>
        </p:txBody>
      </p:sp>
      <p:sp>
        <p:nvSpPr>
          <p:cNvPr id="11" name="text-10">
            <a:extLst xmlns:a="http://schemas.openxmlformats.org/drawingml/2006/main">
              <a:ext uri="{FF2B5EF4-FFF2-40B4-BE49-F238E27FC236}">
                <a16:creationId xmlns:a16="http://schemas.microsoft.com/office/drawing/2014/main" id="{892CE154-40FD-4F7B-87FF-1FF90BD903A2}"/>
              </a:ext>
            </a:extLst>
          </p:cNvPr>
          <p:cNvSpPr>
            <a:spLocks xmlns:a="http://schemas.openxmlformats.org/drawingml/2006/main" noGrp="1"/>
          </p:cNvSpPr>
          <p:nvPr/>
        </p:nvSpPr>
        <p:spPr>
          <a:xfrm xmlns:a="http://schemas.openxmlformats.org/drawingml/2006/main">
            <a:off x="619125" y="624840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75A"/>
                </a:solidFill>
                <a:latin typeface="Arial"/>
                <a:ea typeface="Arial"/>
                <a:cs typeface="Arial"/>
              </a:defRPr>
            </a:defPPr>
            <a:lvl1pPr>
              <a:defRPr sz="1500" b="0">
                <a:solidFill>
                  <a:srgbClr val="53675A"/>
                </a:solidFill>
                <a:latin typeface="Arial"/>
                <a:ea typeface="Arial"/>
                <a:cs typeface="Arial"/>
              </a:defRPr>
            </a:lvl1pPr>
            <a:lvl2pPr>
              <a:defRPr sz="1500" b="0">
                <a:solidFill>
                  <a:srgbClr val="53675A"/>
                </a:solidFill>
                <a:latin typeface="Arial"/>
                <a:ea typeface="Arial"/>
                <a:cs typeface="Arial"/>
              </a:defRPr>
            </a:lvl2pPr>
            <a:lvl3pPr>
              <a:defRPr sz="1500" b="0">
                <a:solidFill>
                  <a:srgbClr val="53675A"/>
                </a:solidFill>
                <a:latin typeface="Arial"/>
                <a:ea typeface="Arial"/>
                <a:cs typeface="Arial"/>
              </a:defRPr>
            </a:lvl3pPr>
            <a:lvl4pPr>
              <a:defRPr sz="1500" b="0">
                <a:solidFill>
                  <a:srgbClr val="53675A"/>
                </a:solidFill>
                <a:latin typeface="Arial"/>
                <a:ea typeface="Arial"/>
                <a:cs typeface="Arial"/>
              </a:defRPr>
            </a:lvl4pPr>
            <a:lvl5pPr>
              <a:defRPr sz="1500" b="0">
                <a:solidFill>
                  <a:srgbClr val="53675A"/>
                </a:solidFill>
                <a:latin typeface="Arial"/>
                <a:ea typeface="Arial"/>
                <a:cs typeface="Arial"/>
              </a:defRPr>
            </a:lvl5pPr>
            <a:lvl6pPr>
              <a:defRPr sz="1500" b="0">
                <a:solidFill>
                  <a:srgbClr val="53675A"/>
                </a:solidFill>
                <a:latin typeface="Arial"/>
                <a:ea typeface="Arial"/>
                <a:cs typeface="Arial"/>
              </a:defRPr>
            </a:lvl6pPr>
            <a:lvl7pPr>
              <a:defRPr sz="1500" b="0">
                <a:solidFill>
                  <a:srgbClr val="53675A"/>
                </a:solidFill>
                <a:latin typeface="Arial"/>
                <a:ea typeface="Arial"/>
                <a:cs typeface="Arial"/>
              </a:defRPr>
            </a:lvl7pPr>
            <a:lvl8pPr>
              <a:defRPr sz="1500" b="0">
                <a:solidFill>
                  <a:srgbClr val="53675A"/>
                </a:solidFill>
                <a:latin typeface="Arial"/>
                <a:ea typeface="Arial"/>
                <a:cs typeface="Arial"/>
              </a:defRPr>
            </a:lvl8pPr>
            <a:lvl9pPr>
              <a:defRPr sz="1500" b="0">
                <a:solidFill>
                  <a:srgbClr val="53675A"/>
                </a:solidFill>
                <a:latin typeface="Arial"/>
                <a:ea typeface="Arial"/>
                <a:cs typeface="Arial"/>
              </a:defRPr>
            </a:lvl9pPr>
          </a:lstStyle>
          <a:p xmlns:a="http://schemas.openxmlformats.org/drawingml/2006/main">
            <a:pPr>
              <a:defRPr sz="1500" b="0">
                <a:solidFill>
                  <a:srgbClr val="53675A"/>
                </a:solidFill>
                <a:latin typeface="Arial"/>
                <a:ea typeface="Arial"/>
                <a:cs typeface="Arial"/>
              </a:defRPr>
            </a:pPr>
            <a:r>
              <a:rPr sz="1500" b="0">
                <a:solidFill>
                  <a:srgbClr val="53675A"/>
                </a:solidFill>
                <a:latin typeface="Arial"/>
                <a:ea typeface="Arial"/>
                <a:cs typeface="Arial"/>
              </a:rPr>
              <a:t>Clasa a X-a. Coordonator: Ramona Rădulescu</a:t>
            </a:r>
          </a:p>
        </p:txBody>
      </p:sp>
    </p:spTree>
    <p:extLst>
      <p:ext uri="{BB962C8B-B14F-4D97-AF65-F5344CB8AC3E}">
        <p14:creationId xmlns:p14="http://schemas.microsoft.com/office/powerpoint/2010/main" val="1190710254"/>
      </p:ext>
    </p:extLst>
  </p:cSld>
</p:sld>
</file>

<file path=ppt/slides/slide2.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0" name="text-11">
            <a:extLst xmlns:a="http://schemas.openxmlformats.org/drawingml/2006/main">
              <a:ext uri="{FF2B5EF4-FFF2-40B4-BE49-F238E27FC236}">
                <a16:creationId xmlns:a16="http://schemas.microsoft.com/office/drawing/2014/main" id="{02E6832F-1006-4D31-A69E-EFE1267B2F0D}"/>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Originea și întrebarea de cercetare</a:t>
            </a:r>
          </a:p>
        </p:txBody>
      </p:sp>
      <p:sp>
        <p:nvSpPr>
          <p:cNvPr id="2" name="text-12">
            <a:extLst xmlns:a="http://schemas.openxmlformats.org/drawingml/2006/main">
              <a:ext uri="{FF2B5EF4-FFF2-40B4-BE49-F238E27FC236}">
                <a16:creationId xmlns:a16="http://schemas.microsoft.com/office/drawing/2014/main" id="{A76DDDAB-58C0-4425-A58A-FD2AF310D707}"/>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02</a:t>
            </a:r>
          </a:p>
        </p:txBody>
      </p:sp>
      <p:sp>
        <p:nvSpPr>
          <p:cNvPr id="3" name="text-13">
            <a:extLst xmlns:a="http://schemas.openxmlformats.org/drawingml/2006/main">
              <a:ext uri="{FF2B5EF4-FFF2-40B4-BE49-F238E27FC236}">
                <a16:creationId xmlns:a16="http://schemas.microsoft.com/office/drawing/2014/main" id="{17E6C7E1-3477-476B-86BA-69902C9236CA}"/>
              </a:ext>
            </a:extLst>
          </p:cNvPr>
          <p:cNvSpPr>
            <a:spLocks xmlns:a="http://schemas.openxmlformats.org/drawingml/2006/main" noGrp="1"/>
          </p:cNvSpPr>
          <p:nvPr/>
        </p:nvSpPr>
        <p:spPr>
          <a:xfrm xmlns:a="http://schemas.openxmlformats.org/drawingml/2006/main">
            <a:off x="666750" y="163830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00734B"/>
                </a:solidFill>
                <a:latin typeface="Arial"/>
                <a:ea typeface="Arial"/>
                <a:cs typeface="Arial"/>
              </a:defRPr>
            </a:defPPr>
            <a:lvl1pPr>
              <a:defRPr sz="2325" b="1">
                <a:solidFill>
                  <a:srgbClr val="00734B"/>
                </a:solidFill>
                <a:latin typeface="Arial"/>
                <a:ea typeface="Arial"/>
                <a:cs typeface="Arial"/>
              </a:defRPr>
            </a:lvl1pPr>
            <a:lvl2pPr>
              <a:defRPr sz="2325" b="1">
                <a:solidFill>
                  <a:srgbClr val="00734B"/>
                </a:solidFill>
                <a:latin typeface="Arial"/>
                <a:ea typeface="Arial"/>
                <a:cs typeface="Arial"/>
              </a:defRPr>
            </a:lvl2pPr>
            <a:lvl3pPr>
              <a:defRPr sz="2325" b="1">
                <a:solidFill>
                  <a:srgbClr val="00734B"/>
                </a:solidFill>
                <a:latin typeface="Arial"/>
                <a:ea typeface="Arial"/>
                <a:cs typeface="Arial"/>
              </a:defRPr>
            </a:lvl3pPr>
            <a:lvl4pPr>
              <a:defRPr sz="2325" b="1">
                <a:solidFill>
                  <a:srgbClr val="00734B"/>
                </a:solidFill>
                <a:latin typeface="Arial"/>
                <a:ea typeface="Arial"/>
                <a:cs typeface="Arial"/>
              </a:defRPr>
            </a:lvl4pPr>
            <a:lvl5pPr>
              <a:defRPr sz="2325" b="1">
                <a:solidFill>
                  <a:srgbClr val="00734B"/>
                </a:solidFill>
                <a:latin typeface="Arial"/>
                <a:ea typeface="Arial"/>
                <a:cs typeface="Arial"/>
              </a:defRPr>
            </a:lvl5pPr>
            <a:lvl6pPr>
              <a:defRPr sz="2325" b="1">
                <a:solidFill>
                  <a:srgbClr val="00734B"/>
                </a:solidFill>
                <a:latin typeface="Arial"/>
                <a:ea typeface="Arial"/>
                <a:cs typeface="Arial"/>
              </a:defRPr>
            </a:lvl6pPr>
            <a:lvl7pPr>
              <a:defRPr sz="2325" b="1">
                <a:solidFill>
                  <a:srgbClr val="00734B"/>
                </a:solidFill>
                <a:latin typeface="Arial"/>
                <a:ea typeface="Arial"/>
                <a:cs typeface="Arial"/>
              </a:defRPr>
            </a:lvl7pPr>
            <a:lvl8pPr>
              <a:defRPr sz="2325" b="1">
                <a:solidFill>
                  <a:srgbClr val="00734B"/>
                </a:solidFill>
                <a:latin typeface="Arial"/>
                <a:ea typeface="Arial"/>
                <a:cs typeface="Arial"/>
              </a:defRPr>
            </a:lvl8pPr>
            <a:lvl9pPr>
              <a:defRPr sz="2325" b="1">
                <a:solidFill>
                  <a:srgbClr val="00734B"/>
                </a:solidFill>
                <a:latin typeface="Arial"/>
                <a:ea typeface="Arial"/>
                <a:cs typeface="Arial"/>
              </a:defRPr>
            </a:lvl9pPr>
          </a:lstStyle>
          <a:p xmlns:a="http://schemas.openxmlformats.org/drawingml/2006/main">
            <a:pPr>
              <a:defRPr sz="2325" b="1">
                <a:solidFill>
                  <a:srgbClr val="00734B"/>
                </a:solidFill>
                <a:latin typeface="Arial"/>
                <a:ea typeface="Arial"/>
                <a:cs typeface="Arial"/>
              </a:defRPr>
            </a:pPr>
            <a:r>
              <a:rPr sz="2325" b="1">
                <a:solidFill>
                  <a:srgbClr val="00734B"/>
                </a:solidFill>
                <a:latin typeface="Arial"/>
                <a:ea typeface="Arial"/>
                <a:cs typeface="Arial"/>
              </a:rPr>
              <a:t>Experimentul inițial</a:t>
            </a:r>
          </a:p>
        </p:txBody>
      </p:sp>
      <p:sp>
        <p:nvSpPr>
          <p:cNvPr id="4" name="text-14">
            <a:extLst xmlns:a="http://schemas.openxmlformats.org/drawingml/2006/main">
              <a:ext uri="{FF2B5EF4-FFF2-40B4-BE49-F238E27FC236}">
                <a16:creationId xmlns:a16="http://schemas.microsoft.com/office/drawing/2014/main" id="{11E49B77-2464-46B2-9048-7B25A18CAFDD}"/>
              </a:ext>
            </a:extLst>
          </p:cNvPr>
          <p:cNvSpPr>
            <a:spLocks xmlns:a="http://schemas.openxmlformats.org/drawingml/2006/main" noGrp="1"/>
          </p:cNvSpPr>
          <p:nvPr/>
        </p:nvSpPr>
        <p:spPr>
          <a:xfrm xmlns:a="http://schemas.openxmlformats.org/drawingml/2006/main">
            <a:off x="666750" y="213360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3427"/>
                </a:solidFill>
                <a:latin typeface="Arial"/>
                <a:ea typeface="Arial"/>
                <a:cs typeface="Arial"/>
              </a:defRPr>
            </a:defPPr>
            <a:lvl1pPr>
              <a:defRPr sz="2025" b="0">
                <a:solidFill>
                  <a:srgbClr val="183427"/>
                </a:solidFill>
                <a:latin typeface="Arial"/>
                <a:ea typeface="Arial"/>
                <a:cs typeface="Arial"/>
              </a:defRPr>
            </a:lvl1pPr>
            <a:lvl2pPr>
              <a:defRPr sz="2025" b="0">
                <a:solidFill>
                  <a:srgbClr val="183427"/>
                </a:solidFill>
                <a:latin typeface="Arial"/>
                <a:ea typeface="Arial"/>
                <a:cs typeface="Arial"/>
              </a:defRPr>
            </a:lvl2pPr>
            <a:lvl3pPr>
              <a:defRPr sz="2025" b="0">
                <a:solidFill>
                  <a:srgbClr val="183427"/>
                </a:solidFill>
                <a:latin typeface="Arial"/>
                <a:ea typeface="Arial"/>
                <a:cs typeface="Arial"/>
              </a:defRPr>
            </a:lvl3pPr>
            <a:lvl4pPr>
              <a:defRPr sz="2025" b="0">
                <a:solidFill>
                  <a:srgbClr val="183427"/>
                </a:solidFill>
                <a:latin typeface="Arial"/>
                <a:ea typeface="Arial"/>
                <a:cs typeface="Arial"/>
              </a:defRPr>
            </a:lvl4pPr>
            <a:lvl5pPr>
              <a:defRPr sz="2025" b="0">
                <a:solidFill>
                  <a:srgbClr val="183427"/>
                </a:solidFill>
                <a:latin typeface="Arial"/>
                <a:ea typeface="Arial"/>
                <a:cs typeface="Arial"/>
              </a:defRPr>
            </a:lvl5pPr>
            <a:lvl6pPr>
              <a:defRPr sz="2025" b="0">
                <a:solidFill>
                  <a:srgbClr val="183427"/>
                </a:solidFill>
                <a:latin typeface="Arial"/>
                <a:ea typeface="Arial"/>
                <a:cs typeface="Arial"/>
              </a:defRPr>
            </a:lvl6pPr>
            <a:lvl7pPr>
              <a:defRPr sz="2025" b="0">
                <a:solidFill>
                  <a:srgbClr val="183427"/>
                </a:solidFill>
                <a:latin typeface="Arial"/>
                <a:ea typeface="Arial"/>
                <a:cs typeface="Arial"/>
              </a:defRPr>
            </a:lvl7pPr>
            <a:lvl8pPr>
              <a:defRPr sz="2025" b="0">
                <a:solidFill>
                  <a:srgbClr val="183427"/>
                </a:solidFill>
                <a:latin typeface="Arial"/>
                <a:ea typeface="Arial"/>
                <a:cs typeface="Arial"/>
              </a:defRPr>
            </a:lvl8pPr>
            <a:lvl9pPr>
              <a:defRPr sz="2025" b="0">
                <a:solidFill>
                  <a:srgbClr val="183427"/>
                </a:solidFill>
                <a:latin typeface="Arial"/>
                <a:ea typeface="Arial"/>
                <a:cs typeface="Arial"/>
              </a:defRPr>
            </a:lvl9pPr>
          </a:lstStyle>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Am comparat o scenă goală cu o filmare de mers,</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pentru a urmări umbra unei persoane înainte de apariția ei.</a:t>
            </a:r>
          </a:p>
        </p:txBody>
      </p:sp>
      <p:sp>
        <p:nvSpPr>
          <p:cNvPr id="5" name="shape-15">
            <a:extLst xmlns:a="http://schemas.openxmlformats.org/drawingml/2006/main">
              <a:ext uri="{FF2B5EF4-FFF2-40B4-BE49-F238E27FC236}">
                <a16:creationId xmlns:a16="http://schemas.microsoft.com/office/drawing/2014/main" id="{B9D89E4D-F2AA-42C4-A6F8-DDC4E2FF7730}"/>
              </a:ext>
            </a:extLst>
          </p:cNvPr>
          <p:cNvSpPr>
            <a:spLocks xmlns:a="http://schemas.openxmlformats.org/drawingml/2006/main" noGrp="1"/>
          </p:cNvSpPr>
          <p:nvPr/>
        </p:nvSpPr>
        <p:spPr>
          <a:xfrm xmlns:a="http://schemas.openxmlformats.org/drawingml/2006/main" rot="0">
            <a:off x="666750" y="3209925"/>
            <a:ext cx="10668000" cy="19050"/>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6" name="text-16">
            <a:extLst xmlns:a="http://schemas.openxmlformats.org/drawingml/2006/main">
              <a:ext uri="{FF2B5EF4-FFF2-40B4-BE49-F238E27FC236}">
                <a16:creationId xmlns:a16="http://schemas.microsoft.com/office/drawing/2014/main" id="{BD78BCEC-96D6-4AAF-A61E-37E9B56DB25D}"/>
              </a:ext>
            </a:extLst>
          </p:cNvPr>
          <p:cNvSpPr>
            <a:spLocks xmlns:a="http://schemas.openxmlformats.org/drawingml/2006/main" noGrp="1"/>
          </p:cNvSpPr>
          <p:nvPr/>
        </p:nvSpPr>
        <p:spPr>
          <a:xfrm xmlns:a="http://schemas.openxmlformats.org/drawingml/2006/main">
            <a:off x="666750" y="3524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00734B"/>
                </a:solidFill>
                <a:latin typeface="Arial"/>
                <a:ea typeface="Arial"/>
                <a:cs typeface="Arial"/>
              </a:defRPr>
            </a:defPPr>
            <a:lvl1pPr>
              <a:defRPr sz="2325" b="1">
                <a:solidFill>
                  <a:srgbClr val="00734B"/>
                </a:solidFill>
                <a:latin typeface="Arial"/>
                <a:ea typeface="Arial"/>
                <a:cs typeface="Arial"/>
              </a:defRPr>
            </a:lvl1pPr>
            <a:lvl2pPr>
              <a:defRPr sz="2325" b="1">
                <a:solidFill>
                  <a:srgbClr val="00734B"/>
                </a:solidFill>
                <a:latin typeface="Arial"/>
                <a:ea typeface="Arial"/>
                <a:cs typeface="Arial"/>
              </a:defRPr>
            </a:lvl2pPr>
            <a:lvl3pPr>
              <a:defRPr sz="2325" b="1">
                <a:solidFill>
                  <a:srgbClr val="00734B"/>
                </a:solidFill>
                <a:latin typeface="Arial"/>
                <a:ea typeface="Arial"/>
                <a:cs typeface="Arial"/>
              </a:defRPr>
            </a:lvl3pPr>
            <a:lvl4pPr>
              <a:defRPr sz="2325" b="1">
                <a:solidFill>
                  <a:srgbClr val="00734B"/>
                </a:solidFill>
                <a:latin typeface="Arial"/>
                <a:ea typeface="Arial"/>
                <a:cs typeface="Arial"/>
              </a:defRPr>
            </a:lvl4pPr>
            <a:lvl5pPr>
              <a:defRPr sz="2325" b="1">
                <a:solidFill>
                  <a:srgbClr val="00734B"/>
                </a:solidFill>
                <a:latin typeface="Arial"/>
                <a:ea typeface="Arial"/>
                <a:cs typeface="Arial"/>
              </a:defRPr>
            </a:lvl5pPr>
            <a:lvl6pPr>
              <a:defRPr sz="2325" b="1">
                <a:solidFill>
                  <a:srgbClr val="00734B"/>
                </a:solidFill>
                <a:latin typeface="Arial"/>
                <a:ea typeface="Arial"/>
                <a:cs typeface="Arial"/>
              </a:defRPr>
            </a:lvl6pPr>
            <a:lvl7pPr>
              <a:defRPr sz="2325" b="1">
                <a:solidFill>
                  <a:srgbClr val="00734B"/>
                </a:solidFill>
                <a:latin typeface="Arial"/>
                <a:ea typeface="Arial"/>
                <a:cs typeface="Arial"/>
              </a:defRPr>
            </a:lvl7pPr>
            <a:lvl8pPr>
              <a:defRPr sz="2325" b="1">
                <a:solidFill>
                  <a:srgbClr val="00734B"/>
                </a:solidFill>
                <a:latin typeface="Arial"/>
                <a:ea typeface="Arial"/>
                <a:cs typeface="Arial"/>
              </a:defRPr>
            </a:lvl8pPr>
            <a:lvl9pPr>
              <a:defRPr sz="2325" b="1">
                <a:solidFill>
                  <a:srgbClr val="00734B"/>
                </a:solidFill>
                <a:latin typeface="Arial"/>
                <a:ea typeface="Arial"/>
                <a:cs typeface="Arial"/>
              </a:defRPr>
            </a:lvl9pPr>
          </a:lstStyle>
          <a:p xmlns:a="http://schemas.openxmlformats.org/drawingml/2006/main">
            <a:pPr>
              <a:defRPr sz="2325" b="1">
                <a:solidFill>
                  <a:srgbClr val="00734B"/>
                </a:solidFill>
                <a:latin typeface="Arial"/>
                <a:ea typeface="Arial"/>
                <a:cs typeface="Arial"/>
              </a:defRPr>
            </a:pPr>
            <a:r>
              <a:rPr sz="2325" b="1">
                <a:solidFill>
                  <a:srgbClr val="00734B"/>
                </a:solidFill>
                <a:latin typeface="Arial"/>
                <a:ea typeface="Arial"/>
                <a:cs typeface="Arial"/>
              </a:rPr>
              <a:t>Întrebarea de cercetare</a:t>
            </a:r>
          </a:p>
        </p:txBody>
      </p:sp>
      <p:sp>
        <p:nvSpPr>
          <p:cNvPr id="7" name="text-17">
            <a:extLst xmlns:a="http://schemas.openxmlformats.org/drawingml/2006/main">
              <a:ext uri="{FF2B5EF4-FFF2-40B4-BE49-F238E27FC236}">
                <a16:creationId xmlns:a16="http://schemas.microsoft.com/office/drawing/2014/main" id="{5F0F116A-5E7B-4F18-A4A6-C1607FAAD016}"/>
              </a:ext>
            </a:extLst>
          </p:cNvPr>
          <p:cNvSpPr>
            <a:spLocks xmlns:a="http://schemas.openxmlformats.org/drawingml/2006/main" noGrp="1"/>
          </p:cNvSpPr>
          <p:nvPr/>
        </p:nvSpPr>
        <p:spPr>
          <a:xfrm xmlns:a="http://schemas.openxmlformats.org/drawingml/2006/main">
            <a:off x="666750" y="4038600"/>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183427"/>
                </a:solidFill>
                <a:latin typeface="Arial"/>
                <a:ea typeface="Arial"/>
                <a:cs typeface="Arial"/>
              </a:defRPr>
            </a:defPPr>
            <a:lvl1pPr>
              <a:defRPr sz="2250" b="1">
                <a:solidFill>
                  <a:srgbClr val="183427"/>
                </a:solidFill>
                <a:latin typeface="Arial"/>
                <a:ea typeface="Arial"/>
                <a:cs typeface="Arial"/>
              </a:defRPr>
            </a:lvl1pPr>
            <a:lvl2pPr>
              <a:defRPr sz="2250" b="1">
                <a:solidFill>
                  <a:srgbClr val="183427"/>
                </a:solidFill>
                <a:latin typeface="Arial"/>
                <a:ea typeface="Arial"/>
                <a:cs typeface="Arial"/>
              </a:defRPr>
            </a:lvl2pPr>
            <a:lvl3pPr>
              <a:defRPr sz="2250" b="1">
                <a:solidFill>
                  <a:srgbClr val="183427"/>
                </a:solidFill>
                <a:latin typeface="Arial"/>
                <a:ea typeface="Arial"/>
                <a:cs typeface="Arial"/>
              </a:defRPr>
            </a:lvl3pPr>
            <a:lvl4pPr>
              <a:defRPr sz="2250" b="1">
                <a:solidFill>
                  <a:srgbClr val="183427"/>
                </a:solidFill>
                <a:latin typeface="Arial"/>
                <a:ea typeface="Arial"/>
                <a:cs typeface="Arial"/>
              </a:defRPr>
            </a:lvl4pPr>
            <a:lvl5pPr>
              <a:defRPr sz="2250" b="1">
                <a:solidFill>
                  <a:srgbClr val="183427"/>
                </a:solidFill>
                <a:latin typeface="Arial"/>
                <a:ea typeface="Arial"/>
                <a:cs typeface="Arial"/>
              </a:defRPr>
            </a:lvl5pPr>
            <a:lvl6pPr>
              <a:defRPr sz="2250" b="1">
                <a:solidFill>
                  <a:srgbClr val="183427"/>
                </a:solidFill>
                <a:latin typeface="Arial"/>
                <a:ea typeface="Arial"/>
                <a:cs typeface="Arial"/>
              </a:defRPr>
            </a:lvl6pPr>
            <a:lvl7pPr>
              <a:defRPr sz="2250" b="1">
                <a:solidFill>
                  <a:srgbClr val="183427"/>
                </a:solidFill>
                <a:latin typeface="Arial"/>
                <a:ea typeface="Arial"/>
                <a:cs typeface="Arial"/>
              </a:defRPr>
            </a:lvl7pPr>
            <a:lvl8pPr>
              <a:defRPr sz="2250" b="1">
                <a:solidFill>
                  <a:srgbClr val="183427"/>
                </a:solidFill>
                <a:latin typeface="Arial"/>
                <a:ea typeface="Arial"/>
                <a:cs typeface="Arial"/>
              </a:defRPr>
            </a:lvl8pPr>
            <a:lvl9pPr>
              <a:defRPr sz="2250" b="1">
                <a:solidFill>
                  <a:srgbClr val="183427"/>
                </a:solidFill>
                <a:latin typeface="Arial"/>
                <a:ea typeface="Arial"/>
                <a:cs typeface="Arial"/>
              </a:defRPr>
            </a:lvl9pPr>
          </a:lstStyle>
          <a:p xmlns:a="http://schemas.openxmlformats.org/drawingml/2006/main">
            <a:pPr>
              <a:defRPr sz="2250" b="1">
                <a:solidFill>
                  <a:srgbClr val="183427"/>
                </a:solidFill>
                <a:latin typeface="Arial"/>
                <a:ea typeface="Arial"/>
                <a:cs typeface="Arial"/>
              </a:defRPr>
            </a:pPr>
            <a:r>
              <a:rPr sz="2250" b="1">
                <a:solidFill>
                  <a:srgbClr val="183427"/>
                </a:solidFill>
                <a:latin typeface="Arial"/>
                <a:ea typeface="Arial"/>
                <a:cs typeface="Arial"/>
              </a:rPr>
              <a:t>Cu ce eroare putem estima înălțimea clădirilor din umbră</a:t>
            </a:r>
          </a:p>
          <a:p xmlns:a="http://schemas.openxmlformats.org/drawingml/2006/main">
            <a:pPr>
              <a:defRPr sz="2250" b="1">
                <a:solidFill>
                  <a:srgbClr val="183427"/>
                </a:solidFill>
                <a:latin typeface="Arial"/>
                <a:ea typeface="Arial"/>
                <a:cs typeface="Arial"/>
              </a:defRPr>
            </a:pPr>
            <a:r>
              <a:rPr sz="2250" b="1">
                <a:solidFill>
                  <a:srgbClr val="183427"/>
                </a:solidFill>
                <a:latin typeface="Arial"/>
                <a:ea typeface="Arial"/>
                <a:cs typeface="Arial"/>
              </a:rPr>
              <a:t>și când rămâne vârful umbrei neobstrucționat?</a:t>
            </a:r>
          </a:p>
        </p:txBody>
      </p:sp>
      <p:sp>
        <p:nvSpPr>
          <p:cNvPr id="8" name="text-18">
            <a:extLst xmlns:a="http://schemas.openxmlformats.org/drawingml/2006/main">
              <a:ext uri="{FF2B5EF4-FFF2-40B4-BE49-F238E27FC236}">
                <a16:creationId xmlns:a16="http://schemas.microsoft.com/office/drawing/2014/main" id="{99B5E90D-304B-46AB-A6A7-A5557DD11537}"/>
              </a:ext>
            </a:extLst>
          </p:cNvPr>
          <p:cNvSpPr>
            <a:spLocks xmlns:a="http://schemas.openxmlformats.org/drawingml/2006/main" noGrp="1"/>
          </p:cNvSpPr>
          <p:nvPr/>
        </p:nvSpPr>
        <p:spPr>
          <a:xfrm xmlns:a="http://schemas.openxmlformats.org/drawingml/2006/main">
            <a:off x="666750" y="55626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De la analiza umbrelor în imagini la folosirea lor pe harta orașului.</a:t>
            </a:r>
          </a:p>
        </p:txBody>
      </p:sp>
      <p:sp>
        <p:nvSpPr>
          <p:cNvPr id="9" name="text-19">
            <a:extLst xmlns:a="http://schemas.openxmlformats.org/drawingml/2006/main">
              <a:ext uri="{FF2B5EF4-FFF2-40B4-BE49-F238E27FC236}">
                <a16:creationId xmlns:a16="http://schemas.microsoft.com/office/drawing/2014/main" id="{F75B78CF-580B-4C7B-AF96-54F70CF872FE}"/>
              </a:ext>
            </a:extLst>
          </p:cNvPr>
          <p:cNvSpPr>
            <a:spLocks xmlns:a="http://schemas.openxmlformats.org/drawingml/2006/main" noGrp="1"/>
          </p:cNvSpPr>
          <p:nvPr/>
        </p:nvSpPr>
        <p:spPr>
          <a:xfrm xmlns:a="http://schemas.openxmlformats.org/drawingml/2006/main">
            <a:off x="666750" y="64198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Fișa de înscriere și istoricul proiectului.</a:t>
            </a:r>
          </a:p>
        </p:txBody>
      </p:sp>
    </p:spTree>
    <p:extLst>
      <p:ext uri="{BB962C8B-B14F-4D97-AF65-F5344CB8AC3E}">
        <p14:creationId xmlns:p14="http://schemas.microsoft.com/office/powerpoint/2010/main" val="444376226"/>
      </p:ext>
    </p:extLst>
  </p:cSld>
</p:sld>
</file>

<file path=ppt/slides/slide3.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5" name="text-20">
            <a:extLst xmlns:a="http://schemas.openxmlformats.org/drawingml/2006/main">
              <a:ext uri="{FF2B5EF4-FFF2-40B4-BE49-F238E27FC236}">
                <a16:creationId xmlns:a16="http://schemas.microsoft.com/office/drawing/2014/main" id="{F499DF9C-CD3E-40B9-B631-E485C9C0B5BE}"/>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Cum funcționează aplicația</a:t>
            </a:r>
          </a:p>
        </p:txBody>
      </p:sp>
      <p:sp>
        <p:nvSpPr>
          <p:cNvPr id="2" name="text-21">
            <a:extLst xmlns:a="http://schemas.openxmlformats.org/drawingml/2006/main">
              <a:ext uri="{FF2B5EF4-FFF2-40B4-BE49-F238E27FC236}">
                <a16:creationId xmlns:a16="http://schemas.microsoft.com/office/drawing/2014/main" id="{D054C128-B790-48B4-BC6D-10CC7280F127}"/>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03</a:t>
            </a:r>
          </a:p>
        </p:txBody>
      </p:sp>
      <p:sp>
        <p:nvSpPr>
          <p:cNvPr id="3" name="text-22">
            <a:extLst xmlns:a="http://schemas.openxmlformats.org/drawingml/2006/main">
              <a:ext uri="{FF2B5EF4-FFF2-40B4-BE49-F238E27FC236}">
                <a16:creationId xmlns:a16="http://schemas.microsoft.com/office/drawing/2014/main" id="{3AA0206B-0B47-4BB3-8789-66FF81955EF0}"/>
              </a:ext>
            </a:extLst>
          </p:cNvPr>
          <p:cNvSpPr>
            <a:spLocks xmlns:a="http://schemas.openxmlformats.org/drawingml/2006/main" noGrp="1"/>
          </p:cNvSpPr>
          <p:nvPr/>
        </p:nvSpPr>
        <p:spPr>
          <a:xfrm xmlns:a="http://schemas.openxmlformats.org/drawingml/2006/main">
            <a:off x="647700" y="1524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Alegi destinația și ora, apoi compari traseele.</a:t>
            </a:r>
          </a:p>
        </p:txBody>
      </p:sp>
      <p:sp>
        <p:nvSpPr>
          <p:cNvPr id="4" name="text-23">
            <a:extLst xmlns:a="http://schemas.openxmlformats.org/drawingml/2006/main">
              <a:ext uri="{FF2B5EF4-FFF2-40B4-BE49-F238E27FC236}">
                <a16:creationId xmlns:a16="http://schemas.microsoft.com/office/drawing/2014/main" id="{0D5065D7-2888-4CDA-9501-3E39C9DC62FE}"/>
              </a:ext>
            </a:extLst>
          </p:cNvPr>
          <p:cNvSpPr>
            <a:spLocks xmlns:a="http://schemas.openxmlformats.org/drawingml/2006/main" noGrp="1"/>
          </p:cNvSpPr>
          <p:nvPr/>
        </p:nvSpPr>
        <p:spPr>
          <a:xfrm xmlns:a="http://schemas.openxmlformats.org/drawingml/2006/main">
            <a:off x="666750" y="24765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83427"/>
                </a:solidFill>
                <a:latin typeface="Arial"/>
                <a:ea typeface="Arial"/>
                <a:cs typeface="Arial"/>
              </a:defRPr>
            </a:defPPr>
            <a:lvl1pPr>
              <a:defRPr sz="2175" b="1">
                <a:solidFill>
                  <a:srgbClr val="183427"/>
                </a:solidFill>
                <a:latin typeface="Arial"/>
                <a:ea typeface="Arial"/>
                <a:cs typeface="Arial"/>
              </a:defRPr>
            </a:lvl1pPr>
            <a:lvl2pPr>
              <a:defRPr sz="2175" b="1">
                <a:solidFill>
                  <a:srgbClr val="183427"/>
                </a:solidFill>
                <a:latin typeface="Arial"/>
                <a:ea typeface="Arial"/>
                <a:cs typeface="Arial"/>
              </a:defRPr>
            </a:lvl2pPr>
            <a:lvl3pPr>
              <a:defRPr sz="2175" b="1">
                <a:solidFill>
                  <a:srgbClr val="183427"/>
                </a:solidFill>
                <a:latin typeface="Arial"/>
                <a:ea typeface="Arial"/>
                <a:cs typeface="Arial"/>
              </a:defRPr>
            </a:lvl3pPr>
            <a:lvl4pPr>
              <a:defRPr sz="2175" b="1">
                <a:solidFill>
                  <a:srgbClr val="183427"/>
                </a:solidFill>
                <a:latin typeface="Arial"/>
                <a:ea typeface="Arial"/>
                <a:cs typeface="Arial"/>
              </a:defRPr>
            </a:lvl4pPr>
            <a:lvl5pPr>
              <a:defRPr sz="2175" b="1">
                <a:solidFill>
                  <a:srgbClr val="183427"/>
                </a:solidFill>
                <a:latin typeface="Arial"/>
                <a:ea typeface="Arial"/>
                <a:cs typeface="Arial"/>
              </a:defRPr>
            </a:lvl5pPr>
            <a:lvl6pPr>
              <a:defRPr sz="2175" b="1">
                <a:solidFill>
                  <a:srgbClr val="183427"/>
                </a:solidFill>
                <a:latin typeface="Arial"/>
                <a:ea typeface="Arial"/>
                <a:cs typeface="Arial"/>
              </a:defRPr>
            </a:lvl6pPr>
            <a:lvl7pPr>
              <a:defRPr sz="2175" b="1">
                <a:solidFill>
                  <a:srgbClr val="183427"/>
                </a:solidFill>
                <a:latin typeface="Arial"/>
                <a:ea typeface="Arial"/>
                <a:cs typeface="Arial"/>
              </a:defRPr>
            </a:lvl7pPr>
            <a:lvl8pPr>
              <a:defRPr sz="2175" b="1">
                <a:solidFill>
                  <a:srgbClr val="183427"/>
                </a:solidFill>
                <a:latin typeface="Arial"/>
                <a:ea typeface="Arial"/>
                <a:cs typeface="Arial"/>
              </a:defRPr>
            </a:lvl8pPr>
            <a:lvl9pPr>
              <a:defRPr sz="2175" b="1">
                <a:solidFill>
                  <a:srgbClr val="183427"/>
                </a:solidFill>
                <a:latin typeface="Arial"/>
                <a:ea typeface="Arial"/>
                <a:cs typeface="Arial"/>
              </a:defRPr>
            </a:lvl9pPr>
          </a:lstStyle>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Rapid</a:t>
            </a:r>
          </a:p>
        </p:txBody>
      </p:sp>
      <p:sp>
        <p:nvSpPr>
          <p:cNvPr id="5" name="text-24">
            <a:extLst xmlns:a="http://schemas.openxmlformats.org/drawingml/2006/main">
              <a:ext uri="{FF2B5EF4-FFF2-40B4-BE49-F238E27FC236}">
                <a16:creationId xmlns:a16="http://schemas.microsoft.com/office/drawing/2014/main" id="{4B84A1E2-AB30-4E95-9EFA-908904540BB9}"/>
              </a:ext>
            </a:extLst>
          </p:cNvPr>
          <p:cNvSpPr>
            <a:spLocks xmlns:a="http://schemas.openxmlformats.org/drawingml/2006/main" noGrp="1"/>
          </p:cNvSpPr>
          <p:nvPr/>
        </p:nvSpPr>
        <p:spPr>
          <a:xfrm xmlns:a="http://schemas.openxmlformats.org/drawingml/2006/main">
            <a:off x="666750" y="284797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Durata cea mai mică</a:t>
            </a:r>
          </a:p>
        </p:txBody>
      </p:sp>
      <p:sp>
        <p:nvSpPr>
          <p:cNvPr id="6" name="text-25">
            <a:extLst xmlns:a="http://schemas.openxmlformats.org/drawingml/2006/main">
              <a:ext uri="{FF2B5EF4-FFF2-40B4-BE49-F238E27FC236}">
                <a16:creationId xmlns:a16="http://schemas.microsoft.com/office/drawing/2014/main" id="{20DD0FD1-A8C1-4009-BE80-172D2C6A608D}"/>
              </a:ext>
            </a:extLst>
          </p:cNvPr>
          <p:cNvSpPr>
            <a:spLocks xmlns:a="http://schemas.openxmlformats.org/drawingml/2006/main" noGrp="1"/>
          </p:cNvSpPr>
          <p:nvPr/>
        </p:nvSpPr>
        <p:spPr>
          <a:xfrm xmlns:a="http://schemas.openxmlformats.org/drawingml/2006/main">
            <a:off x="666750" y="33528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83427"/>
                </a:solidFill>
                <a:latin typeface="Arial"/>
                <a:ea typeface="Arial"/>
                <a:cs typeface="Arial"/>
              </a:defRPr>
            </a:defPPr>
            <a:lvl1pPr>
              <a:defRPr sz="2175" b="1">
                <a:solidFill>
                  <a:srgbClr val="183427"/>
                </a:solidFill>
                <a:latin typeface="Arial"/>
                <a:ea typeface="Arial"/>
                <a:cs typeface="Arial"/>
              </a:defRPr>
            </a:lvl1pPr>
            <a:lvl2pPr>
              <a:defRPr sz="2175" b="1">
                <a:solidFill>
                  <a:srgbClr val="183427"/>
                </a:solidFill>
                <a:latin typeface="Arial"/>
                <a:ea typeface="Arial"/>
                <a:cs typeface="Arial"/>
              </a:defRPr>
            </a:lvl2pPr>
            <a:lvl3pPr>
              <a:defRPr sz="2175" b="1">
                <a:solidFill>
                  <a:srgbClr val="183427"/>
                </a:solidFill>
                <a:latin typeface="Arial"/>
                <a:ea typeface="Arial"/>
                <a:cs typeface="Arial"/>
              </a:defRPr>
            </a:lvl3pPr>
            <a:lvl4pPr>
              <a:defRPr sz="2175" b="1">
                <a:solidFill>
                  <a:srgbClr val="183427"/>
                </a:solidFill>
                <a:latin typeface="Arial"/>
                <a:ea typeface="Arial"/>
                <a:cs typeface="Arial"/>
              </a:defRPr>
            </a:lvl4pPr>
            <a:lvl5pPr>
              <a:defRPr sz="2175" b="1">
                <a:solidFill>
                  <a:srgbClr val="183427"/>
                </a:solidFill>
                <a:latin typeface="Arial"/>
                <a:ea typeface="Arial"/>
                <a:cs typeface="Arial"/>
              </a:defRPr>
            </a:lvl5pPr>
            <a:lvl6pPr>
              <a:defRPr sz="2175" b="1">
                <a:solidFill>
                  <a:srgbClr val="183427"/>
                </a:solidFill>
                <a:latin typeface="Arial"/>
                <a:ea typeface="Arial"/>
                <a:cs typeface="Arial"/>
              </a:defRPr>
            </a:lvl6pPr>
            <a:lvl7pPr>
              <a:defRPr sz="2175" b="1">
                <a:solidFill>
                  <a:srgbClr val="183427"/>
                </a:solidFill>
                <a:latin typeface="Arial"/>
                <a:ea typeface="Arial"/>
                <a:cs typeface="Arial"/>
              </a:defRPr>
            </a:lvl7pPr>
            <a:lvl8pPr>
              <a:defRPr sz="2175" b="1">
                <a:solidFill>
                  <a:srgbClr val="183427"/>
                </a:solidFill>
                <a:latin typeface="Arial"/>
                <a:ea typeface="Arial"/>
                <a:cs typeface="Arial"/>
              </a:defRPr>
            </a:lvl8pPr>
            <a:lvl9pPr>
              <a:defRPr sz="2175" b="1">
                <a:solidFill>
                  <a:srgbClr val="183427"/>
                </a:solidFill>
                <a:latin typeface="Arial"/>
                <a:ea typeface="Arial"/>
                <a:cs typeface="Arial"/>
              </a:defRPr>
            </a:lvl9pPr>
          </a:lstStyle>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Echilibrat</a:t>
            </a:r>
          </a:p>
        </p:txBody>
      </p:sp>
      <p:sp>
        <p:nvSpPr>
          <p:cNvPr id="7" name="text-26">
            <a:extLst xmlns:a="http://schemas.openxmlformats.org/drawingml/2006/main">
              <a:ext uri="{FF2B5EF4-FFF2-40B4-BE49-F238E27FC236}">
                <a16:creationId xmlns:a16="http://schemas.microsoft.com/office/drawing/2014/main" id="{0D851670-AD36-4E7B-91AA-68EC91A8EAB5}"/>
              </a:ext>
            </a:extLst>
          </p:cNvPr>
          <p:cNvSpPr>
            <a:spLocks xmlns:a="http://schemas.openxmlformats.org/drawingml/2006/main" noGrp="1"/>
          </p:cNvSpPr>
          <p:nvPr/>
        </p:nvSpPr>
        <p:spPr>
          <a:xfrm xmlns:a="http://schemas.openxmlformats.org/drawingml/2006/main">
            <a:off x="666750" y="372427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Durată și umbră estimate</a:t>
            </a:r>
          </a:p>
        </p:txBody>
      </p:sp>
      <p:sp>
        <p:nvSpPr>
          <p:cNvPr id="8" name="text-27">
            <a:extLst xmlns:a="http://schemas.openxmlformats.org/drawingml/2006/main">
              <a:ext uri="{FF2B5EF4-FFF2-40B4-BE49-F238E27FC236}">
                <a16:creationId xmlns:a16="http://schemas.microsoft.com/office/drawing/2014/main" id="{5CD5EB6D-A427-4518-BCD1-D75990806DCF}"/>
              </a:ext>
            </a:extLst>
          </p:cNvPr>
          <p:cNvSpPr>
            <a:spLocks xmlns:a="http://schemas.openxmlformats.org/drawingml/2006/main" noGrp="1"/>
          </p:cNvSpPr>
          <p:nvPr/>
        </p:nvSpPr>
        <p:spPr>
          <a:xfrm xmlns:a="http://schemas.openxmlformats.org/drawingml/2006/main">
            <a:off x="666750" y="42291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83427"/>
                </a:solidFill>
                <a:latin typeface="Arial"/>
                <a:ea typeface="Arial"/>
                <a:cs typeface="Arial"/>
              </a:defRPr>
            </a:defPPr>
            <a:lvl1pPr>
              <a:defRPr sz="2175" b="1">
                <a:solidFill>
                  <a:srgbClr val="183427"/>
                </a:solidFill>
                <a:latin typeface="Arial"/>
                <a:ea typeface="Arial"/>
                <a:cs typeface="Arial"/>
              </a:defRPr>
            </a:lvl1pPr>
            <a:lvl2pPr>
              <a:defRPr sz="2175" b="1">
                <a:solidFill>
                  <a:srgbClr val="183427"/>
                </a:solidFill>
                <a:latin typeface="Arial"/>
                <a:ea typeface="Arial"/>
                <a:cs typeface="Arial"/>
              </a:defRPr>
            </a:lvl2pPr>
            <a:lvl3pPr>
              <a:defRPr sz="2175" b="1">
                <a:solidFill>
                  <a:srgbClr val="183427"/>
                </a:solidFill>
                <a:latin typeface="Arial"/>
                <a:ea typeface="Arial"/>
                <a:cs typeface="Arial"/>
              </a:defRPr>
            </a:lvl3pPr>
            <a:lvl4pPr>
              <a:defRPr sz="2175" b="1">
                <a:solidFill>
                  <a:srgbClr val="183427"/>
                </a:solidFill>
                <a:latin typeface="Arial"/>
                <a:ea typeface="Arial"/>
                <a:cs typeface="Arial"/>
              </a:defRPr>
            </a:lvl4pPr>
            <a:lvl5pPr>
              <a:defRPr sz="2175" b="1">
                <a:solidFill>
                  <a:srgbClr val="183427"/>
                </a:solidFill>
                <a:latin typeface="Arial"/>
                <a:ea typeface="Arial"/>
                <a:cs typeface="Arial"/>
              </a:defRPr>
            </a:lvl5pPr>
            <a:lvl6pPr>
              <a:defRPr sz="2175" b="1">
                <a:solidFill>
                  <a:srgbClr val="183427"/>
                </a:solidFill>
                <a:latin typeface="Arial"/>
                <a:ea typeface="Arial"/>
                <a:cs typeface="Arial"/>
              </a:defRPr>
            </a:lvl6pPr>
            <a:lvl7pPr>
              <a:defRPr sz="2175" b="1">
                <a:solidFill>
                  <a:srgbClr val="183427"/>
                </a:solidFill>
                <a:latin typeface="Arial"/>
                <a:ea typeface="Arial"/>
                <a:cs typeface="Arial"/>
              </a:defRPr>
            </a:lvl7pPr>
            <a:lvl8pPr>
              <a:defRPr sz="2175" b="1">
                <a:solidFill>
                  <a:srgbClr val="183427"/>
                </a:solidFill>
                <a:latin typeface="Arial"/>
                <a:ea typeface="Arial"/>
                <a:cs typeface="Arial"/>
              </a:defRPr>
            </a:lvl8pPr>
            <a:lvl9pPr>
              <a:defRPr sz="2175" b="1">
                <a:solidFill>
                  <a:srgbClr val="183427"/>
                </a:solidFill>
                <a:latin typeface="Arial"/>
                <a:ea typeface="Arial"/>
                <a:cs typeface="Arial"/>
              </a:defRPr>
            </a:lvl9pPr>
          </a:lstStyle>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Mai multă umbră</a:t>
            </a:r>
          </a:p>
        </p:txBody>
      </p:sp>
      <p:sp>
        <p:nvSpPr>
          <p:cNvPr id="9" name="text-28">
            <a:extLst xmlns:a="http://schemas.openxmlformats.org/drawingml/2006/main">
              <a:ext uri="{FF2B5EF4-FFF2-40B4-BE49-F238E27FC236}">
                <a16:creationId xmlns:a16="http://schemas.microsoft.com/office/drawing/2014/main" id="{36AF6270-7F55-40ED-A0A9-4D86DC10683C}"/>
              </a:ext>
            </a:extLst>
          </p:cNvPr>
          <p:cNvSpPr>
            <a:spLocks xmlns:a="http://schemas.openxmlformats.org/drawingml/2006/main" noGrp="1"/>
          </p:cNvSpPr>
          <p:nvPr/>
        </p:nvSpPr>
        <p:spPr>
          <a:xfrm xmlns:a="http://schemas.openxmlformats.org/drawingml/2006/main">
            <a:off x="666750" y="460057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În limita ocolului ales</a:t>
            </a:r>
          </a:p>
        </p:txBody>
      </p:sp>
      <p:sp>
        <p:nvSpPr>
          <p:cNvPr id="10" name="text-29">
            <a:extLst xmlns:a="http://schemas.openxmlformats.org/drawingml/2006/main">
              <a:ext uri="{FF2B5EF4-FFF2-40B4-BE49-F238E27FC236}">
                <a16:creationId xmlns:a16="http://schemas.microsoft.com/office/drawing/2014/main" id="{484D1912-2A87-4E51-A504-4FC09214FE61}"/>
              </a:ext>
            </a:extLst>
          </p:cNvPr>
          <p:cNvSpPr>
            <a:spLocks xmlns:a="http://schemas.openxmlformats.org/drawingml/2006/main" noGrp="1"/>
          </p:cNvSpPr>
          <p:nvPr/>
        </p:nvSpPr>
        <p:spPr>
          <a:xfrm xmlns:a="http://schemas.openxmlformats.org/drawingml/2006/main">
            <a:off x="666750" y="53721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00734B"/>
                </a:solidFill>
                <a:latin typeface="Arial"/>
                <a:ea typeface="Arial"/>
                <a:cs typeface="Arial"/>
              </a:defRPr>
            </a:defPPr>
            <a:lvl1pPr>
              <a:defRPr sz="1950" b="1">
                <a:solidFill>
                  <a:srgbClr val="00734B"/>
                </a:solidFill>
                <a:latin typeface="Arial"/>
                <a:ea typeface="Arial"/>
                <a:cs typeface="Arial"/>
              </a:defRPr>
            </a:lvl1pPr>
            <a:lvl2pPr>
              <a:defRPr sz="1950" b="1">
                <a:solidFill>
                  <a:srgbClr val="00734B"/>
                </a:solidFill>
                <a:latin typeface="Arial"/>
                <a:ea typeface="Arial"/>
                <a:cs typeface="Arial"/>
              </a:defRPr>
            </a:lvl2pPr>
            <a:lvl3pPr>
              <a:defRPr sz="1950" b="1">
                <a:solidFill>
                  <a:srgbClr val="00734B"/>
                </a:solidFill>
                <a:latin typeface="Arial"/>
                <a:ea typeface="Arial"/>
                <a:cs typeface="Arial"/>
              </a:defRPr>
            </a:lvl3pPr>
            <a:lvl4pPr>
              <a:defRPr sz="1950" b="1">
                <a:solidFill>
                  <a:srgbClr val="00734B"/>
                </a:solidFill>
                <a:latin typeface="Arial"/>
                <a:ea typeface="Arial"/>
                <a:cs typeface="Arial"/>
              </a:defRPr>
            </a:lvl4pPr>
            <a:lvl5pPr>
              <a:defRPr sz="1950" b="1">
                <a:solidFill>
                  <a:srgbClr val="00734B"/>
                </a:solidFill>
                <a:latin typeface="Arial"/>
                <a:ea typeface="Arial"/>
                <a:cs typeface="Arial"/>
              </a:defRPr>
            </a:lvl5pPr>
            <a:lvl6pPr>
              <a:defRPr sz="1950" b="1">
                <a:solidFill>
                  <a:srgbClr val="00734B"/>
                </a:solidFill>
                <a:latin typeface="Arial"/>
                <a:ea typeface="Arial"/>
                <a:cs typeface="Arial"/>
              </a:defRPr>
            </a:lvl6pPr>
            <a:lvl7pPr>
              <a:defRPr sz="1950" b="1">
                <a:solidFill>
                  <a:srgbClr val="00734B"/>
                </a:solidFill>
                <a:latin typeface="Arial"/>
                <a:ea typeface="Arial"/>
                <a:cs typeface="Arial"/>
              </a:defRPr>
            </a:lvl7pPr>
            <a:lvl8pPr>
              <a:defRPr sz="1950" b="1">
                <a:solidFill>
                  <a:srgbClr val="00734B"/>
                </a:solidFill>
                <a:latin typeface="Arial"/>
                <a:ea typeface="Arial"/>
                <a:cs typeface="Arial"/>
              </a:defRPr>
            </a:lvl8pPr>
            <a:lvl9pPr>
              <a:defRPr sz="1950" b="1">
                <a:solidFill>
                  <a:srgbClr val="00734B"/>
                </a:solidFill>
                <a:latin typeface="Arial"/>
                <a:ea typeface="Arial"/>
                <a:cs typeface="Arial"/>
              </a:defRPr>
            </a:lvl9pPr>
          </a:lstStyle>
          <a:p xmlns:a="http://schemas.openxmlformats.org/drawingml/2006/main">
            <a:pPr>
              <a:defRPr sz="1950" b="1">
                <a:solidFill>
                  <a:srgbClr val="00734B"/>
                </a:solidFill>
                <a:latin typeface="Arial"/>
                <a:ea typeface="Arial"/>
                <a:cs typeface="Arial"/>
              </a:defRPr>
            </a:pPr>
            <a:r>
              <a:rPr sz="1950" b="1">
                <a:solidFill>
                  <a:srgbClr val="00734B"/>
                </a:solidFill>
                <a:latin typeface="Arial"/>
                <a:ea typeface="Arial"/>
                <a:cs typeface="Arial"/>
              </a:rPr>
              <a:t>Hartă 3D și navigare prin GPS</a:t>
            </a:r>
          </a:p>
        </p:txBody>
      </p:sp>
      <p:sp>
        <p:nvSpPr>
          <p:cNvPr id="11" name="text-30">
            <a:extLst xmlns:a="http://schemas.openxmlformats.org/drawingml/2006/main">
              <a:ext uri="{FF2B5EF4-FFF2-40B4-BE49-F238E27FC236}">
                <a16:creationId xmlns:a16="http://schemas.microsoft.com/office/drawing/2014/main" id="{08A79323-E845-4CB5-89C0-46B8B7D9A3B0}"/>
              </a:ext>
            </a:extLst>
          </p:cNvPr>
          <p:cNvSpPr>
            <a:spLocks xmlns:a="http://schemas.openxmlformats.org/drawingml/2006/main" noGrp="1"/>
          </p:cNvSpPr>
          <p:nvPr/>
        </p:nvSpPr>
        <p:spPr>
          <a:xfrm xmlns:a="http://schemas.openxmlformats.org/drawingml/2006/main">
            <a:off x="666750" y="64198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Rețele pietonale în București și alte 40 de reședințe de județ.</a:t>
            </a:r>
          </a:p>
        </p:txBody>
      </p:sp>
      <p:pic>
        <p:nvPicPr>
          <p:cNvPr id="12" name="">
            <a:extLst xmlns:a="http://schemas.openxmlformats.org/drawingml/2006/main">
              <a:ext uri="{FF2B5EF4-FFF2-40B4-BE49-F238E27FC236}">
                <a16:creationId xmlns:a16="http://schemas.microsoft.com/office/drawing/2014/main" id="{8E184376-A7DF-4622-9C37-096DEF500094}"/>
              </a:ext>
            </a:extLst>
          </p:cNvPr>
          <p:cNvPicPr>
            <a:picLocks xmlns:a="http://schemas.openxmlformats.org/drawingml/2006/main" noChangeAspect="1"/>
          </p:cNvPicPr>
          <p:nvPr/>
        </p:nvPicPr>
        <p:blipFill>
          <a:blip xmlns:r="http://schemas.openxmlformats.org/officeDocument/2006/relationships" xmlns:a="http://schemas.openxmlformats.org/drawingml/2006/main" r:embed="Re6a0e1fa03bb4000"/>
          <a:stretch xmlns:a="http://schemas.openxmlformats.org/drawingml/2006/main"/>
        </p:blipFill>
        <p:spPr>
          <a:xfrm xmlns:a="http://schemas.openxmlformats.org/drawingml/2006/main">
            <a:off x="7115982" y="2028825"/>
            <a:ext cx="1808137" cy="3914775"/>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5BE30DEA-9FAF-47CE-8543-EC1139192859}"/>
              </a:ext>
            </a:extLst>
          </p:cNvPr>
          <p:cNvPicPr>
            <a:picLocks xmlns:a="http://schemas.openxmlformats.org/drawingml/2006/main" noChangeAspect="1"/>
          </p:cNvPicPr>
          <p:nvPr/>
        </p:nvPicPr>
        <p:blipFill>
          <a:blip xmlns:r="http://schemas.openxmlformats.org/officeDocument/2006/relationships" xmlns:a="http://schemas.openxmlformats.org/drawingml/2006/main" r:embed="Rd5a5e6bf7c3b4f75"/>
          <a:stretch xmlns:a="http://schemas.openxmlformats.org/drawingml/2006/main"/>
        </p:blipFill>
        <p:spPr>
          <a:xfrm xmlns:a="http://schemas.openxmlformats.org/drawingml/2006/main">
            <a:off x="9240057" y="2028825"/>
            <a:ext cx="1808137" cy="3914775"/>
          </a:xfrm>
          <a:prstGeom xmlns:a="http://schemas.openxmlformats.org/drawingml/2006/main" prst="rect">
            <a:avLst/>
          </a:prstGeom>
        </p:spPr>
      </p:pic>
      <p:sp>
        <p:nvSpPr>
          <p:cNvPr id="14" name="text-31">
            <a:extLst xmlns:a="http://schemas.openxmlformats.org/drawingml/2006/main">
              <a:ext uri="{FF2B5EF4-FFF2-40B4-BE49-F238E27FC236}">
                <a16:creationId xmlns:a16="http://schemas.microsoft.com/office/drawing/2014/main" id="{1BCA3340-9FD9-4273-8EE3-08384188D118}"/>
              </a:ext>
            </a:extLst>
          </p:cNvPr>
          <p:cNvSpPr>
            <a:spLocks xmlns:a="http://schemas.openxmlformats.org/drawingml/2006/main" noGrp="1"/>
          </p:cNvSpPr>
          <p:nvPr/>
        </p:nvSpPr>
        <p:spPr>
          <a:xfrm xmlns:a="http://schemas.openxmlformats.org/drawingml/2006/main">
            <a:off x="7143750" y="602932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75A"/>
                </a:solidFill>
                <a:latin typeface="Arial"/>
                <a:ea typeface="Arial"/>
                <a:cs typeface="Arial"/>
              </a:defRPr>
            </a:defPPr>
            <a:lvl1pPr>
              <a:defRPr sz="1125" b="0">
                <a:solidFill>
                  <a:srgbClr val="53675A"/>
                </a:solidFill>
                <a:latin typeface="Arial"/>
                <a:ea typeface="Arial"/>
                <a:cs typeface="Arial"/>
              </a:defRPr>
            </a:lvl1pPr>
            <a:lvl2pPr>
              <a:defRPr sz="1125" b="0">
                <a:solidFill>
                  <a:srgbClr val="53675A"/>
                </a:solidFill>
                <a:latin typeface="Arial"/>
                <a:ea typeface="Arial"/>
                <a:cs typeface="Arial"/>
              </a:defRPr>
            </a:lvl2pPr>
            <a:lvl3pPr>
              <a:defRPr sz="1125" b="0">
                <a:solidFill>
                  <a:srgbClr val="53675A"/>
                </a:solidFill>
                <a:latin typeface="Arial"/>
                <a:ea typeface="Arial"/>
                <a:cs typeface="Arial"/>
              </a:defRPr>
            </a:lvl3pPr>
            <a:lvl4pPr>
              <a:defRPr sz="1125" b="0">
                <a:solidFill>
                  <a:srgbClr val="53675A"/>
                </a:solidFill>
                <a:latin typeface="Arial"/>
                <a:ea typeface="Arial"/>
                <a:cs typeface="Arial"/>
              </a:defRPr>
            </a:lvl4pPr>
            <a:lvl5pPr>
              <a:defRPr sz="1125" b="0">
                <a:solidFill>
                  <a:srgbClr val="53675A"/>
                </a:solidFill>
                <a:latin typeface="Arial"/>
                <a:ea typeface="Arial"/>
                <a:cs typeface="Arial"/>
              </a:defRPr>
            </a:lvl5pPr>
            <a:lvl6pPr>
              <a:defRPr sz="1125" b="0">
                <a:solidFill>
                  <a:srgbClr val="53675A"/>
                </a:solidFill>
                <a:latin typeface="Arial"/>
                <a:ea typeface="Arial"/>
                <a:cs typeface="Arial"/>
              </a:defRPr>
            </a:lvl6pPr>
            <a:lvl7pPr>
              <a:defRPr sz="1125" b="0">
                <a:solidFill>
                  <a:srgbClr val="53675A"/>
                </a:solidFill>
                <a:latin typeface="Arial"/>
                <a:ea typeface="Arial"/>
                <a:cs typeface="Arial"/>
              </a:defRPr>
            </a:lvl7pPr>
            <a:lvl8pPr>
              <a:defRPr sz="1125" b="0">
                <a:solidFill>
                  <a:srgbClr val="53675A"/>
                </a:solidFill>
                <a:latin typeface="Arial"/>
                <a:ea typeface="Arial"/>
                <a:cs typeface="Arial"/>
              </a:defRPr>
            </a:lvl8pPr>
            <a:lvl9pPr>
              <a:defRPr sz="1125" b="0">
                <a:solidFill>
                  <a:srgbClr val="53675A"/>
                </a:solidFill>
                <a:latin typeface="Arial"/>
                <a:ea typeface="Arial"/>
                <a:cs typeface="Arial"/>
              </a:defRPr>
            </a:lvl9pPr>
          </a:lstStyle>
          <a:p xmlns:a="http://schemas.openxmlformats.org/drawingml/2006/main">
            <a:pPr>
              <a:defRPr sz="1125" b="0">
                <a:solidFill>
                  <a:srgbClr val="53675A"/>
                </a:solidFill>
                <a:latin typeface="Arial"/>
                <a:ea typeface="Arial"/>
                <a:cs typeface="Arial"/>
              </a:defRPr>
            </a:pPr>
            <a:r>
              <a:rPr sz="1125" b="0">
                <a:solidFill>
                  <a:srgbClr val="53675A"/>
                </a:solidFill>
                <a:latin typeface="Arial"/>
                <a:ea typeface="Arial"/>
                <a:cs typeface="Arial"/>
              </a:rPr>
              <a:t>Capturi din aplicație</a:t>
            </a:r>
          </a:p>
        </p:txBody>
      </p:sp>
    </p:spTree>
    <p:extLst>
      <p:ext uri="{BB962C8B-B14F-4D97-AF65-F5344CB8AC3E}">
        <p14:creationId xmlns:p14="http://schemas.microsoft.com/office/powerpoint/2010/main" val="326204575"/>
      </p:ext>
    </p:extLst>
  </p:cSld>
</p:sld>
</file>

<file path=ppt/slides/slide4.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1" name="text-32">
            <a:extLst xmlns:a="http://schemas.openxmlformats.org/drawingml/2006/main">
              <a:ext uri="{FF2B5EF4-FFF2-40B4-BE49-F238E27FC236}">
                <a16:creationId xmlns:a16="http://schemas.microsoft.com/office/drawing/2014/main" id="{DEF925D9-D036-46E4-BF45-2AAAC2F5C1FA}"/>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Ce arată datele despre clădiri</a:t>
            </a:r>
          </a:p>
        </p:txBody>
      </p:sp>
      <p:sp>
        <p:nvSpPr>
          <p:cNvPr id="2" name="text-33">
            <a:extLst xmlns:a="http://schemas.openxmlformats.org/drawingml/2006/main">
              <a:ext uri="{FF2B5EF4-FFF2-40B4-BE49-F238E27FC236}">
                <a16:creationId xmlns:a16="http://schemas.microsoft.com/office/drawing/2014/main" id="{447BA5FE-8866-42AC-8249-D90D92CB89B7}"/>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04</a:t>
            </a:r>
          </a:p>
        </p:txBody>
      </p:sp>
      <p:sp>
        <p:nvSpPr>
          <p:cNvPr id="3" name="text-34">
            <a:extLst xmlns:a="http://schemas.openxmlformats.org/drawingml/2006/main">
              <a:ext uri="{FF2B5EF4-FFF2-40B4-BE49-F238E27FC236}">
                <a16:creationId xmlns:a16="http://schemas.microsoft.com/office/drawing/2014/main" id="{38B2146E-5323-4265-9405-69895D3C24A4}"/>
              </a:ext>
            </a:extLst>
          </p:cNvPr>
          <p:cNvSpPr>
            <a:spLocks xmlns:a="http://schemas.openxmlformats.org/drawingml/2006/main" noGrp="1"/>
          </p:cNvSpPr>
          <p:nvPr/>
        </p:nvSpPr>
        <p:spPr>
          <a:xfrm xmlns:a="http://schemas.openxmlformats.org/drawingml/2006/main">
            <a:off x="647700" y="15144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Instantaneul OSM analizat: Constanța, Mamaia și Palazu Mare</a:t>
            </a:r>
          </a:p>
        </p:txBody>
      </p:sp>
      <p:sp>
        <p:nvSpPr>
          <p:cNvPr id="4" name="text-35">
            <a:extLst xmlns:a="http://schemas.openxmlformats.org/drawingml/2006/main">
              <a:ext uri="{FF2B5EF4-FFF2-40B4-BE49-F238E27FC236}">
                <a16:creationId xmlns:a16="http://schemas.microsoft.com/office/drawing/2014/main" id="{961A5EC2-5EA6-4BFD-B10D-DD0360D74FDC}"/>
              </a:ext>
            </a:extLst>
          </p:cNvPr>
          <p:cNvSpPr>
            <a:spLocks xmlns:a="http://schemas.openxmlformats.org/drawingml/2006/main" noGrp="1"/>
          </p:cNvSpPr>
          <p:nvPr/>
        </p:nvSpPr>
        <p:spPr>
          <a:xfrm xmlns:a="http://schemas.openxmlformats.org/drawingml/2006/main">
            <a:off x="590550" y="2428875"/>
            <a:ext cx="5619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175" b="1">
                <a:solidFill>
                  <a:srgbClr val="00734B"/>
                </a:solidFill>
                <a:latin typeface="Arial"/>
                <a:ea typeface="Arial"/>
                <a:cs typeface="Arial"/>
              </a:defRPr>
            </a:defPPr>
            <a:lvl1pPr>
              <a:defRPr sz="8175" b="1">
                <a:solidFill>
                  <a:srgbClr val="00734B"/>
                </a:solidFill>
                <a:latin typeface="Arial"/>
                <a:ea typeface="Arial"/>
                <a:cs typeface="Arial"/>
              </a:defRPr>
            </a:lvl1pPr>
            <a:lvl2pPr>
              <a:defRPr sz="8175" b="1">
                <a:solidFill>
                  <a:srgbClr val="00734B"/>
                </a:solidFill>
                <a:latin typeface="Arial"/>
                <a:ea typeface="Arial"/>
                <a:cs typeface="Arial"/>
              </a:defRPr>
            </a:lvl2pPr>
            <a:lvl3pPr>
              <a:defRPr sz="8175" b="1">
                <a:solidFill>
                  <a:srgbClr val="00734B"/>
                </a:solidFill>
                <a:latin typeface="Arial"/>
                <a:ea typeface="Arial"/>
                <a:cs typeface="Arial"/>
              </a:defRPr>
            </a:lvl3pPr>
            <a:lvl4pPr>
              <a:defRPr sz="8175" b="1">
                <a:solidFill>
                  <a:srgbClr val="00734B"/>
                </a:solidFill>
                <a:latin typeface="Arial"/>
                <a:ea typeface="Arial"/>
                <a:cs typeface="Arial"/>
              </a:defRPr>
            </a:lvl4pPr>
            <a:lvl5pPr>
              <a:defRPr sz="8175" b="1">
                <a:solidFill>
                  <a:srgbClr val="00734B"/>
                </a:solidFill>
                <a:latin typeface="Arial"/>
                <a:ea typeface="Arial"/>
                <a:cs typeface="Arial"/>
              </a:defRPr>
            </a:lvl5pPr>
            <a:lvl6pPr>
              <a:defRPr sz="8175" b="1">
                <a:solidFill>
                  <a:srgbClr val="00734B"/>
                </a:solidFill>
                <a:latin typeface="Arial"/>
                <a:ea typeface="Arial"/>
                <a:cs typeface="Arial"/>
              </a:defRPr>
            </a:lvl6pPr>
            <a:lvl7pPr>
              <a:defRPr sz="8175" b="1">
                <a:solidFill>
                  <a:srgbClr val="00734B"/>
                </a:solidFill>
                <a:latin typeface="Arial"/>
                <a:ea typeface="Arial"/>
                <a:cs typeface="Arial"/>
              </a:defRPr>
            </a:lvl7pPr>
            <a:lvl8pPr>
              <a:defRPr sz="8175" b="1">
                <a:solidFill>
                  <a:srgbClr val="00734B"/>
                </a:solidFill>
                <a:latin typeface="Arial"/>
                <a:ea typeface="Arial"/>
                <a:cs typeface="Arial"/>
              </a:defRPr>
            </a:lvl8pPr>
            <a:lvl9pPr>
              <a:defRPr sz="8175" b="1">
                <a:solidFill>
                  <a:srgbClr val="00734B"/>
                </a:solidFill>
                <a:latin typeface="Arial"/>
                <a:ea typeface="Arial"/>
                <a:cs typeface="Arial"/>
              </a:defRPr>
            </a:lvl9pPr>
          </a:lstStyle>
          <a:p xmlns:a="http://schemas.openxmlformats.org/drawingml/2006/main">
            <a:pPr>
              <a:defRPr sz="8175" b="1">
                <a:solidFill>
                  <a:srgbClr val="00734B"/>
                </a:solidFill>
                <a:latin typeface="Arial"/>
                <a:ea typeface="Arial"/>
                <a:cs typeface="Arial"/>
              </a:defRPr>
            </a:pPr>
            <a:r>
              <a:rPr sz="8175" b="1">
                <a:solidFill>
                  <a:srgbClr val="00734B"/>
                </a:solidFill>
                <a:latin typeface="Arial"/>
                <a:ea typeface="Arial"/>
                <a:cs typeface="Arial"/>
              </a:rPr>
              <a:t>87,8%</a:t>
            </a:r>
          </a:p>
        </p:txBody>
      </p:sp>
      <p:sp>
        <p:nvSpPr>
          <p:cNvPr id="5" name="text-36">
            <a:extLst xmlns:a="http://schemas.openxmlformats.org/drawingml/2006/main">
              <a:ext uri="{FF2B5EF4-FFF2-40B4-BE49-F238E27FC236}">
                <a16:creationId xmlns:a16="http://schemas.microsoft.com/office/drawing/2014/main" id="{8436370B-DEC5-4650-AE26-C1011B3BB72D}"/>
              </a:ext>
            </a:extLst>
          </p:cNvPr>
          <p:cNvSpPr>
            <a:spLocks xmlns:a="http://schemas.openxmlformats.org/drawingml/2006/main" noGrp="1"/>
          </p:cNvSpPr>
          <p:nvPr/>
        </p:nvSpPr>
        <p:spPr>
          <a:xfrm xmlns:a="http://schemas.openxmlformats.org/drawingml/2006/main">
            <a:off x="666750" y="38766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83427"/>
                </a:solidFill>
                <a:latin typeface="Arial"/>
                <a:ea typeface="Arial"/>
                <a:cs typeface="Arial"/>
              </a:defRPr>
            </a:defPPr>
            <a:lvl1pPr>
              <a:defRPr sz="2175" b="1">
                <a:solidFill>
                  <a:srgbClr val="183427"/>
                </a:solidFill>
                <a:latin typeface="Arial"/>
                <a:ea typeface="Arial"/>
                <a:cs typeface="Arial"/>
              </a:defRPr>
            </a:lvl1pPr>
            <a:lvl2pPr>
              <a:defRPr sz="2175" b="1">
                <a:solidFill>
                  <a:srgbClr val="183427"/>
                </a:solidFill>
                <a:latin typeface="Arial"/>
                <a:ea typeface="Arial"/>
                <a:cs typeface="Arial"/>
              </a:defRPr>
            </a:lvl2pPr>
            <a:lvl3pPr>
              <a:defRPr sz="2175" b="1">
                <a:solidFill>
                  <a:srgbClr val="183427"/>
                </a:solidFill>
                <a:latin typeface="Arial"/>
                <a:ea typeface="Arial"/>
                <a:cs typeface="Arial"/>
              </a:defRPr>
            </a:lvl3pPr>
            <a:lvl4pPr>
              <a:defRPr sz="2175" b="1">
                <a:solidFill>
                  <a:srgbClr val="183427"/>
                </a:solidFill>
                <a:latin typeface="Arial"/>
                <a:ea typeface="Arial"/>
                <a:cs typeface="Arial"/>
              </a:defRPr>
            </a:lvl4pPr>
            <a:lvl5pPr>
              <a:defRPr sz="2175" b="1">
                <a:solidFill>
                  <a:srgbClr val="183427"/>
                </a:solidFill>
                <a:latin typeface="Arial"/>
                <a:ea typeface="Arial"/>
                <a:cs typeface="Arial"/>
              </a:defRPr>
            </a:lvl5pPr>
            <a:lvl6pPr>
              <a:defRPr sz="2175" b="1">
                <a:solidFill>
                  <a:srgbClr val="183427"/>
                </a:solidFill>
                <a:latin typeface="Arial"/>
                <a:ea typeface="Arial"/>
                <a:cs typeface="Arial"/>
              </a:defRPr>
            </a:lvl6pPr>
            <a:lvl7pPr>
              <a:defRPr sz="2175" b="1">
                <a:solidFill>
                  <a:srgbClr val="183427"/>
                </a:solidFill>
                <a:latin typeface="Arial"/>
                <a:ea typeface="Arial"/>
                <a:cs typeface="Arial"/>
              </a:defRPr>
            </a:lvl7pPr>
            <a:lvl8pPr>
              <a:defRPr sz="2175" b="1">
                <a:solidFill>
                  <a:srgbClr val="183427"/>
                </a:solidFill>
                <a:latin typeface="Arial"/>
                <a:ea typeface="Arial"/>
                <a:cs typeface="Arial"/>
              </a:defRPr>
            </a:lvl8pPr>
            <a:lvl9pPr>
              <a:defRPr sz="2175" b="1">
                <a:solidFill>
                  <a:srgbClr val="183427"/>
                </a:solidFill>
                <a:latin typeface="Arial"/>
                <a:ea typeface="Arial"/>
                <a:cs typeface="Arial"/>
              </a:defRPr>
            </a:lvl9pPr>
          </a:lstStyle>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din 51.428 de clădiri nu au</a:t>
            </a:r>
          </a:p>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înălțime sau număr de etaje.</a:t>
            </a:r>
          </a:p>
        </p:txBody>
      </p:sp>
      <p:sp>
        <p:nvSpPr>
          <p:cNvPr id="6" name="shape-37">
            <a:extLst xmlns:a="http://schemas.openxmlformats.org/drawingml/2006/main">
              <a:ext uri="{FF2B5EF4-FFF2-40B4-BE49-F238E27FC236}">
                <a16:creationId xmlns:a16="http://schemas.microsoft.com/office/drawing/2014/main" id="{E62FFF72-F8D3-4B57-B14C-496984DF8DA2}"/>
              </a:ext>
            </a:extLst>
          </p:cNvPr>
          <p:cNvSpPr>
            <a:spLocks xmlns:a="http://schemas.openxmlformats.org/drawingml/2006/main" noGrp="1"/>
          </p:cNvSpPr>
          <p:nvPr/>
        </p:nvSpPr>
        <p:spPr>
          <a:xfrm xmlns:a="http://schemas.openxmlformats.org/drawingml/2006/main" rot="0">
            <a:off x="6791325" y="2447925"/>
            <a:ext cx="19050" cy="2762250"/>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7" name="text-38">
            <a:extLst xmlns:a="http://schemas.openxmlformats.org/drawingml/2006/main">
              <a:ext uri="{FF2B5EF4-FFF2-40B4-BE49-F238E27FC236}">
                <a16:creationId xmlns:a16="http://schemas.microsoft.com/office/drawing/2014/main" id="{2BF73075-078C-44BA-9A73-8BE0E2A0FC60}"/>
              </a:ext>
            </a:extLst>
          </p:cNvPr>
          <p:cNvSpPr>
            <a:spLocks xmlns:a="http://schemas.openxmlformats.org/drawingml/2006/main" noGrp="1"/>
          </p:cNvSpPr>
          <p:nvPr/>
        </p:nvSpPr>
        <p:spPr>
          <a:xfrm xmlns:a="http://schemas.openxmlformats.org/drawingml/2006/main">
            <a:off x="7286625" y="24384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83427"/>
                </a:solidFill>
                <a:latin typeface="Arial"/>
                <a:ea typeface="Arial"/>
                <a:cs typeface="Arial"/>
              </a:defRPr>
            </a:defPPr>
            <a:lvl1pPr>
              <a:defRPr sz="2175" b="1">
                <a:solidFill>
                  <a:srgbClr val="183427"/>
                </a:solidFill>
                <a:latin typeface="Arial"/>
                <a:ea typeface="Arial"/>
                <a:cs typeface="Arial"/>
              </a:defRPr>
            </a:lvl1pPr>
            <a:lvl2pPr>
              <a:defRPr sz="2175" b="1">
                <a:solidFill>
                  <a:srgbClr val="183427"/>
                </a:solidFill>
                <a:latin typeface="Arial"/>
                <a:ea typeface="Arial"/>
                <a:cs typeface="Arial"/>
              </a:defRPr>
            </a:lvl2pPr>
            <a:lvl3pPr>
              <a:defRPr sz="2175" b="1">
                <a:solidFill>
                  <a:srgbClr val="183427"/>
                </a:solidFill>
                <a:latin typeface="Arial"/>
                <a:ea typeface="Arial"/>
                <a:cs typeface="Arial"/>
              </a:defRPr>
            </a:lvl3pPr>
            <a:lvl4pPr>
              <a:defRPr sz="2175" b="1">
                <a:solidFill>
                  <a:srgbClr val="183427"/>
                </a:solidFill>
                <a:latin typeface="Arial"/>
                <a:ea typeface="Arial"/>
                <a:cs typeface="Arial"/>
              </a:defRPr>
            </a:lvl4pPr>
            <a:lvl5pPr>
              <a:defRPr sz="2175" b="1">
                <a:solidFill>
                  <a:srgbClr val="183427"/>
                </a:solidFill>
                <a:latin typeface="Arial"/>
                <a:ea typeface="Arial"/>
                <a:cs typeface="Arial"/>
              </a:defRPr>
            </a:lvl5pPr>
            <a:lvl6pPr>
              <a:defRPr sz="2175" b="1">
                <a:solidFill>
                  <a:srgbClr val="183427"/>
                </a:solidFill>
                <a:latin typeface="Arial"/>
                <a:ea typeface="Arial"/>
                <a:cs typeface="Arial"/>
              </a:defRPr>
            </a:lvl6pPr>
            <a:lvl7pPr>
              <a:defRPr sz="2175" b="1">
                <a:solidFill>
                  <a:srgbClr val="183427"/>
                </a:solidFill>
                <a:latin typeface="Arial"/>
                <a:ea typeface="Arial"/>
                <a:cs typeface="Arial"/>
              </a:defRPr>
            </a:lvl7pPr>
            <a:lvl8pPr>
              <a:defRPr sz="2175" b="1">
                <a:solidFill>
                  <a:srgbClr val="183427"/>
                </a:solidFill>
                <a:latin typeface="Arial"/>
                <a:ea typeface="Arial"/>
                <a:cs typeface="Arial"/>
              </a:defRPr>
            </a:lvl8pPr>
            <a:lvl9pPr>
              <a:defRPr sz="2175" b="1">
                <a:solidFill>
                  <a:srgbClr val="183427"/>
                </a:solidFill>
                <a:latin typeface="Arial"/>
                <a:ea typeface="Arial"/>
                <a:cs typeface="Arial"/>
              </a:defRPr>
            </a:lvl9pPr>
          </a:lstStyle>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Comparația GBA – OSM</a:t>
            </a:r>
          </a:p>
        </p:txBody>
      </p:sp>
      <p:sp>
        <p:nvSpPr>
          <p:cNvPr id="8" name="text-39">
            <a:extLst xmlns:a="http://schemas.openxmlformats.org/drawingml/2006/main">
              <a:ext uri="{FF2B5EF4-FFF2-40B4-BE49-F238E27FC236}">
                <a16:creationId xmlns:a16="http://schemas.microsoft.com/office/drawing/2014/main" id="{28ECED78-D826-4568-898B-CCE8E3878F54}"/>
              </a:ext>
            </a:extLst>
          </p:cNvPr>
          <p:cNvSpPr>
            <a:spLocks xmlns:a="http://schemas.openxmlformats.org/drawingml/2006/main" noGrp="1"/>
          </p:cNvSpPr>
          <p:nvPr/>
        </p:nvSpPr>
        <p:spPr>
          <a:xfrm xmlns:a="http://schemas.openxmlformats.org/drawingml/2006/main">
            <a:off x="7219950" y="3124200"/>
            <a:ext cx="4095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350" b="1">
                <a:solidFill>
                  <a:srgbClr val="00734B"/>
                </a:solidFill>
                <a:latin typeface="Arial"/>
                <a:ea typeface="Arial"/>
                <a:cs typeface="Arial"/>
              </a:defRPr>
            </a:defPPr>
            <a:lvl1pPr>
              <a:defRPr sz="4350" b="1">
                <a:solidFill>
                  <a:srgbClr val="00734B"/>
                </a:solidFill>
                <a:latin typeface="Arial"/>
                <a:ea typeface="Arial"/>
                <a:cs typeface="Arial"/>
              </a:defRPr>
            </a:lvl1pPr>
            <a:lvl2pPr>
              <a:defRPr sz="4350" b="1">
                <a:solidFill>
                  <a:srgbClr val="00734B"/>
                </a:solidFill>
                <a:latin typeface="Arial"/>
                <a:ea typeface="Arial"/>
                <a:cs typeface="Arial"/>
              </a:defRPr>
            </a:lvl2pPr>
            <a:lvl3pPr>
              <a:defRPr sz="4350" b="1">
                <a:solidFill>
                  <a:srgbClr val="00734B"/>
                </a:solidFill>
                <a:latin typeface="Arial"/>
                <a:ea typeface="Arial"/>
                <a:cs typeface="Arial"/>
              </a:defRPr>
            </a:lvl3pPr>
            <a:lvl4pPr>
              <a:defRPr sz="4350" b="1">
                <a:solidFill>
                  <a:srgbClr val="00734B"/>
                </a:solidFill>
                <a:latin typeface="Arial"/>
                <a:ea typeface="Arial"/>
                <a:cs typeface="Arial"/>
              </a:defRPr>
            </a:lvl4pPr>
            <a:lvl5pPr>
              <a:defRPr sz="4350" b="1">
                <a:solidFill>
                  <a:srgbClr val="00734B"/>
                </a:solidFill>
                <a:latin typeface="Arial"/>
                <a:ea typeface="Arial"/>
                <a:cs typeface="Arial"/>
              </a:defRPr>
            </a:lvl5pPr>
            <a:lvl6pPr>
              <a:defRPr sz="4350" b="1">
                <a:solidFill>
                  <a:srgbClr val="00734B"/>
                </a:solidFill>
                <a:latin typeface="Arial"/>
                <a:ea typeface="Arial"/>
                <a:cs typeface="Arial"/>
              </a:defRPr>
            </a:lvl6pPr>
            <a:lvl7pPr>
              <a:defRPr sz="4350" b="1">
                <a:solidFill>
                  <a:srgbClr val="00734B"/>
                </a:solidFill>
                <a:latin typeface="Arial"/>
                <a:ea typeface="Arial"/>
                <a:cs typeface="Arial"/>
              </a:defRPr>
            </a:lvl7pPr>
            <a:lvl8pPr>
              <a:defRPr sz="4350" b="1">
                <a:solidFill>
                  <a:srgbClr val="00734B"/>
                </a:solidFill>
                <a:latin typeface="Arial"/>
                <a:ea typeface="Arial"/>
                <a:cs typeface="Arial"/>
              </a:defRPr>
            </a:lvl8pPr>
            <a:lvl9pPr>
              <a:defRPr sz="4350" b="1">
                <a:solidFill>
                  <a:srgbClr val="00734B"/>
                </a:solidFill>
                <a:latin typeface="Arial"/>
                <a:ea typeface="Arial"/>
                <a:cs typeface="Arial"/>
              </a:defRPr>
            </a:lvl9pPr>
          </a:lstStyle>
          <a:p xmlns:a="http://schemas.openxmlformats.org/drawingml/2006/main">
            <a:pPr>
              <a:defRPr sz="4350" b="1">
                <a:solidFill>
                  <a:srgbClr val="00734B"/>
                </a:solidFill>
                <a:latin typeface="Arial"/>
                <a:ea typeface="Arial"/>
                <a:cs typeface="Arial"/>
              </a:defRPr>
            </a:pPr>
            <a:r>
              <a:rPr sz="4350" b="1">
                <a:solidFill>
                  <a:srgbClr val="00734B"/>
                </a:solidFill>
                <a:latin typeface="Arial"/>
                <a:ea typeface="Arial"/>
                <a:cs typeface="Arial"/>
              </a:rPr>
              <a:t>−15,7 m</a:t>
            </a:r>
          </a:p>
        </p:txBody>
      </p:sp>
      <p:sp>
        <p:nvSpPr>
          <p:cNvPr id="9" name="text-40">
            <a:extLst xmlns:a="http://schemas.openxmlformats.org/drawingml/2006/main">
              <a:ext uri="{FF2B5EF4-FFF2-40B4-BE49-F238E27FC236}">
                <a16:creationId xmlns:a16="http://schemas.microsoft.com/office/drawing/2014/main" id="{BAEC528E-3795-4515-8B8B-71D5E785D129}"/>
              </a:ext>
            </a:extLst>
          </p:cNvPr>
          <p:cNvSpPr>
            <a:spLocks xmlns:a="http://schemas.openxmlformats.org/drawingml/2006/main" noGrp="1"/>
          </p:cNvSpPr>
          <p:nvPr/>
        </p:nvSpPr>
        <p:spPr>
          <a:xfrm xmlns:a="http://schemas.openxmlformats.org/drawingml/2006/main">
            <a:off x="7286625" y="4076700"/>
            <a:ext cx="4152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Diferența medie pentru cele 10 clădiri</a:t>
            </a:r>
          </a:p>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înălțimea OSM între 20 și 40 m.</a:t>
            </a:r>
          </a:p>
        </p:txBody>
      </p:sp>
      <p:sp>
        <p:nvSpPr>
          <p:cNvPr id="10" name="text-41">
            <a:extLst xmlns:a="http://schemas.openxmlformats.org/drawingml/2006/main">
              <a:ext uri="{FF2B5EF4-FFF2-40B4-BE49-F238E27FC236}">
                <a16:creationId xmlns:a16="http://schemas.microsoft.com/office/drawing/2014/main" id="{7DA89828-03ED-45CE-B171-2315FD19577D}"/>
              </a:ext>
            </a:extLst>
          </p:cNvPr>
          <p:cNvSpPr>
            <a:spLocks xmlns:a="http://schemas.openxmlformats.org/drawingml/2006/main" noGrp="1"/>
          </p:cNvSpPr>
          <p:nvPr/>
        </p:nvSpPr>
        <p:spPr>
          <a:xfrm xmlns:a="http://schemas.openxmlformats.org/drawingml/2006/main">
            <a:off x="66675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Valorile compară două baze de date; OSM este referința acestei analize.</a:t>
            </a:r>
          </a:p>
        </p:txBody>
      </p:sp>
    </p:spTree>
    <p:extLst>
      <p:ext uri="{BB962C8B-B14F-4D97-AF65-F5344CB8AC3E}">
        <p14:creationId xmlns:p14="http://schemas.microsoft.com/office/powerpoint/2010/main" val="614452314"/>
      </p:ext>
    </p:extLst>
  </p:cSld>
</p:sld>
</file>

<file path=ppt/slides/slide5.xml><?xml version="1.0" encoding="utf-8"?>
<p:sld xmlns:p="http://schemas.openxmlformats.org/presentationml/2006/main">
  <p:cSld>
    <p:bg>
      <p:bgPr>
        <a:solidFill xmlns:a="http://schemas.openxmlformats.org/drawingml/2006/main">
          <a:srgbClr val="DFE9D9"/>
        </a:solidFill>
      </p:bgPr>
    </p:bg>
    <p:spTree>
      <p:nvGrpSpPr>
        <p:cNvPr id="1" name=""/>
        <p:cNvGrpSpPr/>
        <p:nvPr/>
      </p:nvGrpSpPr>
      <p:grpSpPr>
        <a:xfrm xmlns:a="http://schemas.openxmlformats.org/drawingml/2006/main"/>
      </p:grpSpPr>
      <p:sp>
        <p:nvSpPr>
          <p:cNvPr id="17" name="text-42">
            <a:extLst xmlns:a="http://schemas.openxmlformats.org/drawingml/2006/main">
              <a:ext uri="{FF2B5EF4-FFF2-40B4-BE49-F238E27FC236}">
                <a16:creationId xmlns:a16="http://schemas.microsoft.com/office/drawing/2014/main" id="{9C08FF71-CBFF-4FCB-B35C-0CA4B1C6E0DC}"/>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Măsurarea înălțimii din umbră</a:t>
            </a:r>
          </a:p>
        </p:txBody>
      </p:sp>
      <p:sp>
        <p:nvSpPr>
          <p:cNvPr id="2" name="text-43">
            <a:extLst xmlns:a="http://schemas.openxmlformats.org/drawingml/2006/main">
              <a:ext uri="{FF2B5EF4-FFF2-40B4-BE49-F238E27FC236}">
                <a16:creationId xmlns:a16="http://schemas.microsoft.com/office/drawing/2014/main" id="{271C5AF3-9A5D-4FF1-A4F5-82D05E2C2A64}"/>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05</a:t>
            </a:r>
          </a:p>
        </p:txBody>
      </p:sp>
      <p:sp>
        <p:nvSpPr>
          <p:cNvPr id="3" name="shape-44">
            <a:extLst xmlns:a="http://schemas.openxmlformats.org/drawingml/2006/main">
              <a:ext uri="{FF2B5EF4-FFF2-40B4-BE49-F238E27FC236}">
                <a16:creationId xmlns:a16="http://schemas.microsoft.com/office/drawing/2014/main" id="{1BF04544-4714-48AF-B097-93D1D19E38C6}"/>
              </a:ext>
            </a:extLst>
          </p:cNvPr>
          <p:cNvSpPr>
            <a:spLocks xmlns:a="http://schemas.openxmlformats.org/drawingml/2006/main" noGrp="1"/>
          </p:cNvSpPr>
          <p:nvPr/>
        </p:nvSpPr>
        <p:spPr>
          <a:xfrm xmlns:a="http://schemas.openxmlformats.org/drawingml/2006/main" rot="0">
            <a:off x="1209675" y="2400300"/>
            <a:ext cx="1047750" cy="2181225"/>
          </a:xfrm>
          <a:prstGeom xmlns:a="http://schemas.openxmlformats.org/drawingml/2006/main" prst="rect">
            <a:avLst/>
          </a:prstGeom>
          <a:solidFill xmlns:a="http://schemas.openxmlformats.org/drawingml/2006/main">
            <a:srgbClr val="FAF8F1"/>
          </a:solidFill>
          <a:ln xmlns:a="http://schemas.openxmlformats.org/drawingml/2006/main" w="28575">
            <a:solidFill>
              <a:srgbClr val="143B2C"/>
            </a:solidFill>
            <a:prstDash val="solid"/>
          </a:ln>
        </p:spPr>
      </p:sp>
      <p:sp>
        <p:nvSpPr>
          <p:cNvPr id="4" name="shape-45">
            <a:extLst xmlns:a="http://schemas.openxmlformats.org/drawingml/2006/main">
              <a:ext uri="{FF2B5EF4-FFF2-40B4-BE49-F238E27FC236}">
                <a16:creationId xmlns:a16="http://schemas.microsoft.com/office/drawing/2014/main" id="{2E650C01-A0F1-4B7B-8FC1-DC4D0F6B5BD8}"/>
              </a:ext>
            </a:extLst>
          </p:cNvPr>
          <p:cNvSpPr>
            <a:spLocks xmlns:a="http://schemas.openxmlformats.org/drawingml/2006/main" noGrp="1"/>
          </p:cNvSpPr>
          <p:nvPr/>
        </p:nvSpPr>
        <p:spPr>
          <a:xfrm xmlns:a="http://schemas.openxmlformats.org/drawingml/2006/main" rot="0">
            <a:off x="714375" y="4586288"/>
            <a:ext cx="5467350" cy="28575"/>
          </a:xfrm>
          <a:prstGeom xmlns:a="http://schemas.openxmlformats.org/drawingml/2006/main" prst="rect">
            <a:avLst/>
          </a:prstGeom>
          <a:solidFill xmlns:a="http://schemas.openxmlformats.org/drawingml/2006/main">
            <a:srgbClr val="53675A"/>
          </a:solidFill>
          <a:ln xmlns:a="http://schemas.openxmlformats.org/drawingml/2006/main" w="0">
            <a:noFill/>
            <a:prstDash val="solid"/>
          </a:ln>
        </p:spPr>
      </p:sp>
      <p:sp>
        <p:nvSpPr>
          <p:cNvPr id="5" name="shape-46">
            <a:extLst xmlns:a="http://schemas.openxmlformats.org/drawingml/2006/main">
              <a:ext uri="{FF2B5EF4-FFF2-40B4-BE49-F238E27FC236}">
                <a16:creationId xmlns:a16="http://schemas.microsoft.com/office/drawing/2014/main" id="{33994427-31DA-46B4-8ED6-90DDE3CB7C41}"/>
              </a:ext>
            </a:extLst>
          </p:cNvPr>
          <p:cNvSpPr>
            <a:spLocks xmlns:a="http://schemas.openxmlformats.org/drawingml/2006/main" noGrp="1"/>
          </p:cNvSpPr>
          <p:nvPr/>
        </p:nvSpPr>
        <p:spPr>
          <a:xfrm xmlns:a="http://schemas.openxmlformats.org/drawingml/2006/main" rot="1896450">
            <a:off x="1127513" y="3248025"/>
            <a:ext cx="5088749" cy="38100"/>
          </a:xfrm>
          <a:prstGeom xmlns:a="http://schemas.openxmlformats.org/drawingml/2006/main" prst="rect">
            <a:avLst/>
          </a:prstGeom>
          <a:solidFill xmlns:a="http://schemas.openxmlformats.org/drawingml/2006/main">
            <a:srgbClr val="143B2C"/>
          </a:solidFill>
          <a:ln xmlns:a="http://schemas.openxmlformats.org/drawingml/2006/main" w="0">
            <a:noFill/>
            <a:prstDash val="solid"/>
          </a:ln>
        </p:spPr>
      </p:sp>
      <p:sp>
        <p:nvSpPr>
          <p:cNvPr id="6" name="shape-47">
            <a:extLst xmlns:a="http://schemas.openxmlformats.org/drawingml/2006/main">
              <a:ext uri="{FF2B5EF4-FFF2-40B4-BE49-F238E27FC236}">
                <a16:creationId xmlns:a16="http://schemas.microsoft.com/office/drawing/2014/main" id="{867E8033-DE40-47A6-A6D1-4FC89207997D}"/>
              </a:ext>
            </a:extLst>
          </p:cNvPr>
          <p:cNvSpPr>
            <a:spLocks xmlns:a="http://schemas.openxmlformats.org/drawingml/2006/main" noGrp="1"/>
          </p:cNvSpPr>
          <p:nvPr/>
        </p:nvSpPr>
        <p:spPr>
          <a:xfrm xmlns:a="http://schemas.openxmlformats.org/drawingml/2006/main" rot="0">
            <a:off x="2257425" y="4600575"/>
            <a:ext cx="3581400" cy="1143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7" name="shape-48">
            <a:extLst xmlns:a="http://schemas.openxmlformats.org/drawingml/2006/main">
              <a:ext uri="{FF2B5EF4-FFF2-40B4-BE49-F238E27FC236}">
                <a16:creationId xmlns:a16="http://schemas.microsoft.com/office/drawing/2014/main" id="{91BD49DD-4A88-4BC6-8729-A46D70C85BCE}"/>
              </a:ext>
            </a:extLst>
          </p:cNvPr>
          <p:cNvSpPr>
            <a:spLocks xmlns:a="http://schemas.openxmlformats.org/drawingml/2006/main" noGrp="1"/>
          </p:cNvSpPr>
          <p:nvPr/>
        </p:nvSpPr>
        <p:spPr>
          <a:xfrm xmlns:a="http://schemas.openxmlformats.org/drawingml/2006/main" rot="5400000">
            <a:off x="-128587" y="3481388"/>
            <a:ext cx="2181225" cy="1905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8" name="text-49">
            <a:extLst xmlns:a="http://schemas.openxmlformats.org/drawingml/2006/main">
              <a:ext uri="{FF2B5EF4-FFF2-40B4-BE49-F238E27FC236}">
                <a16:creationId xmlns:a16="http://schemas.microsoft.com/office/drawing/2014/main" id="{BAA3E37C-A3DB-4E47-AE67-C342CAA00C6B}"/>
              </a:ext>
            </a:extLst>
          </p:cNvPr>
          <p:cNvSpPr>
            <a:spLocks xmlns:a="http://schemas.openxmlformats.org/drawingml/2006/main" noGrp="1"/>
          </p:cNvSpPr>
          <p:nvPr/>
        </p:nvSpPr>
        <p:spPr>
          <a:xfrm xmlns:a="http://schemas.openxmlformats.org/drawingml/2006/main">
            <a:off x="619125" y="3381375"/>
            <a:ext cx="36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00734B"/>
                </a:solidFill>
                <a:latin typeface="Arial"/>
                <a:ea typeface="Arial"/>
                <a:cs typeface="Arial"/>
              </a:defRPr>
            </a:defPPr>
            <a:lvl1pPr>
              <a:defRPr sz="2775" b="1">
                <a:solidFill>
                  <a:srgbClr val="00734B"/>
                </a:solidFill>
                <a:latin typeface="Arial"/>
                <a:ea typeface="Arial"/>
                <a:cs typeface="Arial"/>
              </a:defRPr>
            </a:lvl1pPr>
            <a:lvl2pPr>
              <a:defRPr sz="2775" b="1">
                <a:solidFill>
                  <a:srgbClr val="00734B"/>
                </a:solidFill>
                <a:latin typeface="Arial"/>
                <a:ea typeface="Arial"/>
                <a:cs typeface="Arial"/>
              </a:defRPr>
            </a:lvl2pPr>
            <a:lvl3pPr>
              <a:defRPr sz="2775" b="1">
                <a:solidFill>
                  <a:srgbClr val="00734B"/>
                </a:solidFill>
                <a:latin typeface="Arial"/>
                <a:ea typeface="Arial"/>
                <a:cs typeface="Arial"/>
              </a:defRPr>
            </a:lvl3pPr>
            <a:lvl4pPr>
              <a:defRPr sz="2775" b="1">
                <a:solidFill>
                  <a:srgbClr val="00734B"/>
                </a:solidFill>
                <a:latin typeface="Arial"/>
                <a:ea typeface="Arial"/>
                <a:cs typeface="Arial"/>
              </a:defRPr>
            </a:lvl4pPr>
            <a:lvl5pPr>
              <a:defRPr sz="2775" b="1">
                <a:solidFill>
                  <a:srgbClr val="00734B"/>
                </a:solidFill>
                <a:latin typeface="Arial"/>
                <a:ea typeface="Arial"/>
                <a:cs typeface="Arial"/>
              </a:defRPr>
            </a:lvl5pPr>
            <a:lvl6pPr>
              <a:defRPr sz="2775" b="1">
                <a:solidFill>
                  <a:srgbClr val="00734B"/>
                </a:solidFill>
                <a:latin typeface="Arial"/>
                <a:ea typeface="Arial"/>
                <a:cs typeface="Arial"/>
              </a:defRPr>
            </a:lvl6pPr>
            <a:lvl7pPr>
              <a:defRPr sz="2775" b="1">
                <a:solidFill>
                  <a:srgbClr val="00734B"/>
                </a:solidFill>
                <a:latin typeface="Arial"/>
                <a:ea typeface="Arial"/>
                <a:cs typeface="Arial"/>
              </a:defRPr>
            </a:lvl7pPr>
            <a:lvl8pPr>
              <a:defRPr sz="2775" b="1">
                <a:solidFill>
                  <a:srgbClr val="00734B"/>
                </a:solidFill>
                <a:latin typeface="Arial"/>
                <a:ea typeface="Arial"/>
                <a:cs typeface="Arial"/>
              </a:defRPr>
            </a:lvl8pPr>
            <a:lvl9pPr>
              <a:defRPr sz="2775" b="1">
                <a:solidFill>
                  <a:srgbClr val="00734B"/>
                </a:solidFill>
                <a:latin typeface="Arial"/>
                <a:ea typeface="Arial"/>
                <a:cs typeface="Arial"/>
              </a:defRPr>
            </a:lvl9pPr>
          </a:lstStyle>
          <a:p xmlns:a="http://schemas.openxmlformats.org/drawingml/2006/main">
            <a:pPr>
              <a:defRPr sz="2775" b="1">
                <a:solidFill>
                  <a:srgbClr val="00734B"/>
                </a:solidFill>
                <a:latin typeface="Arial"/>
                <a:ea typeface="Arial"/>
                <a:cs typeface="Arial"/>
              </a:defRPr>
            </a:pPr>
            <a:r>
              <a:rPr sz="2775" b="1">
                <a:solidFill>
                  <a:srgbClr val="00734B"/>
                </a:solidFill>
                <a:latin typeface="Arial"/>
                <a:ea typeface="Arial"/>
                <a:cs typeface="Arial"/>
              </a:rPr>
              <a:t>h</a:t>
            </a:r>
          </a:p>
        </p:txBody>
      </p:sp>
      <p:sp>
        <p:nvSpPr>
          <p:cNvPr id="9" name="text-50">
            <a:extLst xmlns:a="http://schemas.openxmlformats.org/drawingml/2006/main">
              <a:ext uri="{FF2B5EF4-FFF2-40B4-BE49-F238E27FC236}">
                <a16:creationId xmlns:a16="http://schemas.microsoft.com/office/drawing/2014/main" id="{04092021-92C0-421E-8938-A8C439BC447E}"/>
              </a:ext>
            </a:extLst>
          </p:cNvPr>
          <p:cNvSpPr>
            <a:spLocks xmlns:a="http://schemas.openxmlformats.org/drawingml/2006/main" noGrp="1"/>
          </p:cNvSpPr>
          <p:nvPr/>
        </p:nvSpPr>
        <p:spPr>
          <a:xfrm xmlns:a="http://schemas.openxmlformats.org/drawingml/2006/main">
            <a:off x="3924300" y="4819650"/>
            <a:ext cx="40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34B"/>
                </a:solidFill>
                <a:latin typeface="Arial"/>
                <a:ea typeface="Arial"/>
                <a:cs typeface="Arial"/>
              </a:defRPr>
            </a:defPPr>
            <a:lvl1pPr>
              <a:defRPr sz="2550" b="1">
                <a:solidFill>
                  <a:srgbClr val="00734B"/>
                </a:solidFill>
                <a:latin typeface="Arial"/>
                <a:ea typeface="Arial"/>
                <a:cs typeface="Arial"/>
              </a:defRPr>
            </a:lvl1pPr>
            <a:lvl2pPr>
              <a:defRPr sz="2550" b="1">
                <a:solidFill>
                  <a:srgbClr val="00734B"/>
                </a:solidFill>
                <a:latin typeface="Arial"/>
                <a:ea typeface="Arial"/>
                <a:cs typeface="Arial"/>
              </a:defRPr>
            </a:lvl2pPr>
            <a:lvl3pPr>
              <a:defRPr sz="2550" b="1">
                <a:solidFill>
                  <a:srgbClr val="00734B"/>
                </a:solidFill>
                <a:latin typeface="Arial"/>
                <a:ea typeface="Arial"/>
                <a:cs typeface="Arial"/>
              </a:defRPr>
            </a:lvl3pPr>
            <a:lvl4pPr>
              <a:defRPr sz="2550" b="1">
                <a:solidFill>
                  <a:srgbClr val="00734B"/>
                </a:solidFill>
                <a:latin typeface="Arial"/>
                <a:ea typeface="Arial"/>
                <a:cs typeface="Arial"/>
              </a:defRPr>
            </a:lvl4pPr>
            <a:lvl5pPr>
              <a:defRPr sz="2550" b="1">
                <a:solidFill>
                  <a:srgbClr val="00734B"/>
                </a:solidFill>
                <a:latin typeface="Arial"/>
                <a:ea typeface="Arial"/>
                <a:cs typeface="Arial"/>
              </a:defRPr>
            </a:lvl5pPr>
            <a:lvl6pPr>
              <a:defRPr sz="2550" b="1">
                <a:solidFill>
                  <a:srgbClr val="00734B"/>
                </a:solidFill>
                <a:latin typeface="Arial"/>
                <a:ea typeface="Arial"/>
                <a:cs typeface="Arial"/>
              </a:defRPr>
            </a:lvl6pPr>
            <a:lvl7pPr>
              <a:defRPr sz="2550" b="1">
                <a:solidFill>
                  <a:srgbClr val="00734B"/>
                </a:solidFill>
                <a:latin typeface="Arial"/>
                <a:ea typeface="Arial"/>
                <a:cs typeface="Arial"/>
              </a:defRPr>
            </a:lvl7pPr>
            <a:lvl8pPr>
              <a:defRPr sz="2550" b="1">
                <a:solidFill>
                  <a:srgbClr val="00734B"/>
                </a:solidFill>
                <a:latin typeface="Arial"/>
                <a:ea typeface="Arial"/>
                <a:cs typeface="Arial"/>
              </a:defRPr>
            </a:lvl8pPr>
            <a:lvl9pPr>
              <a:defRPr sz="2550" b="1">
                <a:solidFill>
                  <a:srgbClr val="00734B"/>
                </a:solidFill>
                <a:latin typeface="Arial"/>
                <a:ea typeface="Arial"/>
                <a:cs typeface="Arial"/>
              </a:defRPr>
            </a:lvl9pPr>
          </a:lstStyle>
          <a:p xmlns:a="http://schemas.openxmlformats.org/drawingml/2006/main">
            <a:pPr>
              <a:defRPr sz="2550" b="1">
                <a:solidFill>
                  <a:srgbClr val="00734B"/>
                </a:solidFill>
                <a:latin typeface="Arial"/>
                <a:ea typeface="Arial"/>
                <a:cs typeface="Arial"/>
              </a:defRPr>
            </a:pPr>
            <a:r>
              <a:rPr sz="2550" b="1">
                <a:solidFill>
                  <a:srgbClr val="00734B"/>
                </a:solidFill>
                <a:latin typeface="Arial"/>
                <a:ea typeface="Arial"/>
                <a:cs typeface="Arial"/>
              </a:rPr>
              <a:t>L</a:t>
            </a:r>
          </a:p>
        </p:txBody>
      </p:sp>
      <p:sp>
        <p:nvSpPr>
          <p:cNvPr id="10" name="text-51">
            <a:extLst xmlns:a="http://schemas.openxmlformats.org/drawingml/2006/main">
              <a:ext uri="{FF2B5EF4-FFF2-40B4-BE49-F238E27FC236}">
                <a16:creationId xmlns:a16="http://schemas.microsoft.com/office/drawing/2014/main" id="{4C3A1AB1-DCFC-463E-9520-5E3232A22B1A}"/>
              </a:ext>
            </a:extLst>
          </p:cNvPr>
          <p:cNvSpPr>
            <a:spLocks xmlns:a="http://schemas.openxmlformats.org/drawingml/2006/main" noGrp="1"/>
          </p:cNvSpPr>
          <p:nvPr/>
        </p:nvSpPr>
        <p:spPr>
          <a:xfrm xmlns:a="http://schemas.openxmlformats.org/drawingml/2006/main">
            <a:off x="5238750" y="4210050"/>
            <a:ext cx="333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00734B"/>
                </a:solidFill>
                <a:latin typeface="Arial"/>
                <a:ea typeface="Arial"/>
                <a:cs typeface="Arial"/>
              </a:defRPr>
            </a:defPPr>
            <a:lvl1pPr>
              <a:defRPr sz="1875" b="1">
                <a:solidFill>
                  <a:srgbClr val="00734B"/>
                </a:solidFill>
                <a:latin typeface="Arial"/>
                <a:ea typeface="Arial"/>
                <a:cs typeface="Arial"/>
              </a:defRPr>
            </a:lvl1pPr>
            <a:lvl2pPr>
              <a:defRPr sz="1875" b="1">
                <a:solidFill>
                  <a:srgbClr val="00734B"/>
                </a:solidFill>
                <a:latin typeface="Arial"/>
                <a:ea typeface="Arial"/>
                <a:cs typeface="Arial"/>
              </a:defRPr>
            </a:lvl2pPr>
            <a:lvl3pPr>
              <a:defRPr sz="1875" b="1">
                <a:solidFill>
                  <a:srgbClr val="00734B"/>
                </a:solidFill>
                <a:latin typeface="Arial"/>
                <a:ea typeface="Arial"/>
                <a:cs typeface="Arial"/>
              </a:defRPr>
            </a:lvl3pPr>
            <a:lvl4pPr>
              <a:defRPr sz="1875" b="1">
                <a:solidFill>
                  <a:srgbClr val="00734B"/>
                </a:solidFill>
                <a:latin typeface="Arial"/>
                <a:ea typeface="Arial"/>
                <a:cs typeface="Arial"/>
              </a:defRPr>
            </a:lvl4pPr>
            <a:lvl5pPr>
              <a:defRPr sz="1875" b="1">
                <a:solidFill>
                  <a:srgbClr val="00734B"/>
                </a:solidFill>
                <a:latin typeface="Arial"/>
                <a:ea typeface="Arial"/>
                <a:cs typeface="Arial"/>
              </a:defRPr>
            </a:lvl5pPr>
            <a:lvl6pPr>
              <a:defRPr sz="1875" b="1">
                <a:solidFill>
                  <a:srgbClr val="00734B"/>
                </a:solidFill>
                <a:latin typeface="Arial"/>
                <a:ea typeface="Arial"/>
                <a:cs typeface="Arial"/>
              </a:defRPr>
            </a:lvl6pPr>
            <a:lvl7pPr>
              <a:defRPr sz="1875" b="1">
                <a:solidFill>
                  <a:srgbClr val="00734B"/>
                </a:solidFill>
                <a:latin typeface="Arial"/>
                <a:ea typeface="Arial"/>
                <a:cs typeface="Arial"/>
              </a:defRPr>
            </a:lvl7pPr>
            <a:lvl8pPr>
              <a:defRPr sz="1875" b="1">
                <a:solidFill>
                  <a:srgbClr val="00734B"/>
                </a:solidFill>
                <a:latin typeface="Arial"/>
                <a:ea typeface="Arial"/>
                <a:cs typeface="Arial"/>
              </a:defRPr>
            </a:lvl8pPr>
            <a:lvl9pPr>
              <a:defRPr sz="1875" b="1">
                <a:solidFill>
                  <a:srgbClr val="00734B"/>
                </a:solidFill>
                <a:latin typeface="Arial"/>
                <a:ea typeface="Arial"/>
                <a:cs typeface="Arial"/>
              </a:defRPr>
            </a:lvl9pPr>
          </a:lstStyle>
          <a:p xmlns:a="http://schemas.openxmlformats.org/drawingml/2006/main">
            <a:pPr>
              <a:defRPr sz="1875" b="1">
                <a:solidFill>
                  <a:srgbClr val="00734B"/>
                </a:solidFill>
                <a:latin typeface="Arial"/>
                <a:ea typeface="Arial"/>
                <a:cs typeface="Arial"/>
              </a:defRPr>
            </a:pPr>
            <a:r>
              <a:rPr sz="1875" b="1">
                <a:solidFill>
                  <a:srgbClr val="00734B"/>
                </a:solidFill>
                <a:latin typeface="Arial"/>
                <a:ea typeface="Arial"/>
                <a:cs typeface="Arial"/>
              </a:rPr>
              <a:t>e</a:t>
            </a:r>
          </a:p>
        </p:txBody>
      </p:sp>
      <p:sp>
        <p:nvSpPr>
          <p:cNvPr id="11" name="text-52">
            <a:extLst xmlns:a="http://schemas.openxmlformats.org/drawingml/2006/main">
              <a:ext uri="{FF2B5EF4-FFF2-40B4-BE49-F238E27FC236}">
                <a16:creationId xmlns:a16="http://schemas.microsoft.com/office/drawing/2014/main" id="{87C26EB1-8D22-4E13-8B60-149E12B221E5}"/>
              </a:ext>
            </a:extLst>
          </p:cNvPr>
          <p:cNvSpPr>
            <a:spLocks xmlns:a="http://schemas.openxmlformats.org/drawingml/2006/main" noGrp="1"/>
          </p:cNvSpPr>
          <p:nvPr/>
        </p:nvSpPr>
        <p:spPr>
          <a:xfrm xmlns:a="http://schemas.openxmlformats.org/drawingml/2006/main">
            <a:off x="3143250" y="2152650"/>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Rază solară</a:t>
            </a:r>
          </a:p>
        </p:txBody>
      </p:sp>
      <p:sp>
        <p:nvSpPr>
          <p:cNvPr id="12" name="text-53">
            <a:extLst xmlns:a="http://schemas.openxmlformats.org/drawingml/2006/main">
              <a:ext uri="{FF2B5EF4-FFF2-40B4-BE49-F238E27FC236}">
                <a16:creationId xmlns:a16="http://schemas.microsoft.com/office/drawing/2014/main" id="{194A206D-1C6C-4559-B7AE-E3C7BFBA2745}"/>
              </a:ext>
            </a:extLst>
          </p:cNvPr>
          <p:cNvSpPr>
            <a:spLocks xmlns:a="http://schemas.openxmlformats.org/drawingml/2006/main" noGrp="1"/>
          </p:cNvSpPr>
          <p:nvPr/>
        </p:nvSpPr>
        <p:spPr>
          <a:xfrm xmlns:a="http://schemas.openxmlformats.org/drawingml/2006/main">
            <a:off x="6810375" y="207645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143B2C"/>
                </a:solidFill>
                <a:latin typeface="Arial"/>
                <a:ea typeface="Arial"/>
                <a:cs typeface="Arial"/>
              </a:defRPr>
            </a:defPPr>
            <a:lvl1pPr>
              <a:defRPr sz="4500" b="1">
                <a:solidFill>
                  <a:srgbClr val="143B2C"/>
                </a:solidFill>
                <a:latin typeface="Arial"/>
                <a:ea typeface="Arial"/>
                <a:cs typeface="Arial"/>
              </a:defRPr>
            </a:lvl1pPr>
            <a:lvl2pPr>
              <a:defRPr sz="4500" b="1">
                <a:solidFill>
                  <a:srgbClr val="143B2C"/>
                </a:solidFill>
                <a:latin typeface="Arial"/>
                <a:ea typeface="Arial"/>
                <a:cs typeface="Arial"/>
              </a:defRPr>
            </a:lvl2pPr>
            <a:lvl3pPr>
              <a:defRPr sz="4500" b="1">
                <a:solidFill>
                  <a:srgbClr val="143B2C"/>
                </a:solidFill>
                <a:latin typeface="Arial"/>
                <a:ea typeface="Arial"/>
                <a:cs typeface="Arial"/>
              </a:defRPr>
            </a:lvl3pPr>
            <a:lvl4pPr>
              <a:defRPr sz="4500" b="1">
                <a:solidFill>
                  <a:srgbClr val="143B2C"/>
                </a:solidFill>
                <a:latin typeface="Arial"/>
                <a:ea typeface="Arial"/>
                <a:cs typeface="Arial"/>
              </a:defRPr>
            </a:lvl4pPr>
            <a:lvl5pPr>
              <a:defRPr sz="4500" b="1">
                <a:solidFill>
                  <a:srgbClr val="143B2C"/>
                </a:solidFill>
                <a:latin typeface="Arial"/>
                <a:ea typeface="Arial"/>
                <a:cs typeface="Arial"/>
              </a:defRPr>
            </a:lvl5pPr>
            <a:lvl6pPr>
              <a:defRPr sz="4500" b="1">
                <a:solidFill>
                  <a:srgbClr val="143B2C"/>
                </a:solidFill>
                <a:latin typeface="Arial"/>
                <a:ea typeface="Arial"/>
                <a:cs typeface="Arial"/>
              </a:defRPr>
            </a:lvl6pPr>
            <a:lvl7pPr>
              <a:defRPr sz="4500" b="1">
                <a:solidFill>
                  <a:srgbClr val="143B2C"/>
                </a:solidFill>
                <a:latin typeface="Arial"/>
                <a:ea typeface="Arial"/>
                <a:cs typeface="Arial"/>
              </a:defRPr>
            </a:lvl7pPr>
            <a:lvl8pPr>
              <a:defRPr sz="4500" b="1">
                <a:solidFill>
                  <a:srgbClr val="143B2C"/>
                </a:solidFill>
                <a:latin typeface="Arial"/>
                <a:ea typeface="Arial"/>
                <a:cs typeface="Arial"/>
              </a:defRPr>
            </a:lvl8pPr>
            <a:lvl9pPr>
              <a:defRPr sz="4500" b="1">
                <a:solidFill>
                  <a:srgbClr val="143B2C"/>
                </a:solidFill>
                <a:latin typeface="Arial"/>
                <a:ea typeface="Arial"/>
                <a:cs typeface="Arial"/>
              </a:defRPr>
            </a:lvl9pPr>
          </a:lstStyle>
          <a:p xmlns:a="http://schemas.openxmlformats.org/drawingml/2006/main">
            <a:pPr>
              <a:defRPr sz="4500" b="1">
                <a:solidFill>
                  <a:srgbClr val="143B2C"/>
                </a:solidFill>
                <a:latin typeface="Arial"/>
                <a:ea typeface="Arial"/>
                <a:cs typeface="Arial"/>
              </a:defRPr>
            </a:pPr>
            <a:r>
              <a:rPr sz="4500" b="1">
                <a:solidFill>
                  <a:srgbClr val="143B2C"/>
                </a:solidFill>
                <a:latin typeface="Arial"/>
                <a:ea typeface="Arial"/>
                <a:cs typeface="Arial"/>
              </a:rPr>
              <a:t>h = L × tan(e)</a:t>
            </a:r>
          </a:p>
        </p:txBody>
      </p:sp>
      <p:sp>
        <p:nvSpPr>
          <p:cNvPr id="13" name="text-54">
            <a:extLst xmlns:a="http://schemas.openxmlformats.org/drawingml/2006/main">
              <a:ext uri="{FF2B5EF4-FFF2-40B4-BE49-F238E27FC236}">
                <a16:creationId xmlns:a16="http://schemas.microsoft.com/office/drawing/2014/main" id="{61B02B2B-EA9A-49E6-A004-65E734D710EB}"/>
              </a:ext>
            </a:extLst>
          </p:cNvPr>
          <p:cNvSpPr>
            <a:spLocks xmlns:a="http://schemas.openxmlformats.org/drawingml/2006/main" noGrp="1"/>
          </p:cNvSpPr>
          <p:nvPr/>
        </p:nvSpPr>
        <p:spPr>
          <a:xfrm xmlns:a="http://schemas.openxmlformats.org/drawingml/2006/main">
            <a:off x="6858000" y="3076575"/>
            <a:ext cx="4476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83427"/>
                </a:solidFill>
                <a:latin typeface="Arial"/>
                <a:ea typeface="Arial"/>
                <a:cs typeface="Arial"/>
              </a:defRPr>
            </a:defPPr>
            <a:lvl1pPr>
              <a:defRPr sz="2175" b="0">
                <a:solidFill>
                  <a:srgbClr val="183427"/>
                </a:solidFill>
                <a:latin typeface="Arial"/>
                <a:ea typeface="Arial"/>
                <a:cs typeface="Arial"/>
              </a:defRPr>
            </a:lvl1pPr>
            <a:lvl2pPr>
              <a:defRPr sz="2175" b="0">
                <a:solidFill>
                  <a:srgbClr val="183427"/>
                </a:solidFill>
                <a:latin typeface="Arial"/>
                <a:ea typeface="Arial"/>
                <a:cs typeface="Arial"/>
              </a:defRPr>
            </a:lvl2pPr>
            <a:lvl3pPr>
              <a:defRPr sz="2175" b="0">
                <a:solidFill>
                  <a:srgbClr val="183427"/>
                </a:solidFill>
                <a:latin typeface="Arial"/>
                <a:ea typeface="Arial"/>
                <a:cs typeface="Arial"/>
              </a:defRPr>
            </a:lvl3pPr>
            <a:lvl4pPr>
              <a:defRPr sz="2175" b="0">
                <a:solidFill>
                  <a:srgbClr val="183427"/>
                </a:solidFill>
                <a:latin typeface="Arial"/>
                <a:ea typeface="Arial"/>
                <a:cs typeface="Arial"/>
              </a:defRPr>
            </a:lvl4pPr>
            <a:lvl5pPr>
              <a:defRPr sz="2175" b="0">
                <a:solidFill>
                  <a:srgbClr val="183427"/>
                </a:solidFill>
                <a:latin typeface="Arial"/>
                <a:ea typeface="Arial"/>
                <a:cs typeface="Arial"/>
              </a:defRPr>
            </a:lvl5pPr>
            <a:lvl6pPr>
              <a:defRPr sz="2175" b="0">
                <a:solidFill>
                  <a:srgbClr val="183427"/>
                </a:solidFill>
                <a:latin typeface="Arial"/>
                <a:ea typeface="Arial"/>
                <a:cs typeface="Arial"/>
              </a:defRPr>
            </a:lvl6pPr>
            <a:lvl7pPr>
              <a:defRPr sz="2175" b="0">
                <a:solidFill>
                  <a:srgbClr val="183427"/>
                </a:solidFill>
                <a:latin typeface="Arial"/>
                <a:ea typeface="Arial"/>
                <a:cs typeface="Arial"/>
              </a:defRPr>
            </a:lvl7pPr>
            <a:lvl8pPr>
              <a:defRPr sz="2175" b="0">
                <a:solidFill>
                  <a:srgbClr val="183427"/>
                </a:solidFill>
                <a:latin typeface="Arial"/>
                <a:ea typeface="Arial"/>
                <a:cs typeface="Arial"/>
              </a:defRPr>
            </a:lvl8pPr>
            <a:lvl9pPr>
              <a:defRPr sz="2175" b="0">
                <a:solidFill>
                  <a:srgbClr val="183427"/>
                </a:solidFill>
                <a:latin typeface="Arial"/>
                <a:ea typeface="Arial"/>
                <a:cs typeface="Arial"/>
              </a:defRPr>
            </a:lvl9pPr>
          </a:lstStyle>
          <a:p xmlns:a="http://schemas.openxmlformats.org/drawingml/2006/main">
            <a:pPr>
              <a:defRPr sz="2175" b="0">
                <a:solidFill>
                  <a:srgbClr val="183427"/>
                </a:solidFill>
                <a:latin typeface="Arial"/>
                <a:ea typeface="Arial"/>
                <a:cs typeface="Arial"/>
              </a:defRPr>
            </a:pPr>
            <a:r>
              <a:rPr sz="2175" b="0">
                <a:solidFill>
                  <a:srgbClr val="183427"/>
                </a:solidFill>
                <a:latin typeface="Arial"/>
                <a:ea typeface="Arial"/>
                <a:cs typeface="Arial"/>
              </a:rPr>
              <a:t>L: lungimea umbrei</a:t>
            </a:r>
          </a:p>
          <a:p xmlns:a="http://schemas.openxmlformats.org/drawingml/2006/main">
            <a:pPr>
              <a:defRPr sz="2175" b="0">
                <a:solidFill>
                  <a:srgbClr val="183427"/>
                </a:solidFill>
                <a:latin typeface="Arial"/>
                <a:ea typeface="Arial"/>
                <a:cs typeface="Arial"/>
              </a:defRPr>
            </a:pPr>
            <a:r>
              <a:rPr sz="2175" b="0">
                <a:solidFill>
                  <a:srgbClr val="183427"/>
                </a:solidFill>
                <a:latin typeface="Arial"/>
                <a:ea typeface="Arial"/>
                <a:cs typeface="Arial"/>
              </a:rPr>
              <a:t>e: unghiul Soarelui</a:t>
            </a:r>
          </a:p>
          <a:p xmlns:a="http://schemas.openxmlformats.org/drawingml/2006/main">
            <a:pPr>
              <a:defRPr sz="2175" b="0">
                <a:solidFill>
                  <a:srgbClr val="183427"/>
                </a:solidFill>
                <a:latin typeface="Arial"/>
                <a:ea typeface="Arial"/>
                <a:cs typeface="Arial"/>
              </a:defRPr>
            </a:pPr>
            <a:r>
              <a:rPr sz="2175" b="0">
                <a:solidFill>
                  <a:srgbClr val="183427"/>
                </a:solidFill>
                <a:latin typeface="Arial"/>
                <a:ea typeface="Arial"/>
                <a:cs typeface="Arial"/>
              </a:rPr>
              <a:t>h: înălțimea estimată</a:t>
            </a:r>
          </a:p>
        </p:txBody>
      </p:sp>
      <p:sp>
        <p:nvSpPr>
          <p:cNvPr id="14" name="text-55">
            <a:extLst xmlns:a="http://schemas.openxmlformats.org/drawingml/2006/main">
              <a:ext uri="{FF2B5EF4-FFF2-40B4-BE49-F238E27FC236}">
                <a16:creationId xmlns:a16="http://schemas.microsoft.com/office/drawing/2014/main" id="{C990EC6A-F73F-4D76-A212-64D7EDD2B211}"/>
              </a:ext>
            </a:extLst>
          </p:cNvPr>
          <p:cNvSpPr>
            <a:spLocks xmlns:a="http://schemas.openxmlformats.org/drawingml/2006/main" noGrp="1"/>
          </p:cNvSpPr>
          <p:nvPr/>
        </p:nvSpPr>
        <p:spPr>
          <a:xfrm xmlns:a="http://schemas.openxmlformats.org/drawingml/2006/main">
            <a:off x="6858000" y="4619625"/>
            <a:ext cx="4524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Măsurare: ruletă sau laser, GPS</a:t>
            </a:r>
          </a:p>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sau fotografie aeriană.</a:t>
            </a:r>
          </a:p>
        </p:txBody>
      </p:sp>
      <p:sp>
        <p:nvSpPr>
          <p:cNvPr id="15" name="text-56">
            <a:extLst xmlns:a="http://schemas.openxmlformats.org/drawingml/2006/main">
              <a:ext uri="{FF2B5EF4-FFF2-40B4-BE49-F238E27FC236}">
                <a16:creationId xmlns:a16="http://schemas.microsoft.com/office/drawing/2014/main" id="{73AB5707-230D-45E2-A44B-66BD4C7306B2}"/>
              </a:ext>
            </a:extLst>
          </p:cNvPr>
          <p:cNvSpPr>
            <a:spLocks xmlns:a="http://schemas.openxmlformats.org/drawingml/2006/main" noGrp="1"/>
          </p:cNvSpPr>
          <p:nvPr/>
        </p:nvSpPr>
        <p:spPr>
          <a:xfrm xmlns:a="http://schemas.openxmlformats.org/drawingml/2006/main">
            <a:off x="666750" y="56292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183427"/>
                </a:solidFill>
                <a:latin typeface="Arial"/>
                <a:ea typeface="Arial"/>
                <a:cs typeface="Arial"/>
              </a:defRPr>
            </a:defPPr>
            <a:lvl1pPr>
              <a:defRPr sz="1800" b="0">
                <a:solidFill>
                  <a:srgbClr val="183427"/>
                </a:solidFill>
                <a:latin typeface="Arial"/>
                <a:ea typeface="Arial"/>
                <a:cs typeface="Arial"/>
              </a:defRPr>
            </a:lvl1pPr>
            <a:lvl2pPr>
              <a:defRPr sz="1800" b="0">
                <a:solidFill>
                  <a:srgbClr val="183427"/>
                </a:solidFill>
                <a:latin typeface="Arial"/>
                <a:ea typeface="Arial"/>
                <a:cs typeface="Arial"/>
              </a:defRPr>
            </a:lvl2pPr>
            <a:lvl3pPr>
              <a:defRPr sz="1800" b="0">
                <a:solidFill>
                  <a:srgbClr val="183427"/>
                </a:solidFill>
                <a:latin typeface="Arial"/>
                <a:ea typeface="Arial"/>
                <a:cs typeface="Arial"/>
              </a:defRPr>
            </a:lvl3pPr>
            <a:lvl4pPr>
              <a:defRPr sz="1800" b="0">
                <a:solidFill>
                  <a:srgbClr val="183427"/>
                </a:solidFill>
                <a:latin typeface="Arial"/>
                <a:ea typeface="Arial"/>
                <a:cs typeface="Arial"/>
              </a:defRPr>
            </a:lvl4pPr>
            <a:lvl5pPr>
              <a:defRPr sz="1800" b="0">
                <a:solidFill>
                  <a:srgbClr val="183427"/>
                </a:solidFill>
                <a:latin typeface="Arial"/>
                <a:ea typeface="Arial"/>
                <a:cs typeface="Arial"/>
              </a:defRPr>
            </a:lvl5pPr>
            <a:lvl6pPr>
              <a:defRPr sz="1800" b="0">
                <a:solidFill>
                  <a:srgbClr val="183427"/>
                </a:solidFill>
                <a:latin typeface="Arial"/>
                <a:ea typeface="Arial"/>
                <a:cs typeface="Arial"/>
              </a:defRPr>
            </a:lvl6pPr>
            <a:lvl7pPr>
              <a:defRPr sz="1800" b="0">
                <a:solidFill>
                  <a:srgbClr val="183427"/>
                </a:solidFill>
                <a:latin typeface="Arial"/>
                <a:ea typeface="Arial"/>
                <a:cs typeface="Arial"/>
              </a:defRPr>
            </a:lvl7pPr>
            <a:lvl8pPr>
              <a:defRPr sz="1800" b="0">
                <a:solidFill>
                  <a:srgbClr val="183427"/>
                </a:solidFill>
                <a:latin typeface="Arial"/>
                <a:ea typeface="Arial"/>
                <a:cs typeface="Arial"/>
              </a:defRPr>
            </a:lvl8pPr>
            <a:lvl9pPr>
              <a:defRPr sz="1800" b="0">
                <a:solidFill>
                  <a:srgbClr val="183427"/>
                </a:solidFill>
                <a:latin typeface="Arial"/>
                <a:ea typeface="Arial"/>
                <a:cs typeface="Arial"/>
              </a:defRPr>
            </a:lvl9pPr>
          </a:lstStyle>
          <a:p xmlns:a="http://schemas.openxmlformats.org/drawingml/2006/main">
            <a:pPr>
              <a:defRPr sz="1800" b="0">
                <a:solidFill>
                  <a:srgbClr val="183427"/>
                </a:solidFill>
                <a:latin typeface="Arial"/>
                <a:ea typeface="Arial"/>
                <a:cs typeface="Arial"/>
              </a:defRPr>
            </a:pPr>
            <a:r>
              <a:rPr sz="1800" b="0">
                <a:solidFill>
                  <a:srgbClr val="183427"/>
                </a:solidFill>
                <a:latin typeface="Arial"/>
                <a:ea typeface="Arial"/>
                <a:cs typeface="Arial"/>
              </a:rPr>
              <a:t>Exemplu calculat: aceeași eroare de ±5 m la lungimea umbrei poate însemna</a:t>
            </a:r>
          </a:p>
          <a:p xmlns:a="http://schemas.openxmlformats.org/drawingml/2006/main">
            <a:pPr>
              <a:defRPr sz="1800" b="0">
                <a:solidFill>
                  <a:srgbClr val="183427"/>
                </a:solidFill>
                <a:latin typeface="Arial"/>
                <a:ea typeface="Arial"/>
                <a:cs typeface="Arial"/>
              </a:defRPr>
            </a:pPr>
            <a:r>
              <a:rPr sz="1800" b="0">
                <a:solidFill>
                  <a:srgbClr val="183427"/>
                </a:solidFill>
                <a:latin typeface="Arial"/>
                <a:ea typeface="Arial"/>
                <a:cs typeface="Arial"/>
              </a:rPr>
              <a:t>±3,2 m la 32,9° sau ±13,2 m la 69,2°.</a:t>
            </a:r>
          </a:p>
        </p:txBody>
      </p:sp>
      <p:sp>
        <p:nvSpPr>
          <p:cNvPr id="16" name="text-57">
            <a:extLst xmlns:a="http://schemas.openxmlformats.org/drawingml/2006/main">
              <a:ext uri="{FF2B5EF4-FFF2-40B4-BE49-F238E27FC236}">
                <a16:creationId xmlns:a16="http://schemas.microsoft.com/office/drawing/2014/main" id="{AE8DAD0B-784E-4C12-A9AD-7EC40C53E0F0}"/>
              </a:ext>
            </a:extLst>
          </p:cNvPr>
          <p:cNvSpPr>
            <a:spLocks xmlns:a="http://schemas.openxmlformats.org/drawingml/2006/main" noGrp="1"/>
          </p:cNvSpPr>
          <p:nvPr/>
        </p:nvSpPr>
        <p:spPr>
          <a:xfrm xmlns:a="http://schemas.openxmlformats.org/drawingml/2006/main">
            <a:off x="66675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Model geometric; teren plan. Valorile nu reprezintă măsurători de teren.</a:t>
            </a:r>
          </a:p>
        </p:txBody>
      </p:sp>
    </p:spTree>
    <p:extLst>
      <p:ext uri="{BB962C8B-B14F-4D97-AF65-F5344CB8AC3E}">
        <p14:creationId xmlns:p14="http://schemas.microsoft.com/office/powerpoint/2010/main" val="26358124"/>
      </p:ext>
    </p:extLst>
  </p:cSld>
</p:sld>
</file>

<file path=ppt/slides/slide6.xml><?xml version="1.0" encoding="utf-8"?>
<p:sld xmlns:p="http://schemas.openxmlformats.org/presentationml/2006/main">
  <p:cSld>
    <p:bg>
      <p:bgPr>
        <a:solidFill xmlns:a="http://schemas.openxmlformats.org/drawingml/2006/main">
          <a:srgbClr val="143B2C"/>
        </a:solidFill>
      </p:bgPr>
    </p:bg>
    <p:spTree>
      <p:nvGrpSpPr>
        <p:cNvPr id="1" name=""/>
        <p:cNvGrpSpPr/>
        <p:nvPr/>
      </p:nvGrpSpPr>
      <p:grpSpPr>
        <a:xfrm xmlns:a="http://schemas.openxmlformats.org/drawingml/2006/main"/>
      </p:grpSpPr>
      <p:sp>
        <p:nvSpPr>
          <p:cNvPr id="8" name="text-58">
            <a:extLst xmlns:a="http://schemas.openxmlformats.org/drawingml/2006/main">
              <a:ext uri="{FF2B5EF4-FFF2-40B4-BE49-F238E27FC236}">
                <a16:creationId xmlns:a16="http://schemas.microsoft.com/office/drawing/2014/main" id="{ECAC9F20-DD7F-4D80-8701-205CFA1E7834}"/>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BCD0BC"/>
                </a:solidFill>
                <a:latin typeface="Arial"/>
                <a:ea typeface="Arial"/>
                <a:cs typeface="Arial"/>
              </a:defRPr>
            </a:defPPr>
            <a:lvl1pPr>
              <a:defRPr sz="1275" b="0">
                <a:solidFill>
                  <a:srgbClr val="BCD0BC"/>
                </a:solidFill>
                <a:latin typeface="Arial"/>
                <a:ea typeface="Arial"/>
                <a:cs typeface="Arial"/>
              </a:defRPr>
            </a:lvl1pPr>
            <a:lvl2pPr>
              <a:defRPr sz="1275" b="0">
                <a:solidFill>
                  <a:srgbClr val="BCD0BC"/>
                </a:solidFill>
                <a:latin typeface="Arial"/>
                <a:ea typeface="Arial"/>
                <a:cs typeface="Arial"/>
              </a:defRPr>
            </a:lvl2pPr>
            <a:lvl3pPr>
              <a:defRPr sz="1275" b="0">
                <a:solidFill>
                  <a:srgbClr val="BCD0BC"/>
                </a:solidFill>
                <a:latin typeface="Arial"/>
                <a:ea typeface="Arial"/>
                <a:cs typeface="Arial"/>
              </a:defRPr>
            </a:lvl3pPr>
            <a:lvl4pPr>
              <a:defRPr sz="1275" b="0">
                <a:solidFill>
                  <a:srgbClr val="BCD0BC"/>
                </a:solidFill>
                <a:latin typeface="Arial"/>
                <a:ea typeface="Arial"/>
                <a:cs typeface="Arial"/>
              </a:defRPr>
            </a:lvl4pPr>
            <a:lvl5pPr>
              <a:defRPr sz="1275" b="0">
                <a:solidFill>
                  <a:srgbClr val="BCD0BC"/>
                </a:solidFill>
                <a:latin typeface="Arial"/>
                <a:ea typeface="Arial"/>
                <a:cs typeface="Arial"/>
              </a:defRPr>
            </a:lvl5pPr>
            <a:lvl6pPr>
              <a:defRPr sz="1275" b="0">
                <a:solidFill>
                  <a:srgbClr val="BCD0BC"/>
                </a:solidFill>
                <a:latin typeface="Arial"/>
                <a:ea typeface="Arial"/>
                <a:cs typeface="Arial"/>
              </a:defRPr>
            </a:lvl6pPr>
            <a:lvl7pPr>
              <a:defRPr sz="1275" b="0">
                <a:solidFill>
                  <a:srgbClr val="BCD0BC"/>
                </a:solidFill>
                <a:latin typeface="Arial"/>
                <a:ea typeface="Arial"/>
                <a:cs typeface="Arial"/>
              </a:defRPr>
            </a:lvl7pPr>
            <a:lvl8pPr>
              <a:defRPr sz="1275" b="0">
                <a:solidFill>
                  <a:srgbClr val="BCD0BC"/>
                </a:solidFill>
                <a:latin typeface="Arial"/>
                <a:ea typeface="Arial"/>
                <a:cs typeface="Arial"/>
              </a:defRPr>
            </a:lvl8pPr>
            <a:lvl9pPr>
              <a:defRPr sz="1275" b="0">
                <a:solidFill>
                  <a:srgbClr val="BCD0BC"/>
                </a:solidFill>
                <a:latin typeface="Arial"/>
                <a:ea typeface="Arial"/>
                <a:cs typeface="Arial"/>
              </a:defRPr>
            </a:lvl9pPr>
          </a:lstStyle>
          <a:p xmlns:a="http://schemas.openxmlformats.org/drawingml/2006/main">
            <a:pPr>
              <a:defRPr sz="1275" b="0">
                <a:solidFill>
                  <a:srgbClr val="BCD0BC"/>
                </a:solidFill>
                <a:latin typeface="Arial"/>
                <a:ea typeface="Arial"/>
                <a:cs typeface="Arial"/>
              </a:defRPr>
            </a:pPr>
            <a:r>
              <a:rPr sz="1275" b="0">
                <a:solidFill>
                  <a:srgbClr val="BCD0BC"/>
                </a:solidFill>
                <a:latin typeface="Arial"/>
                <a:ea typeface="Arial"/>
                <a:cs typeface="Arial"/>
              </a:rPr>
              <a:t>06</a:t>
            </a:r>
          </a:p>
        </p:txBody>
      </p:sp>
      <p:pic>
        <p:nvPicPr>
          <p:cNvPr id="2" name="">
            <a:extLst xmlns:a="http://schemas.openxmlformats.org/drawingml/2006/main">
              <a:ext uri="{FF2B5EF4-FFF2-40B4-BE49-F238E27FC236}">
                <a16:creationId xmlns:a16="http://schemas.microsoft.com/office/drawing/2014/main" id="{911AB807-3AF6-4A94-A713-6B04915A59E6}"/>
              </a:ext>
            </a:extLst>
          </p:cNvPr>
          <p:cNvPicPr>
            <a:picLocks xmlns:a="http://schemas.openxmlformats.org/drawingml/2006/main" noChangeAspect="1"/>
          </p:cNvPicPr>
          <p:nvPr/>
        </p:nvPicPr>
        <p:blipFill>
          <a:blip xmlns:r="http://schemas.openxmlformats.org/officeDocument/2006/relationships" xmlns:a="http://schemas.openxmlformats.org/drawingml/2006/main" r:embed="Rfd032ae3b2554fd9"/>
          <a:srcRect xmlns:a="http://schemas.openxmlformats.org/drawingml/2006/main" l="0" t="13536" r="0" b="13536"/>
          <a:stretch xmlns:a="http://schemas.openxmlformats.org/drawingml/2006/main">
            <a:fillRect l="0" t="0" r="0" b="0"/>
          </a:stretch>
        </p:blipFill>
        <p:spPr>
          <a:xfrm xmlns:a="http://schemas.openxmlformats.org/drawingml/2006/main">
            <a:off x="7848600" y="0"/>
            <a:ext cx="4343400" cy="6858000"/>
          </a:xfrm>
          <a:prstGeom xmlns:a="http://schemas.openxmlformats.org/drawingml/2006/main" prst="rect">
            <a:avLst/>
          </a:prstGeom>
        </p:spPr>
      </p:pic>
      <p:sp>
        <p:nvSpPr>
          <p:cNvPr id="3" name="text-59">
            <a:extLst xmlns:a="http://schemas.openxmlformats.org/drawingml/2006/main">
              <a:ext uri="{FF2B5EF4-FFF2-40B4-BE49-F238E27FC236}">
                <a16:creationId xmlns:a16="http://schemas.microsoft.com/office/drawing/2014/main" id="{96C4EA51-7EBC-4476-ADFA-CEE7F9C04CAB}"/>
              </a:ext>
            </a:extLst>
          </p:cNvPr>
          <p:cNvSpPr>
            <a:spLocks xmlns:a="http://schemas.openxmlformats.org/drawingml/2006/main" noGrp="1"/>
          </p:cNvSpPr>
          <p:nvPr/>
        </p:nvSpPr>
        <p:spPr>
          <a:xfrm xmlns:a="http://schemas.openxmlformats.org/drawingml/2006/main">
            <a:off x="628650" y="6858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BBD8A8"/>
                </a:solidFill>
                <a:latin typeface="Arial"/>
                <a:ea typeface="Arial"/>
                <a:cs typeface="Arial"/>
              </a:defRPr>
            </a:defPPr>
            <a:lvl1pPr>
              <a:defRPr sz="2550" b="1">
                <a:solidFill>
                  <a:srgbClr val="BBD8A8"/>
                </a:solidFill>
                <a:latin typeface="Arial"/>
                <a:ea typeface="Arial"/>
                <a:cs typeface="Arial"/>
              </a:defRPr>
            </a:lvl1pPr>
            <a:lvl2pPr>
              <a:defRPr sz="2550" b="1">
                <a:solidFill>
                  <a:srgbClr val="BBD8A8"/>
                </a:solidFill>
                <a:latin typeface="Arial"/>
                <a:ea typeface="Arial"/>
                <a:cs typeface="Arial"/>
              </a:defRPr>
            </a:lvl2pPr>
            <a:lvl3pPr>
              <a:defRPr sz="2550" b="1">
                <a:solidFill>
                  <a:srgbClr val="BBD8A8"/>
                </a:solidFill>
                <a:latin typeface="Arial"/>
                <a:ea typeface="Arial"/>
                <a:cs typeface="Arial"/>
              </a:defRPr>
            </a:lvl3pPr>
            <a:lvl4pPr>
              <a:defRPr sz="2550" b="1">
                <a:solidFill>
                  <a:srgbClr val="BBD8A8"/>
                </a:solidFill>
                <a:latin typeface="Arial"/>
                <a:ea typeface="Arial"/>
                <a:cs typeface="Arial"/>
              </a:defRPr>
            </a:lvl4pPr>
            <a:lvl5pPr>
              <a:defRPr sz="2550" b="1">
                <a:solidFill>
                  <a:srgbClr val="BBD8A8"/>
                </a:solidFill>
                <a:latin typeface="Arial"/>
                <a:ea typeface="Arial"/>
                <a:cs typeface="Arial"/>
              </a:defRPr>
            </a:lvl5pPr>
            <a:lvl6pPr>
              <a:defRPr sz="2550" b="1">
                <a:solidFill>
                  <a:srgbClr val="BBD8A8"/>
                </a:solidFill>
                <a:latin typeface="Arial"/>
                <a:ea typeface="Arial"/>
                <a:cs typeface="Arial"/>
              </a:defRPr>
            </a:lvl6pPr>
            <a:lvl7pPr>
              <a:defRPr sz="2550" b="1">
                <a:solidFill>
                  <a:srgbClr val="BBD8A8"/>
                </a:solidFill>
                <a:latin typeface="Arial"/>
                <a:ea typeface="Arial"/>
                <a:cs typeface="Arial"/>
              </a:defRPr>
            </a:lvl7pPr>
            <a:lvl8pPr>
              <a:defRPr sz="2550" b="1">
                <a:solidFill>
                  <a:srgbClr val="BBD8A8"/>
                </a:solidFill>
                <a:latin typeface="Arial"/>
                <a:ea typeface="Arial"/>
                <a:cs typeface="Arial"/>
              </a:defRPr>
            </a:lvl8pPr>
            <a:lvl9pPr>
              <a:defRPr sz="2550" b="1">
                <a:solidFill>
                  <a:srgbClr val="BBD8A8"/>
                </a:solidFill>
                <a:latin typeface="Arial"/>
                <a:ea typeface="Arial"/>
                <a:cs typeface="Arial"/>
              </a:defRPr>
            </a:lvl9pPr>
          </a:lstStyle>
          <a:p xmlns:a="http://schemas.openxmlformats.org/drawingml/2006/main">
            <a:pPr>
              <a:defRPr sz="2550" b="1">
                <a:solidFill>
                  <a:srgbClr val="BBD8A8"/>
                </a:solidFill>
                <a:latin typeface="Arial"/>
                <a:ea typeface="Arial"/>
                <a:cs typeface="Arial"/>
              </a:defRPr>
            </a:pPr>
            <a:r>
              <a:rPr sz="2550" b="1">
                <a:solidFill>
                  <a:srgbClr val="BBD8A8"/>
                </a:solidFill>
                <a:latin typeface="Arial"/>
                <a:ea typeface="Arial"/>
                <a:cs typeface="Arial"/>
              </a:rPr>
              <a:t>UMBRA</a:t>
            </a:r>
          </a:p>
        </p:txBody>
      </p:sp>
      <p:sp>
        <p:nvSpPr>
          <p:cNvPr id="4" name="text-60">
            <a:extLst xmlns:a="http://schemas.openxmlformats.org/drawingml/2006/main">
              <a:ext uri="{FF2B5EF4-FFF2-40B4-BE49-F238E27FC236}">
                <a16:creationId xmlns:a16="http://schemas.microsoft.com/office/drawing/2014/main" id="{645F45A0-7D6E-4DE3-A5D7-7DB5FCEBAD32}"/>
              </a:ext>
            </a:extLst>
          </p:cNvPr>
          <p:cNvSpPr>
            <a:spLocks xmlns:a="http://schemas.openxmlformats.org/drawingml/2006/main" noGrp="1"/>
          </p:cNvSpPr>
          <p:nvPr/>
        </p:nvSpPr>
        <p:spPr>
          <a:xfrm xmlns:a="http://schemas.openxmlformats.org/drawingml/2006/main">
            <a:off x="619125" y="1695450"/>
            <a:ext cx="68580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FFFFFF"/>
                </a:solidFill>
                <a:latin typeface="Arial"/>
                <a:ea typeface="Arial"/>
                <a:cs typeface="Arial"/>
              </a:defRPr>
            </a:defPPr>
            <a:lvl1pPr>
              <a:defRPr sz="4500" b="1">
                <a:solidFill>
                  <a:srgbClr val="FFFFFF"/>
                </a:solidFill>
                <a:latin typeface="Arial"/>
                <a:ea typeface="Arial"/>
                <a:cs typeface="Arial"/>
              </a:defRPr>
            </a:lvl1pPr>
            <a:lvl2pPr>
              <a:defRPr sz="4500" b="1">
                <a:solidFill>
                  <a:srgbClr val="FFFFFF"/>
                </a:solidFill>
                <a:latin typeface="Arial"/>
                <a:ea typeface="Arial"/>
                <a:cs typeface="Arial"/>
              </a:defRPr>
            </a:lvl2pPr>
            <a:lvl3pPr>
              <a:defRPr sz="4500" b="1">
                <a:solidFill>
                  <a:srgbClr val="FFFFFF"/>
                </a:solidFill>
                <a:latin typeface="Arial"/>
                <a:ea typeface="Arial"/>
                <a:cs typeface="Arial"/>
              </a:defRPr>
            </a:lvl3pPr>
            <a:lvl4pPr>
              <a:defRPr sz="4500" b="1">
                <a:solidFill>
                  <a:srgbClr val="FFFFFF"/>
                </a:solidFill>
                <a:latin typeface="Arial"/>
                <a:ea typeface="Arial"/>
                <a:cs typeface="Arial"/>
              </a:defRPr>
            </a:lvl4pPr>
            <a:lvl5pPr>
              <a:defRPr sz="4500" b="1">
                <a:solidFill>
                  <a:srgbClr val="FFFFFF"/>
                </a:solidFill>
                <a:latin typeface="Arial"/>
                <a:ea typeface="Arial"/>
                <a:cs typeface="Arial"/>
              </a:defRPr>
            </a:lvl5pPr>
            <a:lvl6pPr>
              <a:defRPr sz="4500" b="1">
                <a:solidFill>
                  <a:srgbClr val="FFFFFF"/>
                </a:solidFill>
                <a:latin typeface="Arial"/>
                <a:ea typeface="Arial"/>
                <a:cs typeface="Arial"/>
              </a:defRPr>
            </a:lvl6pPr>
            <a:lvl7pPr>
              <a:defRPr sz="4500" b="1">
                <a:solidFill>
                  <a:srgbClr val="FFFFFF"/>
                </a:solidFill>
                <a:latin typeface="Arial"/>
                <a:ea typeface="Arial"/>
                <a:cs typeface="Arial"/>
              </a:defRPr>
            </a:lvl7pPr>
            <a:lvl8pPr>
              <a:defRPr sz="4500" b="1">
                <a:solidFill>
                  <a:srgbClr val="FFFFFF"/>
                </a:solidFill>
                <a:latin typeface="Arial"/>
                <a:ea typeface="Arial"/>
                <a:cs typeface="Arial"/>
              </a:defRPr>
            </a:lvl8pPr>
            <a:lvl9pPr>
              <a:defRPr sz="4500" b="1">
                <a:solidFill>
                  <a:srgbClr val="FFFFFF"/>
                </a:solidFill>
                <a:latin typeface="Arial"/>
                <a:ea typeface="Arial"/>
                <a:cs typeface="Arial"/>
              </a:defRPr>
            </a:lvl9pPr>
          </a:lstStyle>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O hartă care</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te ajută să</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alegi traseul.</a:t>
            </a:r>
          </a:p>
        </p:txBody>
      </p:sp>
      <p:sp>
        <p:nvSpPr>
          <p:cNvPr id="5" name="shape-61">
            <a:extLst xmlns:a="http://schemas.openxmlformats.org/drawingml/2006/main">
              <a:ext uri="{FF2B5EF4-FFF2-40B4-BE49-F238E27FC236}">
                <a16:creationId xmlns:a16="http://schemas.microsoft.com/office/drawing/2014/main" id="{8F614DA6-69FC-4202-B5A4-1AF8E405F6B9}"/>
              </a:ext>
            </a:extLst>
          </p:cNvPr>
          <p:cNvSpPr>
            <a:spLocks xmlns:a="http://schemas.openxmlformats.org/drawingml/2006/main" noGrp="1"/>
          </p:cNvSpPr>
          <p:nvPr/>
        </p:nvSpPr>
        <p:spPr>
          <a:xfrm xmlns:a="http://schemas.openxmlformats.org/drawingml/2006/main" rot="0">
            <a:off x="666750" y="4257675"/>
            <a:ext cx="4857750" cy="19050"/>
          </a:xfrm>
          <a:prstGeom xmlns:a="http://schemas.openxmlformats.org/drawingml/2006/main" prst="rect">
            <a:avLst/>
          </a:prstGeom>
          <a:solidFill xmlns:a="http://schemas.openxmlformats.org/drawingml/2006/main">
            <a:srgbClr val="6B916B"/>
          </a:solidFill>
          <a:ln xmlns:a="http://schemas.openxmlformats.org/drawingml/2006/main" w="0">
            <a:noFill/>
            <a:prstDash val="solid"/>
          </a:ln>
        </p:spPr>
      </p:sp>
      <p:sp>
        <p:nvSpPr>
          <p:cNvPr id="6" name="text-62">
            <a:extLst xmlns:a="http://schemas.openxmlformats.org/drawingml/2006/main">
              <a:ext uri="{FF2B5EF4-FFF2-40B4-BE49-F238E27FC236}">
                <a16:creationId xmlns:a16="http://schemas.microsoft.com/office/drawing/2014/main" id="{076062A2-C121-4FAB-9A3B-4CCD581D23C4}"/>
              </a:ext>
            </a:extLst>
          </p:cNvPr>
          <p:cNvSpPr>
            <a:spLocks xmlns:a="http://schemas.openxmlformats.org/drawingml/2006/main" noGrp="1"/>
          </p:cNvSpPr>
          <p:nvPr/>
        </p:nvSpPr>
        <p:spPr>
          <a:xfrm xmlns:a="http://schemas.openxmlformats.org/drawingml/2006/main">
            <a:off x="666750" y="455295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D5E3D0"/>
                </a:solidFill>
                <a:latin typeface="Arial"/>
                <a:ea typeface="Arial"/>
                <a:cs typeface="Arial"/>
              </a:defRPr>
            </a:defPPr>
            <a:lvl1pPr>
              <a:defRPr sz="2250" b="0">
                <a:solidFill>
                  <a:srgbClr val="D5E3D0"/>
                </a:solidFill>
                <a:latin typeface="Arial"/>
                <a:ea typeface="Arial"/>
                <a:cs typeface="Arial"/>
              </a:defRPr>
            </a:lvl1pPr>
            <a:lvl2pPr>
              <a:defRPr sz="2250" b="0">
                <a:solidFill>
                  <a:srgbClr val="D5E3D0"/>
                </a:solidFill>
                <a:latin typeface="Arial"/>
                <a:ea typeface="Arial"/>
                <a:cs typeface="Arial"/>
              </a:defRPr>
            </a:lvl2pPr>
            <a:lvl3pPr>
              <a:defRPr sz="2250" b="0">
                <a:solidFill>
                  <a:srgbClr val="D5E3D0"/>
                </a:solidFill>
                <a:latin typeface="Arial"/>
                <a:ea typeface="Arial"/>
                <a:cs typeface="Arial"/>
              </a:defRPr>
            </a:lvl3pPr>
            <a:lvl4pPr>
              <a:defRPr sz="2250" b="0">
                <a:solidFill>
                  <a:srgbClr val="D5E3D0"/>
                </a:solidFill>
                <a:latin typeface="Arial"/>
                <a:ea typeface="Arial"/>
                <a:cs typeface="Arial"/>
              </a:defRPr>
            </a:lvl4pPr>
            <a:lvl5pPr>
              <a:defRPr sz="2250" b="0">
                <a:solidFill>
                  <a:srgbClr val="D5E3D0"/>
                </a:solidFill>
                <a:latin typeface="Arial"/>
                <a:ea typeface="Arial"/>
                <a:cs typeface="Arial"/>
              </a:defRPr>
            </a:lvl5pPr>
            <a:lvl6pPr>
              <a:defRPr sz="2250" b="0">
                <a:solidFill>
                  <a:srgbClr val="D5E3D0"/>
                </a:solidFill>
                <a:latin typeface="Arial"/>
                <a:ea typeface="Arial"/>
                <a:cs typeface="Arial"/>
              </a:defRPr>
            </a:lvl6pPr>
            <a:lvl7pPr>
              <a:defRPr sz="2250" b="0">
                <a:solidFill>
                  <a:srgbClr val="D5E3D0"/>
                </a:solidFill>
                <a:latin typeface="Arial"/>
                <a:ea typeface="Arial"/>
                <a:cs typeface="Arial"/>
              </a:defRPr>
            </a:lvl7pPr>
            <a:lvl8pPr>
              <a:defRPr sz="2250" b="0">
                <a:solidFill>
                  <a:srgbClr val="D5E3D0"/>
                </a:solidFill>
                <a:latin typeface="Arial"/>
                <a:ea typeface="Arial"/>
                <a:cs typeface="Arial"/>
              </a:defRPr>
            </a:lvl8pPr>
            <a:lvl9pPr>
              <a:defRPr sz="2250" b="0">
                <a:solidFill>
                  <a:srgbClr val="D5E3D0"/>
                </a:solidFill>
                <a:latin typeface="Arial"/>
                <a:ea typeface="Arial"/>
                <a:cs typeface="Arial"/>
              </a:defRPr>
            </a:lvl9pPr>
          </a:lstStyle>
          <a:p xmlns:a="http://schemas.openxmlformats.org/drawingml/2006/main">
            <a:pPr>
              <a:defRPr sz="2250" b="0">
                <a:solidFill>
                  <a:srgbClr val="D5E3D0"/>
                </a:solidFill>
                <a:latin typeface="Arial"/>
                <a:ea typeface="Arial"/>
                <a:cs typeface="Arial"/>
              </a:defRPr>
            </a:pPr>
            <a:r>
              <a:rPr sz="2250" b="0">
                <a:solidFill>
                  <a:srgbClr val="D5E3D0"/>
                </a:solidFill>
                <a:latin typeface="Arial"/>
                <a:ea typeface="Arial"/>
                <a:cs typeface="Arial"/>
              </a:rPr>
              <a:t>Compari traseele după durată</a:t>
            </a:r>
          </a:p>
          <a:p xmlns:a="http://schemas.openxmlformats.org/drawingml/2006/main">
            <a:pPr>
              <a:defRPr sz="2250" b="0">
                <a:solidFill>
                  <a:srgbClr val="D5E3D0"/>
                </a:solidFill>
                <a:latin typeface="Arial"/>
                <a:ea typeface="Arial"/>
                <a:cs typeface="Arial"/>
              </a:defRPr>
            </a:pPr>
            <a:r>
              <a:rPr sz="2250" b="0">
                <a:solidFill>
                  <a:srgbClr val="D5E3D0"/>
                </a:solidFill>
                <a:latin typeface="Arial"/>
                <a:ea typeface="Arial"/>
                <a:cs typeface="Arial"/>
              </a:rPr>
              <a:t>și după umbra estimată.</a:t>
            </a:r>
          </a:p>
        </p:txBody>
      </p:sp>
      <p:sp>
        <p:nvSpPr>
          <p:cNvPr id="7" name="text-63">
            <a:extLst xmlns:a="http://schemas.openxmlformats.org/drawingml/2006/main">
              <a:ext uri="{FF2B5EF4-FFF2-40B4-BE49-F238E27FC236}">
                <a16:creationId xmlns:a16="http://schemas.microsoft.com/office/drawing/2014/main" id="{9CA54ADB-05D5-4141-9C15-AEA890AD0A6F}"/>
              </a:ext>
            </a:extLst>
          </p:cNvPr>
          <p:cNvSpPr>
            <a:spLocks xmlns:a="http://schemas.openxmlformats.org/drawingml/2006/main" noGrp="1"/>
          </p:cNvSpPr>
          <p:nvPr/>
        </p:nvSpPr>
        <p:spPr>
          <a:xfrm xmlns:a="http://schemas.openxmlformats.org/drawingml/2006/main">
            <a:off x="666750" y="5972175"/>
            <a:ext cx="638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Vă mulțumim!</a:t>
            </a:r>
          </a:p>
        </p:txBody>
      </p:sp>
    </p:spTree>
    <p:extLst>
      <p:ext uri="{BB962C8B-B14F-4D97-AF65-F5344CB8AC3E}">
        <p14:creationId xmlns:p14="http://schemas.microsoft.com/office/powerpoint/2010/main" val="4623194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2026-10-30T13:19:45.8750000Z</dcterms:created>
  <dcterms:modified xsi:type="dcterms:W3CDTF">2026-10-30T13:19:45.8750000Z</dcterms:modified>
</coreProperties>
</file>