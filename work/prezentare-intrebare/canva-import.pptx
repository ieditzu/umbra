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e77acab63b41c5" /><Relationship Type="http://schemas.openxmlformats.org/officeDocument/2006/relationships/extended-properties" Target="/docProps/app.xml" Id="R0589a63911404b85" /><Relationship Type="http://schemas.openxmlformats.org/officeDocument/2006/relationships/officeDocument" Target="/ppt/presentation.xml" Id="R9db3afa657a14c6d" /></Relationships>
</file>

<file path=ppt/presentation.xml><?xml version="1.0" encoding="utf-8"?>
<p:presentation xmlns:p="http://schemas.openxmlformats.org/presentationml/2006/main">
  <p:sldMasterIdLst>
    <p:sldMasterId xmlns:r="http://schemas.openxmlformats.org/officeDocument/2006/relationships" id="2147483648" r:id="Rcaad4c4e817c4504"/>
  </p:sldMasterIdLst>
  <p:notesMasterIdLst>
    <p:notesMasterId xmlns:r="http://schemas.openxmlformats.org/officeDocument/2006/relationships" r:id="Rbf864582e3e84fa7"/>
  </p:notesMasterIdLst>
  <p:sldIdLst>
    <p:sldId xmlns:r="http://schemas.openxmlformats.org/officeDocument/2006/relationships" id="256" r:id="R6223f81329ce4b16"/>
    <p:sldId xmlns:r="http://schemas.openxmlformats.org/officeDocument/2006/relationships" id="257" r:id="R953f081617e0495f"/>
    <p:sldId xmlns:r="http://schemas.openxmlformats.org/officeDocument/2006/relationships" id="258" r:id="Rdb28d2de43664cf6"/>
    <p:sldId xmlns:r="http://schemas.openxmlformats.org/officeDocument/2006/relationships" id="259" r:id="Rb23ceb91e95c47e2"/>
    <p:sldId xmlns:r="http://schemas.openxmlformats.org/officeDocument/2006/relationships" id="260" r:id="R8a5d8ec070d94cb1"/>
    <p:sldId xmlns:r="http://schemas.openxmlformats.org/officeDocument/2006/relationships" id="261" r:id="R891357f635084296"/>
    <p:sldId xmlns:r="http://schemas.openxmlformats.org/officeDocument/2006/relationships" id="262" r:id="Rc705b73fa1af4f7c"/>
    <p:sldId xmlns:r="http://schemas.openxmlformats.org/officeDocument/2006/relationships" id="263" r:id="R7fa324a1622a4c5b"/>
    <p:sldId xmlns:r="http://schemas.openxmlformats.org/officeDocument/2006/relationships" id="264" r:id="R04a138980b3e49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8208a5233f4dfd" /><Relationship Type="http://schemas.openxmlformats.org/officeDocument/2006/relationships/slideMaster" Target="/ppt/slideMasters/slideMaster1.xml" Id="Rcaad4c4e817c4504" /><Relationship Type="http://schemas.openxmlformats.org/officeDocument/2006/relationships/notesMaster" Target="/ppt/notesMasters/notesMaster1.xml" Id="Rbf864582e3e84fa7" /><Relationship Type="http://schemas.openxmlformats.org/officeDocument/2006/relationships/presProps" Target="/ppt/presProps.xml" Id="Ra19dfa94f9be4a7c" /><Relationship Type="http://schemas.openxmlformats.org/officeDocument/2006/relationships/tableStyles" Target="/ppt/tableStyles.xml" Id="Rd918be6de3e14254" /><Relationship Type="http://schemas.openxmlformats.org/officeDocument/2006/relationships/slide" Target="/ppt/slides/slide1.xml" Id="R6223f81329ce4b16" /><Relationship Type="http://schemas.openxmlformats.org/officeDocument/2006/relationships/slide" Target="/ppt/slides/slide2.xml" Id="R953f081617e0495f" /><Relationship Type="http://schemas.openxmlformats.org/officeDocument/2006/relationships/slide" Target="/ppt/slides/slide3.xml" Id="Rdb28d2de43664cf6" /><Relationship Type="http://schemas.openxmlformats.org/officeDocument/2006/relationships/slide" Target="/ppt/slides/slide4.xml" Id="Rb23ceb91e95c47e2" /><Relationship Type="http://schemas.openxmlformats.org/officeDocument/2006/relationships/slide" Target="/ppt/slides/slide5.xml" Id="R8a5d8ec070d94cb1" /><Relationship Type="http://schemas.openxmlformats.org/officeDocument/2006/relationships/slide" Target="/ppt/slides/slide6.xml" Id="R891357f635084296" /><Relationship Type="http://schemas.openxmlformats.org/officeDocument/2006/relationships/slide" Target="/ppt/slides/slide7.xml" Id="Rc705b73fa1af4f7c" /><Relationship Type="http://schemas.openxmlformats.org/officeDocument/2006/relationships/slide" Target="/ppt/slides/slide8.xml" Id="R7fa324a1622a4c5b" /><Relationship Type="http://schemas.openxmlformats.org/officeDocument/2006/relationships/slide" Target="/ppt/slides/slide9.xml" Id="R04a138980b3e49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28abb74f3048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52570051f14907" /><Relationship Type="http://schemas.openxmlformats.org/officeDocument/2006/relationships/notesMaster" Target="/ppt/notesMasters/notesMaster1.xml" Id="Re4b93ef3022641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8d4d04249a4dce" /><Relationship Type="http://schemas.openxmlformats.org/officeDocument/2006/relationships/notesMaster" Target="/ppt/notesMasters/notesMaster1.xml" Id="R62b03162789348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b69206e08e40c2" /><Relationship Type="http://schemas.openxmlformats.org/officeDocument/2006/relationships/notesMaster" Target="/ppt/notesMasters/notesMaster1.xml" Id="R2029233e1fba44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68f6f0aa6c4019" /><Relationship Type="http://schemas.openxmlformats.org/officeDocument/2006/relationships/notesMaster" Target="/ppt/notesMasters/notesMaster1.xml" Id="Rc250656b0a4943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039165945e478b" /><Relationship Type="http://schemas.openxmlformats.org/officeDocument/2006/relationships/notesMaster" Target="/ppt/notesMasters/notesMaster1.xml" Id="R6205fdd1d38c46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61e002f3724488" /><Relationship Type="http://schemas.openxmlformats.org/officeDocument/2006/relationships/notesMaster" Target="/ppt/notesMasters/notesMaster1.xml" Id="R42924a7c29f845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473d1dcb45493e" /><Relationship Type="http://schemas.openxmlformats.org/officeDocument/2006/relationships/notesMaster" Target="/ppt/notesMasters/notesMaster1.xml" Id="R4a760ea3711547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a64902caaa4cf6" /><Relationship Type="http://schemas.openxmlformats.org/officeDocument/2006/relationships/notesMaster" Target="/ppt/notesMasters/notesMaster1.xml" Id="Rcd60e8188eba4c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b0ce495e384662" /><Relationship Type="http://schemas.openxmlformats.org/officeDocument/2006/relationships/notesMaster" Target="/ppt/notesMasters/notesMaster1.xml" Id="R009f7f32641b49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(20 secunde)</a:t>
            </a:r>
          </a:p>
          <a:p xmlns:a="http://schemas.openxmlformats.org/drawingml/2006/main">
            <a:r>
              <a:t/>
            </a:r>
          </a:p>
          <a:p xmlns:a="http://schemas.openxmlformats.org/drawingml/2006/main">
            <a:r>
              <a:t>Pe aceeași stradă, un trotuar poate fi în soare, iar celălalt în umbră. UMBRA ține cont de această diferență când alegem drumul. Povestea a început însă cu o altă întrebare despre umbre.</a:t>
            </a:r>
          </a:p>
          <a:p xmlns:a="http://schemas.openxmlformats.org/drawingml/2006/main">
            <a:r>
              <a:t/>
            </a:r>
          </a:p>
          <a:p xmlns:a="http://schemas.openxmlformats.org/drawingml/2006/main">
            <a:r>
              <a:t>SURSE</a:t>
            </a:r>
          </a:p>
          <a:p xmlns:a="http://schemas.openxmlformats.org/drawingml/2006/main">
            <a:r>
              <a:t>Fișa de înscriere RoSEF, 21.09.2026</a:t>
            </a:r>
          </a:p>
          <a:p xmlns:a="http://schemas.openxmlformats.org/drawingml/2006/main">
            <a:r>
              <a:t>README.md</a:t>
            </a:r>
          </a:p>
          <a:p xmlns:a="http://schemas.openxmlformats.org/drawingml/2006/main">
            <a:r>
              <a:t/>
            </a:r>
          </a:p>
          <a:p xmlns:a="http://schemas.openxmlformats.org/drawingml/2006/main">
            <a:br/>
            <a:r>
              <a:t>Asistență AI pentru redactare, documentare și design. Autorii verifică și își asumă conținutul. Documentele sursă separă funcțiile existente de cercetarea înălțimilor din umbre.</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00:20–00:50 (30 secunde)</a:t>
            </a:r>
          </a:p>
          <a:p xmlns:a="http://schemas.openxmlformats.org/drawingml/2006/main">
            <a:r>
              <a:t/>
            </a:r>
          </a:p>
          <a:p xmlns:a="http://schemas.openxmlformats.org/drawingml/2006/main">
            <a:r>
              <a:t>În fișa de înscriere, am pornit de la o persoană ascunsă după colț: poate umbra ei să apară înaintea persoanei în imagine? Am comparat o scenă goală cu o filmare de mers și o vedere de referință. Am folosit apoi geometria umbrelor pentru trasee pietonale. Cum multe clădiri nu aveau înălțimea în datele hărții, am introdus și măsurarea lor din umbră.</a:t>
            </a:r>
          </a:p>
          <a:p xmlns:a="http://schemas.openxmlformats.org/drawingml/2006/main">
            <a:r>
              <a:t/>
            </a:r>
          </a:p>
          <a:p xmlns:a="http://schemas.openxmlformats.org/drawingml/2006/main">
            <a:r>
              <a:t>SURSE</a:t>
            </a:r>
          </a:p>
          <a:p xmlns:a="http://schemas.openxmlformats.org/drawingml/2006/main">
            <a:r>
              <a:t>Fișa de înscriere RoSEF, paginile 1–2</a:t>
            </a:r>
          </a:p>
          <a:p xmlns:a="http://schemas.openxmlformats.org/drawingml/2006/main">
            <a:r>
              <a:t>docs/istoric-proiect/README.md</a:t>
            </a:r>
          </a:p>
          <a:p xmlns:a="http://schemas.openxmlformats.org/drawingml/2006/main">
            <a:r>
              <a:t>docs/istoric-proiect/versiunea-camera/overview-original.txt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00:50–01:25 (35 secunde)</a:t>
            </a:r>
          </a:p>
          <a:p xmlns:a="http://schemas.openxmlformats.org/drawingml/2006/main">
            <a:r>
              <a:t/>
            </a:r>
          </a:p>
          <a:p xmlns:a="http://schemas.openxmlformats.org/drawingml/2006/main">
            <a:r>
              <a:t>Întrebarea noastră este în ce condiții putem estima înălțimea unei clădiri din umbră și folosi această estimare pentru trasee mai umbrite. Alegem destinația și ora plecării. Harta afișează clădirile și umbrele estimate. Telefonul arată poziția GPS, iar calculatorul calculează umbrele și traseele. Putem vedea clădirile în trei dimensiuni și urmări drumul, timpul rămas și ora estimată a sosirii. Traseele folosesc rețeaua pietonală pregătită pentru Constanța, Mamaia și Palazu Mare.</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mobile/src/app/index.tsx</a:t>
            </a:r>
          </a:p>
          <a:p xmlns:a="http://schemas.openxmlformats.org/drawingml/2006/main">
            <a:r>
              <a:t>https://www.openstreetmap.org/copyright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01:25–02:00 (35 secunde)</a:t>
            </a:r>
          </a:p>
          <a:p xmlns:a="http://schemas.openxmlformats.org/drawingml/2006/main">
            <a:r>
              <a:t/>
            </a:r>
          </a:p>
          <a:p xmlns:a="http://schemas.openxmlformats.org/drawingml/2006/main">
            <a:r>
              <a:t>Aplicația compară până la trei variante: Rapid, Echilibrat și Mai multă umbră. Vedem durata, distanța și timpul estimat în umbră și alegem cât timp în plus acceptăm să mergem. Pe traseu, umbra este estimată pentru momentul în care parcurgem fiecare segment. Dacă datele sunt insuficiente, expunerea apare ca necunoscută.</a:t>
            </a:r>
          </a:p>
          <a:p xmlns:a="http://schemas.openxmlformats.org/drawingml/2006/main">
            <a:r>
              <a:t/>
            </a:r>
          </a:p>
          <a:p xmlns:a="http://schemas.openxmlformats.org/drawingml/2006/main">
            <a:r>
              <a:t>SURSE</a:t>
            </a:r>
          </a:p>
          <a:p xmlns:a="http://schemas.openxmlformats.org/drawingml/2006/main">
            <a:r>
              <a:t>mobile/src/domain/routes.ts</a:t>
            </a:r>
          </a:p>
          <a:p xmlns:a="http://schemas.openxmlformats.org/drawingml/2006/main">
            <a:r>
              <a:t>mobile/src/components/RouteCard.tsx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02:00–02:25 (25 secunde)</a:t>
            </a:r>
          </a:p>
          <a:p xmlns:a="http://schemas.openxmlformats.org/drawingml/2006/main">
            <a:r>
              <a:t/>
            </a:r>
          </a:p>
          <a:p xmlns:a="http://schemas.openxmlformats.org/drawingml/2006/main">
            <a:r>
              <a:t>Pentru a calcula umbra avem nevoie și de înălțimea clădirii. În datele pentru Constanța, Mamaia și Palazu Mare sunt peste cincizeci și una de mii de clădiri, iar aproape optzeci și opt la sută nu au informații despre înălțime sau etaje. Aici intervine partea de cercetare a proiectului.</a:t>
            </a:r>
          </a:p>
          <a:p xmlns:a="http://schemas.openxmlformats.org/drawingml/2006/main">
            <a:r>
              <a:t/>
            </a:r>
          </a:p>
          <a:p xmlns:a="http://schemas.openxmlformats.org/drawingml/2006/main">
            <a:r>
              <a:t>SURSE</a:t>
            </a:r>
          </a:p>
          <a:p xmlns:a="http://schemas.openxmlformats.org/drawingml/2006/main">
            <a:r>
              <a:t>docs/shadow-heights.md §1</a:t>
            </a:r>
          </a:p>
          <a:p xmlns:a="http://schemas.openxmlformats.org/drawingml/2006/main">
            <a:r>
              <a:t>mobile/assets/data/constanta-city.json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02:25–03:05 (40 secunde)</a:t>
            </a:r>
          </a:p>
          <a:p xmlns:a="http://schemas.openxmlformats.org/drawingml/2006/main">
            <a:r>
              <a:t/>
            </a:r>
          </a:p>
          <a:p xmlns:a="http://schemas.openxmlformats.org/drawingml/2006/main">
            <a:r>
              <a:t>În modul de măsurare alegem o clădire și urmărim pe hartă direcția umbrei. Lungimea poate fi introdusă cu ruleta sau laserul, cu ajutorul GPS-ului ori dintr-o fotografie aeriană. Aplicația calculează unghiul Soarelui din loc, dată și oră și estimează înălțimea prin formula de pe ecran. O măsurare confirmată poate fi folosită în calculul umbrelor și al traseelor.</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docs/shadow-heights.md — Implementation status</a:t>
            </a:r>
          </a:p>
          <a:p xmlns:a="http://schemas.openxmlformats.org/drawingml/2006/main">
            <a:r>
              <a:t>mobile/src/engine/shadowMeasure.ts</a:t>
            </a:r>
          </a:p>
          <a:p xmlns:a="http://schemas.openxmlformats.org/drawingml/2006/main">
            <a:r>
              <a:t>https://gml.noaa.gov/grad/solcalc/calcdetails.html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03:05–03:40 (35 secunde)</a:t>
            </a:r>
          </a:p>
          <a:p xmlns:a="http://schemas.openxmlformats.org/drawingml/2006/main">
            <a:r>
              <a:t/>
            </a:r>
          </a:p>
          <a:p xmlns:a="http://schemas.openxmlformats.org/drawingml/2006/main">
            <a:r>
              <a:t>Ora contează. În exemplul calculat, păstrăm o abatere de cinci metri la lungimea umbrei. La un unghi solar de treizeci și două virgulă nouă grade, efectul asupra înălțimii este de aproximativ trei virgulă doi metri; la șaizeci și nouă virgulă două grade, ajunge la treisprezece virgulă doi metri. Soarele mai jos reduce această amplificare, dar umbrele mai lungi pot întâlni obstacole.</a:t>
            </a:r>
          </a:p>
          <a:p xmlns:a="http://schemas.openxmlformats.org/drawingml/2006/main">
            <a:r>
              <a:t/>
            </a:r>
          </a:p>
          <a:p xmlns:a="http://schemas.openxmlformats.org/drawingml/2006/main">
            <a:r>
              <a:t>SURSE</a:t>
            </a:r>
          </a:p>
          <a:p xmlns:a="http://schemas.openxmlformats.org/drawingml/2006/main">
            <a:r>
              <a:t>docs/paper/measurability.json</a:t>
            </a:r>
          </a:p>
          <a:p xmlns:a="http://schemas.openxmlformats.org/drawingml/2006/main">
            <a:r>
              <a:t>docs/shadow-heights.md §3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03:40–04:15 (35 secunde)</a:t>
            </a:r>
          </a:p>
          <a:p xmlns:a="http://schemas.openxmlformats.org/drawingml/2006/main">
            <a:r>
              <a:t/>
            </a:r>
          </a:p>
          <a:p xmlns:a="http://schemas.openxmlformats.org/drawingml/2006/main">
            <a:r>
              <a:t>Am analizat clădirile din datele OpenStreetMap și le-am comparat cu estimările GlobalBuildingAtlas. În grupul cu înălțimi între douăzeci și patruzeci de metri am găsit zece clădiri. Pentru acestea, GBA este în medie cu cincisprezece virgulă șapte metri sub valorile OSM. Graficul compară două baze de date, iar cifrele nu reprezintă măsurători independente pe teren. Această analiză arată de ce sursa înălțimii contează când calculăm umbra.</a:t>
            </a:r>
          </a:p>
          <a:p xmlns:a="http://schemas.openxmlformats.org/drawingml/2006/main">
            <a:r>
              <a:t/>
            </a:r>
          </a:p>
          <a:p xmlns:a="http://schemas.openxmlformats.org/drawingml/2006/main">
            <a:r>
              <a:t>SURSE</a:t>
            </a:r>
          </a:p>
          <a:p xmlns:a="http://schemas.openxmlformats.org/drawingml/2006/main">
            <a:r>
              <a:t>docs/research/gba-heights/summary.json</a:t>
            </a:r>
          </a:p>
          <a:p xmlns:a="http://schemas.openxmlformats.org/drawingml/2006/main">
            <a:r>
              <a:t>docs/research/gba-heights/README.md</a:t>
            </a:r>
          </a:p>
          <a:p xmlns:a="http://schemas.openxmlformats.org/drawingml/2006/main">
            <a:r>
              <a:t>https://doi.org/10.5194/essd-17-6647-2025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04:15–05:00 (45 secunde)</a:t>
            </a:r>
          </a:p>
          <a:p xmlns:a="http://schemas.openxmlformats.org/drawingml/2006/main">
            <a:r>
              <a:t/>
            </a:r>
          </a:p>
          <a:p xmlns:a="http://schemas.openxmlformats.org/drawingml/2006/main">
            <a:r>
              <a:t>Clădirile, poziția Soarelui și ora ne ajută să estimăm umbrele pe hartă. Apoi comparăm traseele după durată și expunere. Utilizatorul alege cât ocol acceptă și ce variantă preferă. De la umbra unei persoane la umbra clădirilor, am păstrat aceeași întrebare: ce informații utile putem afla dintr-o umbră? UMBRA folosește răspunsul pentru a ajuta oamenii să aleagă drumul. Vă mulțumim!</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docs/istoric-proiect/README.md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a6b7b1939c4a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d57a42bc5c49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3848bc4c024a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992dd4ad8043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03838056af4b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7cb3fbd9024b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1F857B-7984-4571-90D8-184DCBFE28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DAAA59-6E38-4F88-B624-0A4FE57E208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1CEC15-C967-4387-9C51-F3A807C4FD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ABAD7F-8D60-4A44-9679-C9FCF84081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C07DE5F-33DA-4237-AAD7-2C80947F5DA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3DE556-B8D3-4E1C-892F-2B07EB2A9D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9E5893-ABC2-429B-8188-54F48DD67F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05A6E9A-AEF2-411E-8589-D59B417055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BD7557-2F04-483C-96DF-C4FA760D1B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B0B193-7438-4810-80ED-13E43C7F86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3159af50e745df" /><Relationship Type="http://schemas.openxmlformats.org/officeDocument/2006/relationships/slideLayout" Target="/ppt/slideLayouts/slideLayout1.xml" Id="Rb27bd7af436046b9" /><Relationship Type="http://schemas.openxmlformats.org/officeDocument/2006/relationships/slideLayout" Target="/ppt/slideLayouts/slideLayout2.xml" Id="R3a1c1c9b06954ef5" /><Relationship Type="http://schemas.openxmlformats.org/officeDocument/2006/relationships/slideLayout" Target="/ppt/slideLayouts/slideLayout3.xml" Id="R7eb0abe110dc47d3" /><Relationship Type="http://schemas.openxmlformats.org/officeDocument/2006/relationships/slideLayout" Target="/ppt/slideLayouts/slideLayout4.xml" Id="Rb4aff5c7c14b4b0f" /><Relationship Type="http://schemas.openxmlformats.org/officeDocument/2006/relationships/slideLayout" Target="/ppt/slideLayouts/slideLayout5.xml" Id="Rcb546d0ce11048f0" /><Relationship Type="http://schemas.openxmlformats.org/officeDocument/2006/relationships/slideLayout" Target="/ppt/slideLayouts/slideLayout6.xml" Id="R726f53a5f40d4e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7bd7af436046b9"/>
    <p:sldLayoutId xmlns:r="http://schemas.openxmlformats.org/officeDocument/2006/relationships" id="2147483650" r:id="R3a1c1c9b06954ef5"/>
    <p:sldLayoutId xmlns:r="http://schemas.openxmlformats.org/officeDocument/2006/relationships" id="2147483651" r:id="R7eb0abe110dc47d3"/>
    <p:sldLayoutId xmlns:r="http://schemas.openxmlformats.org/officeDocument/2006/relationships" id="2147483652" r:id="Rb4aff5c7c14b4b0f"/>
    <p:sldLayoutId xmlns:r="http://schemas.openxmlformats.org/officeDocument/2006/relationships" id="2147483653" r:id="Rcb546d0ce11048f0"/>
    <p:sldLayoutId xmlns:r="http://schemas.openxmlformats.org/officeDocument/2006/relationships" id="2147483654" r:id="R726f53a5f40d4e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93b792e509f4de8" /><Relationship Type="http://schemas.openxmlformats.org/officeDocument/2006/relationships/image" Target="/ppt/media/image.png" Id="R494dba901d494171" /><Relationship Type="http://schemas.openxmlformats.org/officeDocument/2006/relationships/notesSlide" Target="/ppt/notesSlides/notesSlide1.xml" Id="R22b8f3c289f248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69260e8aa74b2e" /><Relationship Type="http://schemas.openxmlformats.org/officeDocument/2006/relationships/notesSlide" Target="/ppt/notesSlides/notesSlide2.xml" Id="Rb416de27b1304c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0ac0e885f54c40" /><Relationship Type="http://schemas.openxmlformats.org/officeDocument/2006/relationships/image" Target="/ppt/media/image2.png" Id="Rfd82087dcb094d3f" /><Relationship Type="http://schemas.openxmlformats.org/officeDocument/2006/relationships/notesSlide" Target="/ppt/notesSlides/notesSlide3.xml" Id="R3e018d0312ed47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bb94de69374976" /><Relationship Type="http://schemas.openxmlformats.org/officeDocument/2006/relationships/notesSlide" Target="/ppt/notesSlides/notesSlide4.xml" Id="R02c14ec43c674a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593d2cb31714629" /><Relationship Type="http://schemas.openxmlformats.org/officeDocument/2006/relationships/notesSlide" Target="/ppt/notesSlides/notesSlide5.xml" Id="Rb258d1bf565e4c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40f8c5a81ae4004" /><Relationship Type="http://schemas.openxmlformats.org/officeDocument/2006/relationships/notesSlide" Target="/ppt/notesSlides/notesSlide6.xml" Id="R94f4312891714c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526fadc2bc148ea" /><Relationship Type="http://schemas.openxmlformats.org/officeDocument/2006/relationships/notesSlide" Target="/ppt/notesSlides/notesSlide7.xml" Id="R8a6c12eef85147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cff582eac74915" /><Relationship Type="http://schemas.openxmlformats.org/officeDocument/2006/relationships/notesSlide" Target="/ppt/notesSlides/notesSlide8.xml" Id="R301b5bb2bcf74f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8d0f3e8e85a47ab" /><Relationship Type="http://schemas.openxmlformats.org/officeDocument/2006/relationships/notesSlide" Target="/ppt/notesSlides/notesSlide9.xml" Id="Rfcbf67fe550f4867" /></Relationships>
</file>

<file path=ppt/slides/slide1.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F22A364C-0757-4AE6-8719-09B568C2148F}"/>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01</a:t>
            </a:r>
          </a:p>
        </p:txBody>
      </p:sp>
      <p:sp>
        <p:nvSpPr>
          <p:cNvPr id="2" name="shape-2">
            <a:extLst xmlns:a="http://schemas.openxmlformats.org/drawingml/2006/main">
              <a:ext uri="{FF2B5EF4-FFF2-40B4-BE49-F238E27FC236}">
                <a16:creationId xmlns:a16="http://schemas.microsoft.com/office/drawing/2014/main" id="{D3332AA8-D0FA-4F6A-958C-5D3357A579C2}"/>
              </a:ext>
            </a:extLst>
          </p:cNvPr>
          <p:cNvSpPr>
            <a:spLocks xmlns:a="http://schemas.openxmlformats.org/drawingml/2006/main" noGrp="1"/>
          </p:cNvSpPr>
          <p:nvPr/>
        </p:nvSpPr>
        <p:spPr>
          <a:xfrm xmlns:a="http://schemas.openxmlformats.org/drawingml/2006/main" rot="0">
            <a:off x="7924800" y="0"/>
            <a:ext cx="4267200" cy="6858000"/>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DA8B8411-D5E1-41E5-BA25-AC9B05A5D298}"/>
              </a:ext>
            </a:extLst>
          </p:cNvPr>
          <p:cNvPicPr>
            <a:picLocks xmlns:a="http://schemas.openxmlformats.org/drawingml/2006/main" noChangeAspect="1"/>
          </p:cNvPicPr>
          <p:nvPr/>
        </p:nvPicPr>
        <p:blipFill>
          <a:blip xmlns:r="http://schemas.openxmlformats.org/officeDocument/2006/relationships" xmlns:a="http://schemas.openxmlformats.org/drawingml/2006/main" r:embed="R494dba901d494171"/>
          <a:srcRect xmlns:a="http://schemas.openxmlformats.org/drawingml/2006/main" l="5" t="0" r="5" b="0"/>
          <a:stretch xmlns:a="http://schemas.openxmlformats.org/drawingml/2006/main">
            <a:fillRect l="0" t="0" r="0" b="0"/>
          </a:stretch>
        </p:blipFill>
        <p:spPr>
          <a:xfrm xmlns:a="http://schemas.openxmlformats.org/drawingml/2006/main">
            <a:off x="7924800" y="0"/>
            <a:ext cx="4267200" cy="6543675"/>
          </a:xfrm>
          <a:prstGeom xmlns:a="http://schemas.openxmlformats.org/drawingml/2006/main" prst="rect">
            <a:avLst/>
          </a:prstGeom>
        </p:spPr>
      </p:pic>
      <p:sp>
        <p:nvSpPr>
          <p:cNvPr id="4" name="shape-3">
            <a:extLst xmlns:a="http://schemas.openxmlformats.org/drawingml/2006/main">
              <a:ext uri="{FF2B5EF4-FFF2-40B4-BE49-F238E27FC236}">
                <a16:creationId xmlns:a16="http://schemas.microsoft.com/office/drawing/2014/main" id="{A93503E8-74AE-4BF8-B308-BC5C959034C4}"/>
              </a:ext>
            </a:extLst>
          </p:cNvPr>
          <p:cNvSpPr>
            <a:spLocks xmlns:a="http://schemas.openxmlformats.org/drawingml/2006/main" noGrp="1"/>
          </p:cNvSpPr>
          <p:nvPr/>
        </p:nvSpPr>
        <p:spPr>
          <a:xfrm xmlns:a="http://schemas.openxmlformats.org/drawingml/2006/main" rot="0">
            <a:off x="7924800" y="6543675"/>
            <a:ext cx="4267200" cy="314325"/>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03AB6F5F-F93C-4201-9893-20E58C92B3C8}"/>
              </a:ext>
            </a:extLst>
          </p:cNvPr>
          <p:cNvSpPr>
            <a:spLocks xmlns:a="http://schemas.openxmlformats.org/drawingml/2006/main" noGrp="1"/>
          </p:cNvSpPr>
          <p:nvPr/>
        </p:nvSpPr>
        <p:spPr>
          <a:xfrm xmlns:a="http://schemas.openxmlformats.org/drawingml/2006/main">
            <a:off x="8086725" y="6619875"/>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53675A"/>
                </a:solidFill>
                <a:latin typeface="Arial"/>
                <a:ea typeface="Arial"/>
                <a:cs typeface="Arial"/>
              </a:defRPr>
            </a:defPPr>
            <a:lvl1pPr>
              <a:defRPr sz="1050" b="0">
                <a:solidFill>
                  <a:srgbClr val="53675A"/>
                </a:solidFill>
                <a:latin typeface="Arial"/>
                <a:ea typeface="Arial"/>
                <a:cs typeface="Arial"/>
              </a:defRPr>
            </a:lvl1pPr>
            <a:lvl2pPr>
              <a:defRPr sz="1050" b="0">
                <a:solidFill>
                  <a:srgbClr val="53675A"/>
                </a:solidFill>
                <a:latin typeface="Arial"/>
                <a:ea typeface="Arial"/>
                <a:cs typeface="Arial"/>
              </a:defRPr>
            </a:lvl2pPr>
            <a:lvl3pPr>
              <a:defRPr sz="1050" b="0">
                <a:solidFill>
                  <a:srgbClr val="53675A"/>
                </a:solidFill>
                <a:latin typeface="Arial"/>
                <a:ea typeface="Arial"/>
                <a:cs typeface="Arial"/>
              </a:defRPr>
            </a:lvl3pPr>
            <a:lvl4pPr>
              <a:defRPr sz="1050" b="0">
                <a:solidFill>
                  <a:srgbClr val="53675A"/>
                </a:solidFill>
                <a:latin typeface="Arial"/>
                <a:ea typeface="Arial"/>
                <a:cs typeface="Arial"/>
              </a:defRPr>
            </a:lvl4pPr>
            <a:lvl5pPr>
              <a:defRPr sz="1050" b="0">
                <a:solidFill>
                  <a:srgbClr val="53675A"/>
                </a:solidFill>
                <a:latin typeface="Arial"/>
                <a:ea typeface="Arial"/>
                <a:cs typeface="Arial"/>
              </a:defRPr>
            </a:lvl5pPr>
            <a:lvl6pPr>
              <a:defRPr sz="1050" b="0">
                <a:solidFill>
                  <a:srgbClr val="53675A"/>
                </a:solidFill>
                <a:latin typeface="Arial"/>
                <a:ea typeface="Arial"/>
                <a:cs typeface="Arial"/>
              </a:defRPr>
            </a:lvl6pPr>
            <a:lvl7pPr>
              <a:defRPr sz="1050" b="0">
                <a:solidFill>
                  <a:srgbClr val="53675A"/>
                </a:solidFill>
                <a:latin typeface="Arial"/>
                <a:ea typeface="Arial"/>
                <a:cs typeface="Arial"/>
              </a:defRPr>
            </a:lvl7pPr>
            <a:lvl8pPr>
              <a:defRPr sz="1050" b="0">
                <a:solidFill>
                  <a:srgbClr val="53675A"/>
                </a:solidFill>
                <a:latin typeface="Arial"/>
                <a:ea typeface="Arial"/>
                <a:cs typeface="Arial"/>
              </a:defRPr>
            </a:lvl8pPr>
            <a:lvl9pPr>
              <a:defRPr sz="1050" b="0">
                <a:solidFill>
                  <a:srgbClr val="53675A"/>
                </a:solidFill>
                <a:latin typeface="Arial"/>
                <a:ea typeface="Arial"/>
                <a:cs typeface="Arial"/>
              </a:defRPr>
            </a:lvl9pPr>
          </a:lstStyle>
          <a:p xmlns:a="http://schemas.openxmlformats.org/drawingml/2006/main">
            <a:pPr>
              <a:defRPr sz="1050" b="0">
                <a:solidFill>
                  <a:srgbClr val="53675A"/>
                </a:solidFill>
                <a:latin typeface="Arial"/>
                <a:ea typeface="Arial"/>
                <a:cs typeface="Arial"/>
              </a:defRPr>
            </a:pPr>
            <a:r>
              <a:rPr sz="1050" b="0">
                <a:solidFill>
                  <a:srgbClr val="53675A"/>
                </a:solidFill>
                <a:latin typeface="Arial"/>
                <a:ea typeface="Arial"/>
                <a:cs typeface="Arial"/>
              </a:rPr>
              <a:t>Constanța. Date: © OpenStreetMap contributors</a:t>
            </a:r>
          </a:p>
        </p:txBody>
      </p:sp>
      <p:sp>
        <p:nvSpPr>
          <p:cNvPr id="6" name="text-5">
            <a:extLst xmlns:a="http://schemas.openxmlformats.org/drawingml/2006/main">
              <a:ext uri="{FF2B5EF4-FFF2-40B4-BE49-F238E27FC236}">
                <a16:creationId xmlns:a16="http://schemas.microsoft.com/office/drawing/2014/main" id="{92616E61-D95C-416F-B843-856AE9EC8868}"/>
              </a:ext>
            </a:extLst>
          </p:cNvPr>
          <p:cNvSpPr>
            <a:spLocks xmlns:a="http://schemas.openxmlformats.org/drawingml/2006/main" noGrp="1"/>
          </p:cNvSpPr>
          <p:nvPr/>
        </p:nvSpPr>
        <p:spPr>
          <a:xfrm xmlns:a="http://schemas.openxmlformats.org/drawingml/2006/main">
            <a:off x="619125" y="590550"/>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1">
                <a:solidFill>
                  <a:srgbClr val="00734B"/>
                </a:solidFill>
                <a:latin typeface="Arial"/>
                <a:ea typeface="Arial"/>
                <a:cs typeface="Arial"/>
              </a:defRPr>
            </a:defPPr>
            <a:lvl1pPr>
              <a:defRPr sz="1725" b="1">
                <a:solidFill>
                  <a:srgbClr val="00734B"/>
                </a:solidFill>
                <a:latin typeface="Arial"/>
                <a:ea typeface="Arial"/>
                <a:cs typeface="Arial"/>
              </a:defRPr>
            </a:lvl1pPr>
            <a:lvl2pPr>
              <a:defRPr sz="1725" b="1">
                <a:solidFill>
                  <a:srgbClr val="00734B"/>
                </a:solidFill>
                <a:latin typeface="Arial"/>
                <a:ea typeface="Arial"/>
                <a:cs typeface="Arial"/>
              </a:defRPr>
            </a:lvl2pPr>
            <a:lvl3pPr>
              <a:defRPr sz="1725" b="1">
                <a:solidFill>
                  <a:srgbClr val="00734B"/>
                </a:solidFill>
                <a:latin typeface="Arial"/>
                <a:ea typeface="Arial"/>
                <a:cs typeface="Arial"/>
              </a:defRPr>
            </a:lvl3pPr>
            <a:lvl4pPr>
              <a:defRPr sz="1725" b="1">
                <a:solidFill>
                  <a:srgbClr val="00734B"/>
                </a:solidFill>
                <a:latin typeface="Arial"/>
                <a:ea typeface="Arial"/>
                <a:cs typeface="Arial"/>
              </a:defRPr>
            </a:lvl4pPr>
            <a:lvl5pPr>
              <a:defRPr sz="1725" b="1">
                <a:solidFill>
                  <a:srgbClr val="00734B"/>
                </a:solidFill>
                <a:latin typeface="Arial"/>
                <a:ea typeface="Arial"/>
                <a:cs typeface="Arial"/>
              </a:defRPr>
            </a:lvl5pPr>
            <a:lvl6pPr>
              <a:defRPr sz="1725" b="1">
                <a:solidFill>
                  <a:srgbClr val="00734B"/>
                </a:solidFill>
                <a:latin typeface="Arial"/>
                <a:ea typeface="Arial"/>
                <a:cs typeface="Arial"/>
              </a:defRPr>
            </a:lvl6pPr>
            <a:lvl7pPr>
              <a:defRPr sz="1725" b="1">
                <a:solidFill>
                  <a:srgbClr val="00734B"/>
                </a:solidFill>
                <a:latin typeface="Arial"/>
                <a:ea typeface="Arial"/>
                <a:cs typeface="Arial"/>
              </a:defRPr>
            </a:lvl7pPr>
            <a:lvl8pPr>
              <a:defRPr sz="1725" b="1">
                <a:solidFill>
                  <a:srgbClr val="00734B"/>
                </a:solidFill>
                <a:latin typeface="Arial"/>
                <a:ea typeface="Arial"/>
                <a:cs typeface="Arial"/>
              </a:defRPr>
            </a:lvl8pPr>
            <a:lvl9pPr>
              <a:defRPr sz="1725" b="1">
                <a:solidFill>
                  <a:srgbClr val="00734B"/>
                </a:solidFill>
                <a:latin typeface="Arial"/>
                <a:ea typeface="Arial"/>
                <a:cs typeface="Arial"/>
              </a:defRPr>
            </a:lvl9pPr>
          </a:lstStyle>
          <a:p xmlns:a="http://schemas.openxmlformats.org/drawingml/2006/main">
            <a:pPr>
              <a:defRPr sz="1725" b="1">
                <a:solidFill>
                  <a:srgbClr val="00734B"/>
                </a:solidFill>
                <a:latin typeface="Arial"/>
                <a:ea typeface="Arial"/>
                <a:cs typeface="Arial"/>
              </a:defRPr>
            </a:pPr>
            <a:r>
              <a:rPr sz="1725" b="1">
                <a:solidFill>
                  <a:srgbClr val="00734B"/>
                </a:solidFill>
                <a:latin typeface="Arial"/>
                <a:ea typeface="Arial"/>
                <a:cs typeface="Arial"/>
              </a:rPr>
              <a:t>RoSEF 2026</a:t>
            </a:r>
          </a:p>
        </p:txBody>
      </p:sp>
      <p:sp>
        <p:nvSpPr>
          <p:cNvPr id="7" name="text-6">
            <a:extLst xmlns:a="http://schemas.openxmlformats.org/drawingml/2006/main">
              <a:ext uri="{FF2B5EF4-FFF2-40B4-BE49-F238E27FC236}">
                <a16:creationId xmlns:a16="http://schemas.microsoft.com/office/drawing/2014/main" id="{2789BB76-035F-47CF-A5D1-D8CE1899E39D}"/>
              </a:ext>
            </a:extLst>
          </p:cNvPr>
          <p:cNvSpPr>
            <a:spLocks xmlns:a="http://schemas.openxmlformats.org/drawingml/2006/main" noGrp="1"/>
          </p:cNvSpPr>
          <p:nvPr/>
        </p:nvSpPr>
        <p:spPr>
          <a:xfrm xmlns:a="http://schemas.openxmlformats.org/drawingml/2006/main">
            <a:off x="542925" y="1562100"/>
            <a:ext cx="7029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8625" b="1">
                <a:solidFill>
                  <a:srgbClr val="143B2C"/>
                </a:solidFill>
                <a:latin typeface="Arial"/>
                <a:ea typeface="Arial"/>
                <a:cs typeface="Arial"/>
              </a:defRPr>
            </a:defPPr>
            <a:lvl1pPr>
              <a:defRPr sz="8625" b="1">
                <a:solidFill>
                  <a:srgbClr val="143B2C"/>
                </a:solidFill>
                <a:latin typeface="Arial"/>
                <a:ea typeface="Arial"/>
                <a:cs typeface="Arial"/>
              </a:defRPr>
            </a:lvl1pPr>
            <a:lvl2pPr>
              <a:defRPr sz="8625" b="1">
                <a:solidFill>
                  <a:srgbClr val="143B2C"/>
                </a:solidFill>
                <a:latin typeface="Arial"/>
                <a:ea typeface="Arial"/>
                <a:cs typeface="Arial"/>
              </a:defRPr>
            </a:lvl2pPr>
            <a:lvl3pPr>
              <a:defRPr sz="8625" b="1">
                <a:solidFill>
                  <a:srgbClr val="143B2C"/>
                </a:solidFill>
                <a:latin typeface="Arial"/>
                <a:ea typeface="Arial"/>
                <a:cs typeface="Arial"/>
              </a:defRPr>
            </a:lvl3pPr>
            <a:lvl4pPr>
              <a:defRPr sz="8625" b="1">
                <a:solidFill>
                  <a:srgbClr val="143B2C"/>
                </a:solidFill>
                <a:latin typeface="Arial"/>
                <a:ea typeface="Arial"/>
                <a:cs typeface="Arial"/>
              </a:defRPr>
            </a:lvl4pPr>
            <a:lvl5pPr>
              <a:defRPr sz="8625" b="1">
                <a:solidFill>
                  <a:srgbClr val="143B2C"/>
                </a:solidFill>
                <a:latin typeface="Arial"/>
                <a:ea typeface="Arial"/>
                <a:cs typeface="Arial"/>
              </a:defRPr>
            </a:lvl5pPr>
            <a:lvl6pPr>
              <a:defRPr sz="8625" b="1">
                <a:solidFill>
                  <a:srgbClr val="143B2C"/>
                </a:solidFill>
                <a:latin typeface="Arial"/>
                <a:ea typeface="Arial"/>
                <a:cs typeface="Arial"/>
              </a:defRPr>
            </a:lvl6pPr>
            <a:lvl7pPr>
              <a:defRPr sz="8625" b="1">
                <a:solidFill>
                  <a:srgbClr val="143B2C"/>
                </a:solidFill>
                <a:latin typeface="Arial"/>
                <a:ea typeface="Arial"/>
                <a:cs typeface="Arial"/>
              </a:defRPr>
            </a:lvl7pPr>
            <a:lvl8pPr>
              <a:defRPr sz="8625" b="1">
                <a:solidFill>
                  <a:srgbClr val="143B2C"/>
                </a:solidFill>
                <a:latin typeface="Arial"/>
                <a:ea typeface="Arial"/>
                <a:cs typeface="Arial"/>
              </a:defRPr>
            </a:lvl8pPr>
            <a:lvl9pPr>
              <a:defRPr sz="8625" b="1">
                <a:solidFill>
                  <a:srgbClr val="143B2C"/>
                </a:solidFill>
                <a:latin typeface="Arial"/>
                <a:ea typeface="Arial"/>
                <a:cs typeface="Arial"/>
              </a:defRPr>
            </a:lvl9pPr>
          </a:lstStyle>
          <a:p xmlns:a="http://schemas.openxmlformats.org/drawingml/2006/main">
            <a:pPr>
              <a:defRPr sz="8625" b="1">
                <a:solidFill>
                  <a:srgbClr val="143B2C"/>
                </a:solidFill>
                <a:latin typeface="Arial"/>
                <a:ea typeface="Arial"/>
                <a:cs typeface="Arial"/>
              </a:defRPr>
            </a:pPr>
            <a:r>
              <a:rPr sz="8625" b="1">
                <a:solidFill>
                  <a:srgbClr val="143B2C"/>
                </a:solidFill>
                <a:latin typeface="Arial"/>
                <a:ea typeface="Arial"/>
                <a:cs typeface="Arial"/>
              </a:rPr>
              <a:t>UMBRA</a:t>
            </a:r>
          </a:p>
        </p:txBody>
      </p:sp>
      <p:sp>
        <p:nvSpPr>
          <p:cNvPr id="8" name="text-7">
            <a:extLst xmlns:a="http://schemas.openxmlformats.org/drawingml/2006/main">
              <a:ext uri="{FF2B5EF4-FFF2-40B4-BE49-F238E27FC236}">
                <a16:creationId xmlns:a16="http://schemas.microsoft.com/office/drawing/2014/main" id="{330B24EB-24F0-4633-BABE-EB08335C03EF}"/>
              </a:ext>
            </a:extLst>
          </p:cNvPr>
          <p:cNvSpPr>
            <a:spLocks xmlns:a="http://schemas.openxmlformats.org/drawingml/2006/main" noGrp="1"/>
          </p:cNvSpPr>
          <p:nvPr/>
        </p:nvSpPr>
        <p:spPr>
          <a:xfrm xmlns:a="http://schemas.openxmlformats.org/drawingml/2006/main">
            <a:off x="619125" y="3067050"/>
            <a:ext cx="6762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183427"/>
                </a:solidFill>
                <a:latin typeface="Arial"/>
                <a:ea typeface="Arial"/>
                <a:cs typeface="Arial"/>
              </a:defRPr>
            </a:defPPr>
            <a:lvl1pPr>
              <a:defRPr sz="3825" b="1">
                <a:solidFill>
                  <a:srgbClr val="183427"/>
                </a:solidFill>
                <a:latin typeface="Arial"/>
                <a:ea typeface="Arial"/>
                <a:cs typeface="Arial"/>
              </a:defRPr>
            </a:lvl1pPr>
            <a:lvl2pPr>
              <a:defRPr sz="3825" b="1">
                <a:solidFill>
                  <a:srgbClr val="183427"/>
                </a:solidFill>
                <a:latin typeface="Arial"/>
                <a:ea typeface="Arial"/>
                <a:cs typeface="Arial"/>
              </a:defRPr>
            </a:lvl2pPr>
            <a:lvl3pPr>
              <a:defRPr sz="3825" b="1">
                <a:solidFill>
                  <a:srgbClr val="183427"/>
                </a:solidFill>
                <a:latin typeface="Arial"/>
                <a:ea typeface="Arial"/>
                <a:cs typeface="Arial"/>
              </a:defRPr>
            </a:lvl3pPr>
            <a:lvl4pPr>
              <a:defRPr sz="3825" b="1">
                <a:solidFill>
                  <a:srgbClr val="183427"/>
                </a:solidFill>
                <a:latin typeface="Arial"/>
                <a:ea typeface="Arial"/>
                <a:cs typeface="Arial"/>
              </a:defRPr>
            </a:lvl4pPr>
            <a:lvl5pPr>
              <a:defRPr sz="3825" b="1">
                <a:solidFill>
                  <a:srgbClr val="183427"/>
                </a:solidFill>
                <a:latin typeface="Arial"/>
                <a:ea typeface="Arial"/>
                <a:cs typeface="Arial"/>
              </a:defRPr>
            </a:lvl5pPr>
            <a:lvl6pPr>
              <a:defRPr sz="3825" b="1">
                <a:solidFill>
                  <a:srgbClr val="183427"/>
                </a:solidFill>
                <a:latin typeface="Arial"/>
                <a:ea typeface="Arial"/>
                <a:cs typeface="Arial"/>
              </a:defRPr>
            </a:lvl6pPr>
            <a:lvl7pPr>
              <a:defRPr sz="3825" b="1">
                <a:solidFill>
                  <a:srgbClr val="183427"/>
                </a:solidFill>
                <a:latin typeface="Arial"/>
                <a:ea typeface="Arial"/>
                <a:cs typeface="Arial"/>
              </a:defRPr>
            </a:lvl7pPr>
            <a:lvl8pPr>
              <a:defRPr sz="3825" b="1">
                <a:solidFill>
                  <a:srgbClr val="183427"/>
                </a:solidFill>
                <a:latin typeface="Arial"/>
                <a:ea typeface="Arial"/>
                <a:cs typeface="Arial"/>
              </a:defRPr>
            </a:lvl8pPr>
            <a:lvl9pPr>
              <a:defRPr sz="3825" b="1">
                <a:solidFill>
                  <a:srgbClr val="183427"/>
                </a:solidFill>
                <a:latin typeface="Arial"/>
                <a:ea typeface="Arial"/>
                <a:cs typeface="Arial"/>
              </a:defRPr>
            </a:lvl9pPr>
          </a:lstStyle>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Trasee pietonale</a:t>
            </a:r>
          </a:p>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cu mai multă umbră</a:t>
            </a:r>
          </a:p>
        </p:txBody>
      </p:sp>
      <p:sp>
        <p:nvSpPr>
          <p:cNvPr id="9" name="text-8">
            <a:extLst xmlns:a="http://schemas.openxmlformats.org/drawingml/2006/main">
              <a:ext uri="{FF2B5EF4-FFF2-40B4-BE49-F238E27FC236}">
                <a16:creationId xmlns:a16="http://schemas.microsoft.com/office/drawing/2014/main" id="{C2D935BE-B7B5-4E2C-B5F7-D1112AB5B00B}"/>
              </a:ext>
            </a:extLst>
          </p:cNvPr>
          <p:cNvSpPr>
            <a:spLocks xmlns:a="http://schemas.openxmlformats.org/drawingml/2006/main" noGrp="1"/>
          </p:cNvSpPr>
          <p:nvPr/>
        </p:nvSpPr>
        <p:spPr>
          <a:xfrm xmlns:a="http://schemas.openxmlformats.org/drawingml/2006/main">
            <a:off x="619125" y="47053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00734B"/>
                </a:solidFill>
                <a:latin typeface="Arial"/>
                <a:ea typeface="Arial"/>
                <a:cs typeface="Arial"/>
              </a:defRPr>
            </a:defPPr>
            <a:lvl1pPr>
              <a:defRPr sz="2100" b="0">
                <a:solidFill>
                  <a:srgbClr val="00734B"/>
                </a:solidFill>
                <a:latin typeface="Arial"/>
                <a:ea typeface="Arial"/>
                <a:cs typeface="Arial"/>
              </a:defRPr>
            </a:lvl1pPr>
            <a:lvl2pPr>
              <a:defRPr sz="2100" b="0">
                <a:solidFill>
                  <a:srgbClr val="00734B"/>
                </a:solidFill>
                <a:latin typeface="Arial"/>
                <a:ea typeface="Arial"/>
                <a:cs typeface="Arial"/>
              </a:defRPr>
            </a:lvl2pPr>
            <a:lvl3pPr>
              <a:defRPr sz="2100" b="0">
                <a:solidFill>
                  <a:srgbClr val="00734B"/>
                </a:solidFill>
                <a:latin typeface="Arial"/>
                <a:ea typeface="Arial"/>
                <a:cs typeface="Arial"/>
              </a:defRPr>
            </a:lvl3pPr>
            <a:lvl4pPr>
              <a:defRPr sz="2100" b="0">
                <a:solidFill>
                  <a:srgbClr val="00734B"/>
                </a:solidFill>
                <a:latin typeface="Arial"/>
                <a:ea typeface="Arial"/>
                <a:cs typeface="Arial"/>
              </a:defRPr>
            </a:lvl4pPr>
            <a:lvl5pPr>
              <a:defRPr sz="2100" b="0">
                <a:solidFill>
                  <a:srgbClr val="00734B"/>
                </a:solidFill>
                <a:latin typeface="Arial"/>
                <a:ea typeface="Arial"/>
                <a:cs typeface="Arial"/>
              </a:defRPr>
            </a:lvl5pPr>
            <a:lvl6pPr>
              <a:defRPr sz="2100" b="0">
                <a:solidFill>
                  <a:srgbClr val="00734B"/>
                </a:solidFill>
                <a:latin typeface="Arial"/>
                <a:ea typeface="Arial"/>
                <a:cs typeface="Arial"/>
              </a:defRPr>
            </a:lvl6pPr>
            <a:lvl7pPr>
              <a:defRPr sz="2100" b="0">
                <a:solidFill>
                  <a:srgbClr val="00734B"/>
                </a:solidFill>
                <a:latin typeface="Arial"/>
                <a:ea typeface="Arial"/>
                <a:cs typeface="Arial"/>
              </a:defRPr>
            </a:lvl7pPr>
            <a:lvl8pPr>
              <a:defRPr sz="2100" b="0">
                <a:solidFill>
                  <a:srgbClr val="00734B"/>
                </a:solidFill>
                <a:latin typeface="Arial"/>
                <a:ea typeface="Arial"/>
                <a:cs typeface="Arial"/>
              </a:defRPr>
            </a:lvl8pPr>
            <a:lvl9pPr>
              <a:defRPr sz="2100" b="0">
                <a:solidFill>
                  <a:srgbClr val="00734B"/>
                </a:solidFill>
                <a:latin typeface="Arial"/>
                <a:ea typeface="Arial"/>
                <a:cs typeface="Arial"/>
              </a:defRPr>
            </a:lvl9pPr>
          </a:lstStyle>
          <a:p xmlns:a="http://schemas.openxmlformats.org/drawingml/2006/main">
            <a:pPr>
              <a:defRPr sz="2100" b="0">
                <a:solidFill>
                  <a:srgbClr val="00734B"/>
                </a:solidFill>
                <a:latin typeface="Arial"/>
                <a:ea typeface="Arial"/>
                <a:cs typeface="Arial"/>
              </a:defRPr>
            </a:pPr>
            <a:r>
              <a:rPr sz="2100" b="0">
                <a:solidFill>
                  <a:srgbClr val="00734B"/>
                </a:solidFill>
                <a:latin typeface="Arial"/>
                <a:ea typeface="Arial"/>
                <a:cs typeface="Arial"/>
              </a:rPr>
              <a:t>Hărți, umbre și măsurarea clădirilor</a:t>
            </a:r>
          </a:p>
        </p:txBody>
      </p:sp>
      <p:sp>
        <p:nvSpPr>
          <p:cNvPr id="10" name="text-9">
            <a:extLst xmlns:a="http://schemas.openxmlformats.org/drawingml/2006/main">
              <a:ext uri="{FF2B5EF4-FFF2-40B4-BE49-F238E27FC236}">
                <a16:creationId xmlns:a16="http://schemas.microsoft.com/office/drawing/2014/main" id="{2405A207-04B7-41A7-AF17-401625DB46CD}"/>
              </a:ext>
            </a:extLst>
          </p:cNvPr>
          <p:cNvSpPr>
            <a:spLocks xmlns:a="http://schemas.openxmlformats.org/drawingml/2006/main" noGrp="1"/>
          </p:cNvSpPr>
          <p:nvPr/>
        </p:nvSpPr>
        <p:spPr>
          <a:xfrm xmlns:a="http://schemas.openxmlformats.org/drawingml/2006/main">
            <a:off x="619125" y="5514975"/>
            <a:ext cx="700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183427"/>
                </a:solidFill>
                <a:latin typeface="Arial"/>
                <a:ea typeface="Arial"/>
                <a:cs typeface="Arial"/>
              </a:defRPr>
            </a:defPPr>
            <a:lvl1pPr>
              <a:defRPr sz="1650" b="0">
                <a:solidFill>
                  <a:srgbClr val="183427"/>
                </a:solidFill>
                <a:latin typeface="Arial"/>
                <a:ea typeface="Arial"/>
                <a:cs typeface="Arial"/>
              </a:defRPr>
            </a:lvl1pPr>
            <a:lvl2pPr>
              <a:defRPr sz="1650" b="0">
                <a:solidFill>
                  <a:srgbClr val="183427"/>
                </a:solidFill>
                <a:latin typeface="Arial"/>
                <a:ea typeface="Arial"/>
                <a:cs typeface="Arial"/>
              </a:defRPr>
            </a:lvl2pPr>
            <a:lvl3pPr>
              <a:defRPr sz="1650" b="0">
                <a:solidFill>
                  <a:srgbClr val="183427"/>
                </a:solidFill>
                <a:latin typeface="Arial"/>
                <a:ea typeface="Arial"/>
                <a:cs typeface="Arial"/>
              </a:defRPr>
            </a:lvl3pPr>
            <a:lvl4pPr>
              <a:defRPr sz="1650" b="0">
                <a:solidFill>
                  <a:srgbClr val="183427"/>
                </a:solidFill>
                <a:latin typeface="Arial"/>
                <a:ea typeface="Arial"/>
                <a:cs typeface="Arial"/>
              </a:defRPr>
            </a:lvl4pPr>
            <a:lvl5pPr>
              <a:defRPr sz="1650" b="0">
                <a:solidFill>
                  <a:srgbClr val="183427"/>
                </a:solidFill>
                <a:latin typeface="Arial"/>
                <a:ea typeface="Arial"/>
                <a:cs typeface="Arial"/>
              </a:defRPr>
            </a:lvl5pPr>
            <a:lvl6pPr>
              <a:defRPr sz="1650" b="0">
                <a:solidFill>
                  <a:srgbClr val="183427"/>
                </a:solidFill>
                <a:latin typeface="Arial"/>
                <a:ea typeface="Arial"/>
                <a:cs typeface="Arial"/>
              </a:defRPr>
            </a:lvl6pPr>
            <a:lvl7pPr>
              <a:defRPr sz="1650" b="0">
                <a:solidFill>
                  <a:srgbClr val="183427"/>
                </a:solidFill>
                <a:latin typeface="Arial"/>
                <a:ea typeface="Arial"/>
                <a:cs typeface="Arial"/>
              </a:defRPr>
            </a:lvl7pPr>
            <a:lvl8pPr>
              <a:defRPr sz="1650" b="0">
                <a:solidFill>
                  <a:srgbClr val="183427"/>
                </a:solidFill>
                <a:latin typeface="Arial"/>
                <a:ea typeface="Arial"/>
                <a:cs typeface="Arial"/>
              </a:defRPr>
            </a:lvl8pPr>
            <a:lvl9pPr>
              <a:defRPr sz="1650" b="0">
                <a:solidFill>
                  <a:srgbClr val="183427"/>
                </a:solidFill>
                <a:latin typeface="Arial"/>
                <a:ea typeface="Arial"/>
                <a:cs typeface="Arial"/>
              </a:defRPr>
            </a:lvl9pPr>
          </a:lstStyle>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Haivas Eduard Andrei, Manea Cezar Ștefan,</a:t>
            </a:r>
          </a:p>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Perjoc Eduard Mihai</a:t>
            </a:r>
          </a:p>
        </p:txBody>
      </p:sp>
      <p:sp>
        <p:nvSpPr>
          <p:cNvPr id="11" name="text-10">
            <a:extLst xmlns:a="http://schemas.openxmlformats.org/drawingml/2006/main">
              <a:ext uri="{FF2B5EF4-FFF2-40B4-BE49-F238E27FC236}">
                <a16:creationId xmlns:a16="http://schemas.microsoft.com/office/drawing/2014/main" id="{277CEDC3-39AA-4B3E-8DF6-548AFB1A6D50}"/>
              </a:ext>
            </a:extLst>
          </p:cNvPr>
          <p:cNvSpPr>
            <a:spLocks xmlns:a="http://schemas.openxmlformats.org/drawingml/2006/main" noGrp="1"/>
          </p:cNvSpPr>
          <p:nvPr/>
        </p:nvSpPr>
        <p:spPr>
          <a:xfrm xmlns:a="http://schemas.openxmlformats.org/drawingml/2006/main">
            <a:off x="619125" y="624840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75A"/>
                </a:solidFill>
                <a:latin typeface="Arial"/>
                <a:ea typeface="Arial"/>
                <a:cs typeface="Arial"/>
              </a:defRPr>
            </a:defPPr>
            <a:lvl1pPr>
              <a:defRPr sz="1500" b="0">
                <a:solidFill>
                  <a:srgbClr val="53675A"/>
                </a:solidFill>
                <a:latin typeface="Arial"/>
                <a:ea typeface="Arial"/>
                <a:cs typeface="Arial"/>
              </a:defRPr>
            </a:lvl1pPr>
            <a:lvl2pPr>
              <a:defRPr sz="1500" b="0">
                <a:solidFill>
                  <a:srgbClr val="53675A"/>
                </a:solidFill>
                <a:latin typeface="Arial"/>
                <a:ea typeface="Arial"/>
                <a:cs typeface="Arial"/>
              </a:defRPr>
            </a:lvl2pPr>
            <a:lvl3pPr>
              <a:defRPr sz="1500" b="0">
                <a:solidFill>
                  <a:srgbClr val="53675A"/>
                </a:solidFill>
                <a:latin typeface="Arial"/>
                <a:ea typeface="Arial"/>
                <a:cs typeface="Arial"/>
              </a:defRPr>
            </a:lvl3pPr>
            <a:lvl4pPr>
              <a:defRPr sz="1500" b="0">
                <a:solidFill>
                  <a:srgbClr val="53675A"/>
                </a:solidFill>
                <a:latin typeface="Arial"/>
                <a:ea typeface="Arial"/>
                <a:cs typeface="Arial"/>
              </a:defRPr>
            </a:lvl4pPr>
            <a:lvl5pPr>
              <a:defRPr sz="1500" b="0">
                <a:solidFill>
                  <a:srgbClr val="53675A"/>
                </a:solidFill>
                <a:latin typeface="Arial"/>
                <a:ea typeface="Arial"/>
                <a:cs typeface="Arial"/>
              </a:defRPr>
            </a:lvl5pPr>
            <a:lvl6pPr>
              <a:defRPr sz="1500" b="0">
                <a:solidFill>
                  <a:srgbClr val="53675A"/>
                </a:solidFill>
                <a:latin typeface="Arial"/>
                <a:ea typeface="Arial"/>
                <a:cs typeface="Arial"/>
              </a:defRPr>
            </a:lvl6pPr>
            <a:lvl7pPr>
              <a:defRPr sz="1500" b="0">
                <a:solidFill>
                  <a:srgbClr val="53675A"/>
                </a:solidFill>
                <a:latin typeface="Arial"/>
                <a:ea typeface="Arial"/>
                <a:cs typeface="Arial"/>
              </a:defRPr>
            </a:lvl7pPr>
            <a:lvl8pPr>
              <a:defRPr sz="1500" b="0">
                <a:solidFill>
                  <a:srgbClr val="53675A"/>
                </a:solidFill>
                <a:latin typeface="Arial"/>
                <a:ea typeface="Arial"/>
                <a:cs typeface="Arial"/>
              </a:defRPr>
            </a:lvl8pPr>
            <a:lvl9pPr>
              <a:defRPr sz="1500" b="0">
                <a:solidFill>
                  <a:srgbClr val="53675A"/>
                </a:solidFill>
                <a:latin typeface="Arial"/>
                <a:ea typeface="Arial"/>
                <a:cs typeface="Arial"/>
              </a:defRPr>
            </a:lvl9pPr>
          </a:lstStyle>
          <a:p xmlns:a="http://schemas.openxmlformats.org/drawingml/2006/main">
            <a:pPr>
              <a:defRPr sz="1500" b="0">
                <a:solidFill>
                  <a:srgbClr val="53675A"/>
                </a:solidFill>
                <a:latin typeface="Arial"/>
                <a:ea typeface="Arial"/>
                <a:cs typeface="Arial"/>
              </a:defRPr>
            </a:pPr>
            <a:r>
              <a:rPr sz="1500" b="0">
                <a:solidFill>
                  <a:srgbClr val="53675A"/>
                </a:solidFill>
                <a:latin typeface="Arial"/>
                <a:ea typeface="Arial"/>
                <a:cs typeface="Arial"/>
              </a:rPr>
              <a:t>Clasa a X-a. Coordonator: Ramona Rădulescu</a:t>
            </a:r>
          </a:p>
        </p:txBody>
      </p:sp>
    </p:spTree>
    <p:extLst>
      <p:ext uri="{BB962C8B-B14F-4D97-AF65-F5344CB8AC3E}">
        <p14:creationId xmlns:p14="http://schemas.microsoft.com/office/powerpoint/2010/main" val="290204726"/>
      </p:ext>
    </p:extLst>
  </p:cSld>
</p:sld>
</file>

<file path=ppt/slides/slide2.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6" name="text-11">
            <a:extLst xmlns:a="http://schemas.openxmlformats.org/drawingml/2006/main">
              <a:ext uri="{FF2B5EF4-FFF2-40B4-BE49-F238E27FC236}">
                <a16:creationId xmlns:a16="http://schemas.microsoft.com/office/drawing/2014/main" id="{74524700-B4BB-4E76-A71F-A183EE61CAE0}"/>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De la observație la aplicație</a:t>
            </a:r>
          </a:p>
        </p:txBody>
      </p:sp>
      <p:sp>
        <p:nvSpPr>
          <p:cNvPr id="2" name="text-12">
            <a:extLst xmlns:a="http://schemas.openxmlformats.org/drawingml/2006/main">
              <a:ext uri="{FF2B5EF4-FFF2-40B4-BE49-F238E27FC236}">
                <a16:creationId xmlns:a16="http://schemas.microsoft.com/office/drawing/2014/main" id="{18C3EB1C-2696-4613-BB0E-F0EF319640AA}"/>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02</a:t>
            </a:r>
          </a:p>
        </p:txBody>
      </p:sp>
      <p:sp>
        <p:nvSpPr>
          <p:cNvPr id="3" name="text-13">
            <a:extLst xmlns:a="http://schemas.openxmlformats.org/drawingml/2006/main">
              <a:ext uri="{FF2B5EF4-FFF2-40B4-BE49-F238E27FC236}">
                <a16:creationId xmlns:a16="http://schemas.microsoft.com/office/drawing/2014/main" id="{A6F1BFE0-A1DE-4464-8743-7CDF8E536785}"/>
              </a:ext>
            </a:extLst>
          </p:cNvPr>
          <p:cNvSpPr>
            <a:spLocks xmlns:a="http://schemas.openxmlformats.org/drawingml/2006/main" noGrp="1"/>
          </p:cNvSpPr>
          <p:nvPr/>
        </p:nvSpPr>
        <p:spPr>
          <a:xfrm xmlns:a="http://schemas.openxmlformats.org/drawingml/2006/main">
            <a:off x="647700" y="15525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53675A"/>
                </a:solidFill>
                <a:latin typeface="Arial"/>
                <a:ea typeface="Arial"/>
                <a:cs typeface="Arial"/>
              </a:defRPr>
            </a:defPPr>
            <a:lvl1pPr>
              <a:defRPr sz="2250" b="0">
                <a:solidFill>
                  <a:srgbClr val="53675A"/>
                </a:solidFill>
                <a:latin typeface="Arial"/>
                <a:ea typeface="Arial"/>
                <a:cs typeface="Arial"/>
              </a:defRPr>
            </a:lvl1pPr>
            <a:lvl2pPr>
              <a:defRPr sz="2250" b="0">
                <a:solidFill>
                  <a:srgbClr val="53675A"/>
                </a:solidFill>
                <a:latin typeface="Arial"/>
                <a:ea typeface="Arial"/>
                <a:cs typeface="Arial"/>
              </a:defRPr>
            </a:lvl2pPr>
            <a:lvl3pPr>
              <a:defRPr sz="2250" b="0">
                <a:solidFill>
                  <a:srgbClr val="53675A"/>
                </a:solidFill>
                <a:latin typeface="Arial"/>
                <a:ea typeface="Arial"/>
                <a:cs typeface="Arial"/>
              </a:defRPr>
            </a:lvl3pPr>
            <a:lvl4pPr>
              <a:defRPr sz="2250" b="0">
                <a:solidFill>
                  <a:srgbClr val="53675A"/>
                </a:solidFill>
                <a:latin typeface="Arial"/>
                <a:ea typeface="Arial"/>
                <a:cs typeface="Arial"/>
              </a:defRPr>
            </a:lvl4pPr>
            <a:lvl5pPr>
              <a:defRPr sz="2250" b="0">
                <a:solidFill>
                  <a:srgbClr val="53675A"/>
                </a:solidFill>
                <a:latin typeface="Arial"/>
                <a:ea typeface="Arial"/>
                <a:cs typeface="Arial"/>
              </a:defRPr>
            </a:lvl5pPr>
            <a:lvl6pPr>
              <a:defRPr sz="2250" b="0">
                <a:solidFill>
                  <a:srgbClr val="53675A"/>
                </a:solidFill>
                <a:latin typeface="Arial"/>
                <a:ea typeface="Arial"/>
                <a:cs typeface="Arial"/>
              </a:defRPr>
            </a:lvl6pPr>
            <a:lvl7pPr>
              <a:defRPr sz="2250" b="0">
                <a:solidFill>
                  <a:srgbClr val="53675A"/>
                </a:solidFill>
                <a:latin typeface="Arial"/>
                <a:ea typeface="Arial"/>
                <a:cs typeface="Arial"/>
              </a:defRPr>
            </a:lvl7pPr>
            <a:lvl8pPr>
              <a:defRPr sz="2250" b="0">
                <a:solidFill>
                  <a:srgbClr val="53675A"/>
                </a:solidFill>
                <a:latin typeface="Arial"/>
                <a:ea typeface="Arial"/>
                <a:cs typeface="Arial"/>
              </a:defRPr>
            </a:lvl8pPr>
            <a:lvl9pPr>
              <a:defRPr sz="2250" b="0">
                <a:solidFill>
                  <a:srgbClr val="53675A"/>
                </a:solidFill>
                <a:latin typeface="Arial"/>
                <a:ea typeface="Arial"/>
                <a:cs typeface="Arial"/>
              </a:defRPr>
            </a:lvl9pPr>
          </a:lstStyle>
          <a:p xmlns:a="http://schemas.openxmlformats.org/drawingml/2006/main">
            <a:pPr>
              <a:defRPr sz="2250" b="0">
                <a:solidFill>
                  <a:srgbClr val="53675A"/>
                </a:solidFill>
                <a:latin typeface="Arial"/>
                <a:ea typeface="Arial"/>
                <a:cs typeface="Arial"/>
              </a:defRPr>
            </a:pPr>
            <a:r>
              <a:rPr sz="2250" b="0">
                <a:solidFill>
                  <a:srgbClr val="53675A"/>
                </a:solidFill>
                <a:latin typeface="Arial"/>
                <a:ea typeface="Arial"/>
                <a:cs typeface="Arial"/>
              </a:rPr>
              <a:t>Am pornit de la o întrebare despre informația din umbre.</a:t>
            </a:r>
          </a:p>
        </p:txBody>
      </p:sp>
      <p:sp>
        <p:nvSpPr>
          <p:cNvPr id="4" name="text-14">
            <a:extLst xmlns:a="http://schemas.openxmlformats.org/drawingml/2006/main">
              <a:ext uri="{FF2B5EF4-FFF2-40B4-BE49-F238E27FC236}">
                <a16:creationId xmlns:a16="http://schemas.microsoft.com/office/drawing/2014/main" id="{FACD5E94-08EE-45D2-B328-004BBE78BD6E}"/>
              </a:ext>
            </a:extLst>
          </p:cNvPr>
          <p:cNvSpPr>
            <a:spLocks xmlns:a="http://schemas.openxmlformats.org/drawingml/2006/main" noGrp="1"/>
          </p:cNvSpPr>
          <p:nvPr/>
        </p:nvSpPr>
        <p:spPr>
          <a:xfrm xmlns:a="http://schemas.openxmlformats.org/drawingml/2006/main">
            <a:off x="666750" y="2476500"/>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01</a:t>
            </a:r>
          </a:p>
        </p:txBody>
      </p:sp>
      <p:sp>
        <p:nvSpPr>
          <p:cNvPr id="5" name="text-15">
            <a:extLst xmlns:a="http://schemas.openxmlformats.org/drawingml/2006/main">
              <a:ext uri="{FF2B5EF4-FFF2-40B4-BE49-F238E27FC236}">
                <a16:creationId xmlns:a16="http://schemas.microsoft.com/office/drawing/2014/main" id="{75EAD0CB-4878-4696-A0FC-4F685740FD76}"/>
              </a:ext>
            </a:extLst>
          </p:cNvPr>
          <p:cNvSpPr>
            <a:spLocks xmlns:a="http://schemas.openxmlformats.org/drawingml/2006/main" noGrp="1"/>
          </p:cNvSpPr>
          <p:nvPr/>
        </p:nvSpPr>
        <p:spPr>
          <a:xfrm xmlns:a="http://schemas.openxmlformats.org/drawingml/2006/main">
            <a:off x="1571625" y="2457450"/>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Experimentul inițial</a:t>
            </a:r>
          </a:p>
        </p:txBody>
      </p:sp>
      <p:sp>
        <p:nvSpPr>
          <p:cNvPr id="6" name="text-16">
            <a:extLst xmlns:a="http://schemas.openxmlformats.org/drawingml/2006/main">
              <a:ext uri="{FF2B5EF4-FFF2-40B4-BE49-F238E27FC236}">
                <a16:creationId xmlns:a16="http://schemas.microsoft.com/office/drawing/2014/main" id="{67E8268F-B480-4EFA-8620-2D641126D1F0}"/>
              </a:ext>
            </a:extLst>
          </p:cNvPr>
          <p:cNvSpPr>
            <a:spLocks xmlns:a="http://schemas.openxmlformats.org/drawingml/2006/main" noGrp="1"/>
          </p:cNvSpPr>
          <p:nvPr/>
        </p:nvSpPr>
        <p:spPr>
          <a:xfrm xmlns:a="http://schemas.openxmlformats.org/drawingml/2006/main">
            <a:off x="1571625" y="28765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3675A"/>
                </a:solidFill>
                <a:latin typeface="Arial"/>
                <a:ea typeface="Arial"/>
                <a:cs typeface="Arial"/>
              </a:defRPr>
            </a:defPPr>
            <a:lvl1pPr>
              <a:defRPr sz="1800" b="0">
                <a:solidFill>
                  <a:srgbClr val="53675A"/>
                </a:solidFill>
                <a:latin typeface="Arial"/>
                <a:ea typeface="Arial"/>
                <a:cs typeface="Arial"/>
              </a:defRPr>
            </a:lvl1pPr>
            <a:lvl2pPr>
              <a:defRPr sz="1800" b="0">
                <a:solidFill>
                  <a:srgbClr val="53675A"/>
                </a:solidFill>
                <a:latin typeface="Arial"/>
                <a:ea typeface="Arial"/>
                <a:cs typeface="Arial"/>
              </a:defRPr>
            </a:lvl2pPr>
            <a:lvl3pPr>
              <a:defRPr sz="1800" b="0">
                <a:solidFill>
                  <a:srgbClr val="53675A"/>
                </a:solidFill>
                <a:latin typeface="Arial"/>
                <a:ea typeface="Arial"/>
                <a:cs typeface="Arial"/>
              </a:defRPr>
            </a:lvl3pPr>
            <a:lvl4pPr>
              <a:defRPr sz="1800" b="0">
                <a:solidFill>
                  <a:srgbClr val="53675A"/>
                </a:solidFill>
                <a:latin typeface="Arial"/>
                <a:ea typeface="Arial"/>
                <a:cs typeface="Arial"/>
              </a:defRPr>
            </a:lvl4pPr>
            <a:lvl5pPr>
              <a:defRPr sz="1800" b="0">
                <a:solidFill>
                  <a:srgbClr val="53675A"/>
                </a:solidFill>
                <a:latin typeface="Arial"/>
                <a:ea typeface="Arial"/>
                <a:cs typeface="Arial"/>
              </a:defRPr>
            </a:lvl5pPr>
            <a:lvl6pPr>
              <a:defRPr sz="1800" b="0">
                <a:solidFill>
                  <a:srgbClr val="53675A"/>
                </a:solidFill>
                <a:latin typeface="Arial"/>
                <a:ea typeface="Arial"/>
                <a:cs typeface="Arial"/>
              </a:defRPr>
            </a:lvl6pPr>
            <a:lvl7pPr>
              <a:defRPr sz="1800" b="0">
                <a:solidFill>
                  <a:srgbClr val="53675A"/>
                </a:solidFill>
                <a:latin typeface="Arial"/>
                <a:ea typeface="Arial"/>
                <a:cs typeface="Arial"/>
              </a:defRPr>
            </a:lvl7pPr>
            <a:lvl8pPr>
              <a:defRPr sz="1800" b="0">
                <a:solidFill>
                  <a:srgbClr val="53675A"/>
                </a:solidFill>
                <a:latin typeface="Arial"/>
                <a:ea typeface="Arial"/>
                <a:cs typeface="Arial"/>
              </a:defRPr>
            </a:lvl8pPr>
            <a:lvl9pPr>
              <a:defRPr sz="1800" b="0">
                <a:solidFill>
                  <a:srgbClr val="53675A"/>
                </a:solidFill>
                <a:latin typeface="Arial"/>
                <a:ea typeface="Arial"/>
                <a:cs typeface="Arial"/>
              </a:defRPr>
            </a:lvl9pPr>
          </a:lstStyle>
          <a:p xmlns:a="http://schemas.openxmlformats.org/drawingml/2006/main">
            <a:pPr>
              <a:defRPr sz="1800" b="0">
                <a:solidFill>
                  <a:srgbClr val="53675A"/>
                </a:solidFill>
                <a:latin typeface="Arial"/>
                <a:ea typeface="Arial"/>
                <a:cs typeface="Arial"/>
              </a:defRPr>
            </a:pPr>
            <a:r>
              <a:rPr sz="1800" b="0">
                <a:solidFill>
                  <a:srgbClr val="53675A"/>
                </a:solidFill>
                <a:latin typeface="Arial"/>
                <a:ea typeface="Arial"/>
                <a:cs typeface="Arial"/>
              </a:rPr>
              <a:t>Am comparat o scenă goală cu o secvență de mers.</a:t>
            </a:r>
          </a:p>
        </p:txBody>
      </p:sp>
      <p:sp>
        <p:nvSpPr>
          <p:cNvPr id="7" name="shape-17">
            <a:extLst xmlns:a="http://schemas.openxmlformats.org/drawingml/2006/main">
              <a:ext uri="{FF2B5EF4-FFF2-40B4-BE49-F238E27FC236}">
                <a16:creationId xmlns:a16="http://schemas.microsoft.com/office/drawing/2014/main" id="{8327F08C-FF37-4F6A-979D-FDD2578ED72E}"/>
              </a:ext>
            </a:extLst>
          </p:cNvPr>
          <p:cNvSpPr>
            <a:spLocks xmlns:a="http://schemas.openxmlformats.org/drawingml/2006/main" noGrp="1"/>
          </p:cNvSpPr>
          <p:nvPr/>
        </p:nvSpPr>
        <p:spPr>
          <a:xfrm xmlns:a="http://schemas.openxmlformats.org/drawingml/2006/main" rot="0">
            <a:off x="1571625" y="3419475"/>
            <a:ext cx="9715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8" name="text-18">
            <a:extLst xmlns:a="http://schemas.openxmlformats.org/drawingml/2006/main">
              <a:ext uri="{FF2B5EF4-FFF2-40B4-BE49-F238E27FC236}">
                <a16:creationId xmlns:a16="http://schemas.microsoft.com/office/drawing/2014/main" id="{27760F04-266D-4AC1-AAF0-FB522659AE0C}"/>
              </a:ext>
            </a:extLst>
          </p:cNvPr>
          <p:cNvSpPr>
            <a:spLocks xmlns:a="http://schemas.openxmlformats.org/drawingml/2006/main" noGrp="1"/>
          </p:cNvSpPr>
          <p:nvPr/>
        </p:nvSpPr>
        <p:spPr>
          <a:xfrm xmlns:a="http://schemas.openxmlformats.org/drawingml/2006/main">
            <a:off x="666750" y="3600450"/>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02</a:t>
            </a:r>
          </a:p>
        </p:txBody>
      </p:sp>
      <p:sp>
        <p:nvSpPr>
          <p:cNvPr id="9" name="text-19">
            <a:extLst xmlns:a="http://schemas.openxmlformats.org/drawingml/2006/main">
              <a:ext uri="{FF2B5EF4-FFF2-40B4-BE49-F238E27FC236}">
                <a16:creationId xmlns:a16="http://schemas.microsoft.com/office/drawing/2014/main" id="{915687CC-36E8-4D7C-9140-7F49DCD22E03}"/>
              </a:ext>
            </a:extLst>
          </p:cNvPr>
          <p:cNvSpPr>
            <a:spLocks xmlns:a="http://schemas.openxmlformats.org/drawingml/2006/main" noGrp="1"/>
          </p:cNvSpPr>
          <p:nvPr/>
        </p:nvSpPr>
        <p:spPr>
          <a:xfrm xmlns:a="http://schemas.openxmlformats.org/drawingml/2006/main">
            <a:off x="1571625" y="3581400"/>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Observația</a:t>
            </a:r>
          </a:p>
        </p:txBody>
      </p:sp>
      <p:sp>
        <p:nvSpPr>
          <p:cNvPr id="10" name="text-20">
            <a:extLst xmlns:a="http://schemas.openxmlformats.org/drawingml/2006/main">
              <a:ext uri="{FF2B5EF4-FFF2-40B4-BE49-F238E27FC236}">
                <a16:creationId xmlns:a16="http://schemas.microsoft.com/office/drawing/2014/main" id="{D3B91F34-8270-4113-BA1B-ED149D08E787}"/>
              </a:ext>
            </a:extLst>
          </p:cNvPr>
          <p:cNvSpPr>
            <a:spLocks xmlns:a="http://schemas.openxmlformats.org/drawingml/2006/main" noGrp="1"/>
          </p:cNvSpPr>
          <p:nvPr/>
        </p:nvSpPr>
        <p:spPr>
          <a:xfrm xmlns:a="http://schemas.openxmlformats.org/drawingml/2006/main">
            <a:off x="1571625" y="40005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3675A"/>
                </a:solidFill>
                <a:latin typeface="Arial"/>
                <a:ea typeface="Arial"/>
                <a:cs typeface="Arial"/>
              </a:defRPr>
            </a:defPPr>
            <a:lvl1pPr>
              <a:defRPr sz="1800" b="0">
                <a:solidFill>
                  <a:srgbClr val="53675A"/>
                </a:solidFill>
                <a:latin typeface="Arial"/>
                <a:ea typeface="Arial"/>
                <a:cs typeface="Arial"/>
              </a:defRPr>
            </a:lvl1pPr>
            <a:lvl2pPr>
              <a:defRPr sz="1800" b="0">
                <a:solidFill>
                  <a:srgbClr val="53675A"/>
                </a:solidFill>
                <a:latin typeface="Arial"/>
                <a:ea typeface="Arial"/>
                <a:cs typeface="Arial"/>
              </a:defRPr>
            </a:lvl2pPr>
            <a:lvl3pPr>
              <a:defRPr sz="1800" b="0">
                <a:solidFill>
                  <a:srgbClr val="53675A"/>
                </a:solidFill>
                <a:latin typeface="Arial"/>
                <a:ea typeface="Arial"/>
                <a:cs typeface="Arial"/>
              </a:defRPr>
            </a:lvl3pPr>
            <a:lvl4pPr>
              <a:defRPr sz="1800" b="0">
                <a:solidFill>
                  <a:srgbClr val="53675A"/>
                </a:solidFill>
                <a:latin typeface="Arial"/>
                <a:ea typeface="Arial"/>
                <a:cs typeface="Arial"/>
              </a:defRPr>
            </a:lvl4pPr>
            <a:lvl5pPr>
              <a:defRPr sz="1800" b="0">
                <a:solidFill>
                  <a:srgbClr val="53675A"/>
                </a:solidFill>
                <a:latin typeface="Arial"/>
                <a:ea typeface="Arial"/>
                <a:cs typeface="Arial"/>
              </a:defRPr>
            </a:lvl5pPr>
            <a:lvl6pPr>
              <a:defRPr sz="1800" b="0">
                <a:solidFill>
                  <a:srgbClr val="53675A"/>
                </a:solidFill>
                <a:latin typeface="Arial"/>
                <a:ea typeface="Arial"/>
                <a:cs typeface="Arial"/>
              </a:defRPr>
            </a:lvl6pPr>
            <a:lvl7pPr>
              <a:defRPr sz="1800" b="0">
                <a:solidFill>
                  <a:srgbClr val="53675A"/>
                </a:solidFill>
                <a:latin typeface="Arial"/>
                <a:ea typeface="Arial"/>
                <a:cs typeface="Arial"/>
              </a:defRPr>
            </a:lvl7pPr>
            <a:lvl8pPr>
              <a:defRPr sz="1800" b="0">
                <a:solidFill>
                  <a:srgbClr val="53675A"/>
                </a:solidFill>
                <a:latin typeface="Arial"/>
                <a:ea typeface="Arial"/>
                <a:cs typeface="Arial"/>
              </a:defRPr>
            </a:lvl8pPr>
            <a:lvl9pPr>
              <a:defRPr sz="1800" b="0">
                <a:solidFill>
                  <a:srgbClr val="53675A"/>
                </a:solidFill>
                <a:latin typeface="Arial"/>
                <a:ea typeface="Arial"/>
                <a:cs typeface="Arial"/>
              </a:defRPr>
            </a:lvl9pPr>
          </a:lstStyle>
          <a:p xmlns:a="http://schemas.openxmlformats.org/drawingml/2006/main">
            <a:pPr>
              <a:defRPr sz="1800" b="0">
                <a:solidFill>
                  <a:srgbClr val="53675A"/>
                </a:solidFill>
                <a:latin typeface="Arial"/>
                <a:ea typeface="Arial"/>
                <a:cs typeface="Arial"/>
              </a:defRPr>
            </a:pPr>
            <a:r>
              <a:rPr sz="1800" b="0">
                <a:solidFill>
                  <a:srgbClr val="53675A"/>
                </a:solidFill>
                <a:latin typeface="Arial"/>
                <a:ea typeface="Arial"/>
                <a:cs typeface="Arial"/>
              </a:rPr>
              <a:t>Poate umbra semnala apropierea înaintea persoanei?</a:t>
            </a:r>
          </a:p>
        </p:txBody>
      </p:sp>
      <p:sp>
        <p:nvSpPr>
          <p:cNvPr id="11" name="shape-21">
            <a:extLst xmlns:a="http://schemas.openxmlformats.org/drawingml/2006/main">
              <a:ext uri="{FF2B5EF4-FFF2-40B4-BE49-F238E27FC236}">
                <a16:creationId xmlns:a16="http://schemas.microsoft.com/office/drawing/2014/main" id="{EB1900BB-1DB2-4C15-A182-DFB70CC05D1A}"/>
              </a:ext>
            </a:extLst>
          </p:cNvPr>
          <p:cNvSpPr>
            <a:spLocks xmlns:a="http://schemas.openxmlformats.org/drawingml/2006/main" noGrp="1"/>
          </p:cNvSpPr>
          <p:nvPr/>
        </p:nvSpPr>
        <p:spPr>
          <a:xfrm xmlns:a="http://schemas.openxmlformats.org/drawingml/2006/main" rot="0">
            <a:off x="1571625" y="4543425"/>
            <a:ext cx="9715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2" name="text-22">
            <a:extLst xmlns:a="http://schemas.openxmlformats.org/drawingml/2006/main">
              <a:ext uri="{FF2B5EF4-FFF2-40B4-BE49-F238E27FC236}">
                <a16:creationId xmlns:a16="http://schemas.microsoft.com/office/drawing/2014/main" id="{E1AC6136-6110-4880-BF11-A5C8474D2653}"/>
              </a:ext>
            </a:extLst>
          </p:cNvPr>
          <p:cNvSpPr>
            <a:spLocks xmlns:a="http://schemas.openxmlformats.org/drawingml/2006/main" noGrp="1"/>
          </p:cNvSpPr>
          <p:nvPr/>
        </p:nvSpPr>
        <p:spPr>
          <a:xfrm xmlns:a="http://schemas.openxmlformats.org/drawingml/2006/main">
            <a:off x="666750" y="4724400"/>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03</a:t>
            </a:r>
          </a:p>
        </p:txBody>
      </p:sp>
      <p:sp>
        <p:nvSpPr>
          <p:cNvPr id="13" name="text-23">
            <a:extLst xmlns:a="http://schemas.openxmlformats.org/drawingml/2006/main">
              <a:ext uri="{FF2B5EF4-FFF2-40B4-BE49-F238E27FC236}">
                <a16:creationId xmlns:a16="http://schemas.microsoft.com/office/drawing/2014/main" id="{028314AC-002B-4E5C-ABC7-CF9CBA683539}"/>
              </a:ext>
            </a:extLst>
          </p:cNvPr>
          <p:cNvSpPr>
            <a:spLocks xmlns:a="http://schemas.openxmlformats.org/drawingml/2006/main" noGrp="1"/>
          </p:cNvSpPr>
          <p:nvPr/>
        </p:nvSpPr>
        <p:spPr>
          <a:xfrm xmlns:a="http://schemas.openxmlformats.org/drawingml/2006/main">
            <a:off x="1571625" y="4705350"/>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Direcția actuală</a:t>
            </a:r>
          </a:p>
        </p:txBody>
      </p:sp>
      <p:sp>
        <p:nvSpPr>
          <p:cNvPr id="14" name="text-24">
            <a:extLst xmlns:a="http://schemas.openxmlformats.org/drawingml/2006/main">
              <a:ext uri="{FF2B5EF4-FFF2-40B4-BE49-F238E27FC236}">
                <a16:creationId xmlns:a16="http://schemas.microsoft.com/office/drawing/2014/main" id="{2AEC8272-A894-49C6-9B08-787BA8E1A107}"/>
              </a:ext>
            </a:extLst>
          </p:cNvPr>
          <p:cNvSpPr>
            <a:spLocks xmlns:a="http://schemas.openxmlformats.org/drawingml/2006/main" noGrp="1"/>
          </p:cNvSpPr>
          <p:nvPr/>
        </p:nvSpPr>
        <p:spPr>
          <a:xfrm xmlns:a="http://schemas.openxmlformats.org/drawingml/2006/main">
            <a:off x="1571625" y="51244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3675A"/>
                </a:solidFill>
                <a:latin typeface="Arial"/>
                <a:ea typeface="Arial"/>
                <a:cs typeface="Arial"/>
              </a:defRPr>
            </a:defPPr>
            <a:lvl1pPr>
              <a:defRPr sz="1800" b="0">
                <a:solidFill>
                  <a:srgbClr val="53675A"/>
                </a:solidFill>
                <a:latin typeface="Arial"/>
                <a:ea typeface="Arial"/>
                <a:cs typeface="Arial"/>
              </a:defRPr>
            </a:lvl1pPr>
            <a:lvl2pPr>
              <a:defRPr sz="1800" b="0">
                <a:solidFill>
                  <a:srgbClr val="53675A"/>
                </a:solidFill>
                <a:latin typeface="Arial"/>
                <a:ea typeface="Arial"/>
                <a:cs typeface="Arial"/>
              </a:defRPr>
            </a:lvl2pPr>
            <a:lvl3pPr>
              <a:defRPr sz="1800" b="0">
                <a:solidFill>
                  <a:srgbClr val="53675A"/>
                </a:solidFill>
                <a:latin typeface="Arial"/>
                <a:ea typeface="Arial"/>
                <a:cs typeface="Arial"/>
              </a:defRPr>
            </a:lvl3pPr>
            <a:lvl4pPr>
              <a:defRPr sz="1800" b="0">
                <a:solidFill>
                  <a:srgbClr val="53675A"/>
                </a:solidFill>
                <a:latin typeface="Arial"/>
                <a:ea typeface="Arial"/>
                <a:cs typeface="Arial"/>
              </a:defRPr>
            </a:lvl4pPr>
            <a:lvl5pPr>
              <a:defRPr sz="1800" b="0">
                <a:solidFill>
                  <a:srgbClr val="53675A"/>
                </a:solidFill>
                <a:latin typeface="Arial"/>
                <a:ea typeface="Arial"/>
                <a:cs typeface="Arial"/>
              </a:defRPr>
            </a:lvl5pPr>
            <a:lvl6pPr>
              <a:defRPr sz="1800" b="0">
                <a:solidFill>
                  <a:srgbClr val="53675A"/>
                </a:solidFill>
                <a:latin typeface="Arial"/>
                <a:ea typeface="Arial"/>
                <a:cs typeface="Arial"/>
              </a:defRPr>
            </a:lvl6pPr>
            <a:lvl7pPr>
              <a:defRPr sz="1800" b="0">
                <a:solidFill>
                  <a:srgbClr val="53675A"/>
                </a:solidFill>
                <a:latin typeface="Arial"/>
                <a:ea typeface="Arial"/>
                <a:cs typeface="Arial"/>
              </a:defRPr>
            </a:lvl7pPr>
            <a:lvl8pPr>
              <a:defRPr sz="1800" b="0">
                <a:solidFill>
                  <a:srgbClr val="53675A"/>
                </a:solidFill>
                <a:latin typeface="Arial"/>
                <a:ea typeface="Arial"/>
                <a:cs typeface="Arial"/>
              </a:defRPr>
            </a:lvl8pPr>
            <a:lvl9pPr>
              <a:defRPr sz="1800" b="0">
                <a:solidFill>
                  <a:srgbClr val="53675A"/>
                </a:solidFill>
                <a:latin typeface="Arial"/>
                <a:ea typeface="Arial"/>
                <a:cs typeface="Arial"/>
              </a:defRPr>
            </a:lvl9pPr>
          </a:lstStyle>
          <a:p xmlns:a="http://schemas.openxmlformats.org/drawingml/2006/main">
            <a:pPr>
              <a:defRPr sz="1800" b="0">
                <a:solidFill>
                  <a:srgbClr val="53675A"/>
                </a:solidFill>
                <a:latin typeface="Arial"/>
                <a:ea typeface="Arial"/>
                <a:cs typeface="Arial"/>
              </a:defRPr>
            </a:pPr>
            <a:r>
              <a:rPr sz="1800" b="0">
                <a:solidFill>
                  <a:srgbClr val="53675A"/>
                </a:solidFill>
                <a:latin typeface="Arial"/>
                <a:ea typeface="Arial"/>
                <a:cs typeface="Arial"/>
              </a:rPr>
              <a:t>Calculăm umbrele clădirilor pentru trasee pietonale.</a:t>
            </a:r>
          </a:p>
        </p:txBody>
      </p:sp>
      <p:sp>
        <p:nvSpPr>
          <p:cNvPr id="15" name="text-25">
            <a:extLst xmlns:a="http://schemas.openxmlformats.org/drawingml/2006/main">
              <a:ext uri="{FF2B5EF4-FFF2-40B4-BE49-F238E27FC236}">
                <a16:creationId xmlns:a16="http://schemas.microsoft.com/office/drawing/2014/main" id="{047BAFD9-3C96-4E53-9AE9-715DC720E9D4}"/>
              </a:ext>
            </a:extLst>
          </p:cNvPr>
          <p:cNvSpPr>
            <a:spLocks xmlns:a="http://schemas.openxmlformats.org/drawingml/2006/main" noGrp="1"/>
          </p:cNvSpPr>
          <p:nvPr/>
        </p:nvSpPr>
        <p:spPr>
          <a:xfrm xmlns:a="http://schemas.openxmlformats.org/drawingml/2006/main">
            <a:off x="657225" y="64198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Fișa de înscriere și istoricul proiectului.</a:t>
            </a:r>
          </a:p>
        </p:txBody>
      </p:sp>
    </p:spTree>
    <p:extLst>
      <p:ext uri="{BB962C8B-B14F-4D97-AF65-F5344CB8AC3E}">
        <p14:creationId xmlns:p14="http://schemas.microsoft.com/office/powerpoint/2010/main" val="431176450"/>
      </p:ext>
    </p:extLst>
  </p:cSld>
</p:sld>
</file>

<file path=ppt/slides/slide3.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6" name="text-26">
            <a:extLst xmlns:a="http://schemas.openxmlformats.org/drawingml/2006/main">
              <a:ext uri="{FF2B5EF4-FFF2-40B4-BE49-F238E27FC236}">
                <a16:creationId xmlns:a16="http://schemas.microsoft.com/office/drawing/2014/main" id="{ECD199C7-F799-4DB4-AFD6-2B8058013960}"/>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Întrebarea de cercetare</a:t>
            </a:r>
          </a:p>
        </p:txBody>
      </p:sp>
      <p:sp>
        <p:nvSpPr>
          <p:cNvPr id="2" name="text-27">
            <a:extLst xmlns:a="http://schemas.openxmlformats.org/drawingml/2006/main">
              <a:ext uri="{FF2B5EF4-FFF2-40B4-BE49-F238E27FC236}">
                <a16:creationId xmlns:a16="http://schemas.microsoft.com/office/drawing/2014/main" id="{E7B87B48-3F6B-4714-ADB8-7A8443E23A32}"/>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03</a:t>
            </a:r>
          </a:p>
        </p:txBody>
      </p:sp>
      <p:sp>
        <p:nvSpPr>
          <p:cNvPr id="3" name="text-28">
            <a:extLst xmlns:a="http://schemas.openxmlformats.org/drawingml/2006/main">
              <a:ext uri="{FF2B5EF4-FFF2-40B4-BE49-F238E27FC236}">
                <a16:creationId xmlns:a16="http://schemas.microsoft.com/office/drawing/2014/main" id="{49882F53-B78D-4A55-8E77-9208D0415259}"/>
              </a:ext>
            </a:extLst>
          </p:cNvPr>
          <p:cNvSpPr>
            <a:spLocks xmlns:a="http://schemas.openxmlformats.org/drawingml/2006/main" noGrp="1"/>
          </p:cNvSpPr>
          <p:nvPr/>
        </p:nvSpPr>
        <p:spPr>
          <a:xfrm xmlns:a="http://schemas.openxmlformats.org/drawingml/2006/main">
            <a:off x="647700" y="15144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53675A"/>
                </a:solidFill>
                <a:latin typeface="Arial"/>
                <a:ea typeface="Arial"/>
                <a:cs typeface="Arial"/>
              </a:defRPr>
            </a:defPPr>
            <a:lvl1pPr>
              <a:defRPr sz="2100" b="0">
                <a:solidFill>
                  <a:srgbClr val="53675A"/>
                </a:solidFill>
                <a:latin typeface="Arial"/>
                <a:ea typeface="Arial"/>
                <a:cs typeface="Arial"/>
              </a:defRPr>
            </a:lvl1pPr>
            <a:lvl2pPr>
              <a:defRPr sz="2100" b="0">
                <a:solidFill>
                  <a:srgbClr val="53675A"/>
                </a:solidFill>
                <a:latin typeface="Arial"/>
                <a:ea typeface="Arial"/>
                <a:cs typeface="Arial"/>
              </a:defRPr>
            </a:lvl2pPr>
            <a:lvl3pPr>
              <a:defRPr sz="2100" b="0">
                <a:solidFill>
                  <a:srgbClr val="53675A"/>
                </a:solidFill>
                <a:latin typeface="Arial"/>
                <a:ea typeface="Arial"/>
                <a:cs typeface="Arial"/>
              </a:defRPr>
            </a:lvl3pPr>
            <a:lvl4pPr>
              <a:defRPr sz="2100" b="0">
                <a:solidFill>
                  <a:srgbClr val="53675A"/>
                </a:solidFill>
                <a:latin typeface="Arial"/>
                <a:ea typeface="Arial"/>
                <a:cs typeface="Arial"/>
              </a:defRPr>
            </a:lvl4pPr>
            <a:lvl5pPr>
              <a:defRPr sz="2100" b="0">
                <a:solidFill>
                  <a:srgbClr val="53675A"/>
                </a:solidFill>
                <a:latin typeface="Arial"/>
                <a:ea typeface="Arial"/>
                <a:cs typeface="Arial"/>
              </a:defRPr>
            </a:lvl5pPr>
            <a:lvl6pPr>
              <a:defRPr sz="2100" b="0">
                <a:solidFill>
                  <a:srgbClr val="53675A"/>
                </a:solidFill>
                <a:latin typeface="Arial"/>
                <a:ea typeface="Arial"/>
                <a:cs typeface="Arial"/>
              </a:defRPr>
            </a:lvl6pPr>
            <a:lvl7pPr>
              <a:defRPr sz="2100" b="0">
                <a:solidFill>
                  <a:srgbClr val="53675A"/>
                </a:solidFill>
                <a:latin typeface="Arial"/>
                <a:ea typeface="Arial"/>
                <a:cs typeface="Arial"/>
              </a:defRPr>
            </a:lvl7pPr>
            <a:lvl8pPr>
              <a:defRPr sz="2100" b="0">
                <a:solidFill>
                  <a:srgbClr val="53675A"/>
                </a:solidFill>
                <a:latin typeface="Arial"/>
                <a:ea typeface="Arial"/>
                <a:cs typeface="Arial"/>
              </a:defRPr>
            </a:lvl8pPr>
            <a:lvl9pPr>
              <a:defRPr sz="2100" b="0">
                <a:solidFill>
                  <a:srgbClr val="53675A"/>
                </a:solidFill>
                <a:latin typeface="Arial"/>
                <a:ea typeface="Arial"/>
                <a:cs typeface="Arial"/>
              </a:defRPr>
            </a:lvl9pPr>
          </a:lstStyle>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În ce condiții putem estima înălțimea unei clădiri din umbră</a:t>
            </a:r>
          </a:p>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și folosi această estimare pentru trasee mai umbrite?</a:t>
            </a:r>
          </a:p>
        </p:txBody>
      </p:sp>
      <p:sp>
        <p:nvSpPr>
          <p:cNvPr id="4" name="text-29">
            <a:extLst xmlns:a="http://schemas.openxmlformats.org/drawingml/2006/main">
              <a:ext uri="{FF2B5EF4-FFF2-40B4-BE49-F238E27FC236}">
                <a16:creationId xmlns:a16="http://schemas.microsoft.com/office/drawing/2014/main" id="{A7446974-33A8-45C4-B45E-1AA6080C1E75}"/>
              </a:ext>
            </a:extLst>
          </p:cNvPr>
          <p:cNvSpPr>
            <a:spLocks xmlns:a="http://schemas.openxmlformats.org/drawingml/2006/main" noGrp="1"/>
          </p:cNvSpPr>
          <p:nvPr/>
        </p:nvSpPr>
        <p:spPr>
          <a:xfrm xmlns:a="http://schemas.openxmlformats.org/drawingml/2006/main">
            <a:off x="657225" y="257175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01</a:t>
            </a:r>
          </a:p>
        </p:txBody>
      </p:sp>
      <p:sp>
        <p:nvSpPr>
          <p:cNvPr id="5" name="text-30">
            <a:extLst xmlns:a="http://schemas.openxmlformats.org/drawingml/2006/main">
              <a:ext uri="{FF2B5EF4-FFF2-40B4-BE49-F238E27FC236}">
                <a16:creationId xmlns:a16="http://schemas.microsoft.com/office/drawing/2014/main" id="{EBF37828-6B59-4023-A106-1E474B519CE0}"/>
              </a:ext>
            </a:extLst>
          </p:cNvPr>
          <p:cNvSpPr>
            <a:spLocks xmlns:a="http://schemas.openxmlformats.org/drawingml/2006/main" noGrp="1"/>
          </p:cNvSpPr>
          <p:nvPr/>
        </p:nvSpPr>
        <p:spPr>
          <a:xfrm xmlns:a="http://schemas.openxmlformats.org/drawingml/2006/main">
            <a:off x="1524000" y="253365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83427"/>
                </a:solidFill>
                <a:latin typeface="Arial"/>
                <a:ea typeface="Arial"/>
                <a:cs typeface="Arial"/>
              </a:defRPr>
            </a:defPPr>
            <a:lvl1pPr>
              <a:defRPr sz="2475" b="1">
                <a:solidFill>
                  <a:srgbClr val="183427"/>
                </a:solidFill>
                <a:latin typeface="Arial"/>
                <a:ea typeface="Arial"/>
                <a:cs typeface="Arial"/>
              </a:defRPr>
            </a:lvl1pPr>
            <a:lvl2pPr>
              <a:defRPr sz="2475" b="1">
                <a:solidFill>
                  <a:srgbClr val="183427"/>
                </a:solidFill>
                <a:latin typeface="Arial"/>
                <a:ea typeface="Arial"/>
                <a:cs typeface="Arial"/>
              </a:defRPr>
            </a:lvl2pPr>
            <a:lvl3pPr>
              <a:defRPr sz="2475" b="1">
                <a:solidFill>
                  <a:srgbClr val="183427"/>
                </a:solidFill>
                <a:latin typeface="Arial"/>
                <a:ea typeface="Arial"/>
                <a:cs typeface="Arial"/>
              </a:defRPr>
            </a:lvl3pPr>
            <a:lvl4pPr>
              <a:defRPr sz="2475" b="1">
                <a:solidFill>
                  <a:srgbClr val="183427"/>
                </a:solidFill>
                <a:latin typeface="Arial"/>
                <a:ea typeface="Arial"/>
                <a:cs typeface="Arial"/>
              </a:defRPr>
            </a:lvl4pPr>
            <a:lvl5pPr>
              <a:defRPr sz="2475" b="1">
                <a:solidFill>
                  <a:srgbClr val="183427"/>
                </a:solidFill>
                <a:latin typeface="Arial"/>
                <a:ea typeface="Arial"/>
                <a:cs typeface="Arial"/>
              </a:defRPr>
            </a:lvl5pPr>
            <a:lvl6pPr>
              <a:defRPr sz="2475" b="1">
                <a:solidFill>
                  <a:srgbClr val="183427"/>
                </a:solidFill>
                <a:latin typeface="Arial"/>
                <a:ea typeface="Arial"/>
                <a:cs typeface="Arial"/>
              </a:defRPr>
            </a:lvl6pPr>
            <a:lvl7pPr>
              <a:defRPr sz="2475" b="1">
                <a:solidFill>
                  <a:srgbClr val="183427"/>
                </a:solidFill>
                <a:latin typeface="Arial"/>
                <a:ea typeface="Arial"/>
                <a:cs typeface="Arial"/>
              </a:defRPr>
            </a:lvl7pPr>
            <a:lvl8pPr>
              <a:defRPr sz="2475" b="1">
                <a:solidFill>
                  <a:srgbClr val="183427"/>
                </a:solidFill>
                <a:latin typeface="Arial"/>
                <a:ea typeface="Arial"/>
                <a:cs typeface="Arial"/>
              </a:defRPr>
            </a:lvl8pPr>
            <a:lvl9pPr>
              <a:defRPr sz="2475" b="1">
                <a:solidFill>
                  <a:srgbClr val="183427"/>
                </a:solidFill>
                <a:latin typeface="Arial"/>
                <a:ea typeface="Arial"/>
                <a:cs typeface="Arial"/>
              </a:defRPr>
            </a:lvl9pPr>
          </a:lstStyle>
          <a:p xmlns:a="http://schemas.openxmlformats.org/drawingml/2006/main">
            <a:pPr>
              <a:defRPr sz="2475" b="1">
                <a:solidFill>
                  <a:srgbClr val="183427"/>
                </a:solidFill>
                <a:latin typeface="Arial"/>
                <a:ea typeface="Arial"/>
                <a:cs typeface="Arial"/>
              </a:defRPr>
            </a:pPr>
            <a:r>
              <a:rPr sz="2475" b="1">
                <a:solidFill>
                  <a:srgbClr val="183427"/>
                </a:solidFill>
                <a:latin typeface="Arial"/>
                <a:ea typeface="Arial"/>
                <a:cs typeface="Arial"/>
              </a:rPr>
              <a:t>Datele orașului</a:t>
            </a:r>
          </a:p>
        </p:txBody>
      </p:sp>
      <p:sp>
        <p:nvSpPr>
          <p:cNvPr id="6" name="text-31">
            <a:extLst xmlns:a="http://schemas.openxmlformats.org/drawingml/2006/main">
              <a:ext uri="{FF2B5EF4-FFF2-40B4-BE49-F238E27FC236}">
                <a16:creationId xmlns:a16="http://schemas.microsoft.com/office/drawing/2014/main" id="{7D081A7A-CC54-4AE2-AB5B-1D776C07D4BB}"/>
              </a:ext>
            </a:extLst>
          </p:cNvPr>
          <p:cNvSpPr>
            <a:spLocks xmlns:a="http://schemas.openxmlformats.org/drawingml/2006/main" noGrp="1"/>
          </p:cNvSpPr>
          <p:nvPr/>
        </p:nvSpPr>
        <p:spPr>
          <a:xfrm xmlns:a="http://schemas.openxmlformats.org/drawingml/2006/main">
            <a:off x="1524000" y="297180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Clădiri, rețea pietonală și poziția Soarelui.</a:t>
            </a:r>
          </a:p>
        </p:txBody>
      </p:sp>
      <p:sp>
        <p:nvSpPr>
          <p:cNvPr id="7" name="text-32">
            <a:extLst xmlns:a="http://schemas.openxmlformats.org/drawingml/2006/main">
              <a:ext uri="{FF2B5EF4-FFF2-40B4-BE49-F238E27FC236}">
                <a16:creationId xmlns:a16="http://schemas.microsoft.com/office/drawing/2014/main" id="{047D0DB6-8B2C-478F-B2D8-6772C3AC5763}"/>
              </a:ext>
            </a:extLst>
          </p:cNvPr>
          <p:cNvSpPr>
            <a:spLocks xmlns:a="http://schemas.openxmlformats.org/drawingml/2006/main" noGrp="1"/>
          </p:cNvSpPr>
          <p:nvPr/>
        </p:nvSpPr>
        <p:spPr>
          <a:xfrm xmlns:a="http://schemas.openxmlformats.org/drawingml/2006/main">
            <a:off x="657225" y="3667125"/>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02</a:t>
            </a:r>
          </a:p>
        </p:txBody>
      </p:sp>
      <p:sp>
        <p:nvSpPr>
          <p:cNvPr id="8" name="text-33">
            <a:extLst xmlns:a="http://schemas.openxmlformats.org/drawingml/2006/main">
              <a:ext uri="{FF2B5EF4-FFF2-40B4-BE49-F238E27FC236}">
                <a16:creationId xmlns:a16="http://schemas.microsoft.com/office/drawing/2014/main" id="{AC397034-EE25-466C-876C-29A9EB55FBEB}"/>
              </a:ext>
            </a:extLst>
          </p:cNvPr>
          <p:cNvSpPr>
            <a:spLocks xmlns:a="http://schemas.openxmlformats.org/drawingml/2006/main" noGrp="1"/>
          </p:cNvSpPr>
          <p:nvPr/>
        </p:nvSpPr>
        <p:spPr>
          <a:xfrm xmlns:a="http://schemas.openxmlformats.org/drawingml/2006/main">
            <a:off x="1524000" y="36290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83427"/>
                </a:solidFill>
                <a:latin typeface="Arial"/>
                <a:ea typeface="Arial"/>
                <a:cs typeface="Arial"/>
              </a:defRPr>
            </a:defPPr>
            <a:lvl1pPr>
              <a:defRPr sz="2475" b="1">
                <a:solidFill>
                  <a:srgbClr val="183427"/>
                </a:solidFill>
                <a:latin typeface="Arial"/>
                <a:ea typeface="Arial"/>
                <a:cs typeface="Arial"/>
              </a:defRPr>
            </a:lvl1pPr>
            <a:lvl2pPr>
              <a:defRPr sz="2475" b="1">
                <a:solidFill>
                  <a:srgbClr val="183427"/>
                </a:solidFill>
                <a:latin typeface="Arial"/>
                <a:ea typeface="Arial"/>
                <a:cs typeface="Arial"/>
              </a:defRPr>
            </a:lvl2pPr>
            <a:lvl3pPr>
              <a:defRPr sz="2475" b="1">
                <a:solidFill>
                  <a:srgbClr val="183427"/>
                </a:solidFill>
                <a:latin typeface="Arial"/>
                <a:ea typeface="Arial"/>
                <a:cs typeface="Arial"/>
              </a:defRPr>
            </a:lvl3pPr>
            <a:lvl4pPr>
              <a:defRPr sz="2475" b="1">
                <a:solidFill>
                  <a:srgbClr val="183427"/>
                </a:solidFill>
                <a:latin typeface="Arial"/>
                <a:ea typeface="Arial"/>
                <a:cs typeface="Arial"/>
              </a:defRPr>
            </a:lvl4pPr>
            <a:lvl5pPr>
              <a:defRPr sz="2475" b="1">
                <a:solidFill>
                  <a:srgbClr val="183427"/>
                </a:solidFill>
                <a:latin typeface="Arial"/>
                <a:ea typeface="Arial"/>
                <a:cs typeface="Arial"/>
              </a:defRPr>
            </a:lvl5pPr>
            <a:lvl6pPr>
              <a:defRPr sz="2475" b="1">
                <a:solidFill>
                  <a:srgbClr val="183427"/>
                </a:solidFill>
                <a:latin typeface="Arial"/>
                <a:ea typeface="Arial"/>
                <a:cs typeface="Arial"/>
              </a:defRPr>
            </a:lvl6pPr>
            <a:lvl7pPr>
              <a:defRPr sz="2475" b="1">
                <a:solidFill>
                  <a:srgbClr val="183427"/>
                </a:solidFill>
                <a:latin typeface="Arial"/>
                <a:ea typeface="Arial"/>
                <a:cs typeface="Arial"/>
              </a:defRPr>
            </a:lvl7pPr>
            <a:lvl8pPr>
              <a:defRPr sz="2475" b="1">
                <a:solidFill>
                  <a:srgbClr val="183427"/>
                </a:solidFill>
                <a:latin typeface="Arial"/>
                <a:ea typeface="Arial"/>
                <a:cs typeface="Arial"/>
              </a:defRPr>
            </a:lvl8pPr>
            <a:lvl9pPr>
              <a:defRPr sz="2475" b="1">
                <a:solidFill>
                  <a:srgbClr val="183427"/>
                </a:solidFill>
                <a:latin typeface="Arial"/>
                <a:ea typeface="Arial"/>
                <a:cs typeface="Arial"/>
              </a:defRPr>
            </a:lvl9pPr>
          </a:lstStyle>
          <a:p xmlns:a="http://schemas.openxmlformats.org/drawingml/2006/main">
            <a:pPr>
              <a:defRPr sz="2475" b="1">
                <a:solidFill>
                  <a:srgbClr val="183427"/>
                </a:solidFill>
                <a:latin typeface="Arial"/>
                <a:ea typeface="Arial"/>
                <a:cs typeface="Arial"/>
              </a:defRPr>
            </a:pPr>
            <a:r>
              <a:rPr sz="2475" b="1">
                <a:solidFill>
                  <a:srgbClr val="183427"/>
                </a:solidFill>
                <a:latin typeface="Arial"/>
                <a:ea typeface="Arial"/>
                <a:cs typeface="Arial"/>
              </a:rPr>
              <a:t>Modelul de umbră</a:t>
            </a:r>
          </a:p>
        </p:txBody>
      </p:sp>
      <p:sp>
        <p:nvSpPr>
          <p:cNvPr id="9" name="text-34">
            <a:extLst xmlns:a="http://schemas.openxmlformats.org/drawingml/2006/main">
              <a:ext uri="{FF2B5EF4-FFF2-40B4-BE49-F238E27FC236}">
                <a16:creationId xmlns:a16="http://schemas.microsoft.com/office/drawing/2014/main" id="{574247D0-E0B4-4420-AE4B-B6C475474F8D}"/>
              </a:ext>
            </a:extLst>
          </p:cNvPr>
          <p:cNvSpPr>
            <a:spLocks xmlns:a="http://schemas.openxmlformats.org/drawingml/2006/main" noGrp="1"/>
          </p:cNvSpPr>
          <p:nvPr/>
        </p:nvSpPr>
        <p:spPr>
          <a:xfrm xmlns:a="http://schemas.openxmlformats.org/drawingml/2006/main">
            <a:off x="1524000" y="4067175"/>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Estimări pentru locul și ora alese.</a:t>
            </a:r>
          </a:p>
        </p:txBody>
      </p:sp>
      <p:sp>
        <p:nvSpPr>
          <p:cNvPr id="10" name="text-35">
            <a:extLst xmlns:a="http://schemas.openxmlformats.org/drawingml/2006/main">
              <a:ext uri="{FF2B5EF4-FFF2-40B4-BE49-F238E27FC236}">
                <a16:creationId xmlns:a16="http://schemas.microsoft.com/office/drawing/2014/main" id="{D6402FFB-6EBF-42AE-A4E1-69AAD2FD9230}"/>
              </a:ext>
            </a:extLst>
          </p:cNvPr>
          <p:cNvSpPr>
            <a:spLocks xmlns:a="http://schemas.openxmlformats.org/drawingml/2006/main" noGrp="1"/>
          </p:cNvSpPr>
          <p:nvPr/>
        </p:nvSpPr>
        <p:spPr>
          <a:xfrm xmlns:a="http://schemas.openxmlformats.org/drawingml/2006/main">
            <a:off x="657225" y="476250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03</a:t>
            </a:r>
          </a:p>
        </p:txBody>
      </p:sp>
      <p:sp>
        <p:nvSpPr>
          <p:cNvPr id="11" name="text-36">
            <a:extLst xmlns:a="http://schemas.openxmlformats.org/drawingml/2006/main">
              <a:ext uri="{FF2B5EF4-FFF2-40B4-BE49-F238E27FC236}">
                <a16:creationId xmlns:a16="http://schemas.microsoft.com/office/drawing/2014/main" id="{D7FDCB6A-1C0E-49A3-AA43-A63F080A0667}"/>
              </a:ext>
            </a:extLst>
          </p:cNvPr>
          <p:cNvSpPr>
            <a:spLocks xmlns:a="http://schemas.openxmlformats.org/drawingml/2006/main" noGrp="1"/>
          </p:cNvSpPr>
          <p:nvPr/>
        </p:nvSpPr>
        <p:spPr>
          <a:xfrm xmlns:a="http://schemas.openxmlformats.org/drawingml/2006/main">
            <a:off x="1524000" y="472440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83427"/>
                </a:solidFill>
                <a:latin typeface="Arial"/>
                <a:ea typeface="Arial"/>
                <a:cs typeface="Arial"/>
              </a:defRPr>
            </a:defPPr>
            <a:lvl1pPr>
              <a:defRPr sz="2475" b="1">
                <a:solidFill>
                  <a:srgbClr val="183427"/>
                </a:solidFill>
                <a:latin typeface="Arial"/>
                <a:ea typeface="Arial"/>
                <a:cs typeface="Arial"/>
              </a:defRPr>
            </a:lvl1pPr>
            <a:lvl2pPr>
              <a:defRPr sz="2475" b="1">
                <a:solidFill>
                  <a:srgbClr val="183427"/>
                </a:solidFill>
                <a:latin typeface="Arial"/>
                <a:ea typeface="Arial"/>
                <a:cs typeface="Arial"/>
              </a:defRPr>
            </a:lvl2pPr>
            <a:lvl3pPr>
              <a:defRPr sz="2475" b="1">
                <a:solidFill>
                  <a:srgbClr val="183427"/>
                </a:solidFill>
                <a:latin typeface="Arial"/>
                <a:ea typeface="Arial"/>
                <a:cs typeface="Arial"/>
              </a:defRPr>
            </a:lvl3pPr>
            <a:lvl4pPr>
              <a:defRPr sz="2475" b="1">
                <a:solidFill>
                  <a:srgbClr val="183427"/>
                </a:solidFill>
                <a:latin typeface="Arial"/>
                <a:ea typeface="Arial"/>
                <a:cs typeface="Arial"/>
              </a:defRPr>
            </a:lvl4pPr>
            <a:lvl5pPr>
              <a:defRPr sz="2475" b="1">
                <a:solidFill>
                  <a:srgbClr val="183427"/>
                </a:solidFill>
                <a:latin typeface="Arial"/>
                <a:ea typeface="Arial"/>
                <a:cs typeface="Arial"/>
              </a:defRPr>
            </a:lvl5pPr>
            <a:lvl6pPr>
              <a:defRPr sz="2475" b="1">
                <a:solidFill>
                  <a:srgbClr val="183427"/>
                </a:solidFill>
                <a:latin typeface="Arial"/>
                <a:ea typeface="Arial"/>
                <a:cs typeface="Arial"/>
              </a:defRPr>
            </a:lvl6pPr>
            <a:lvl7pPr>
              <a:defRPr sz="2475" b="1">
                <a:solidFill>
                  <a:srgbClr val="183427"/>
                </a:solidFill>
                <a:latin typeface="Arial"/>
                <a:ea typeface="Arial"/>
                <a:cs typeface="Arial"/>
              </a:defRPr>
            </a:lvl7pPr>
            <a:lvl8pPr>
              <a:defRPr sz="2475" b="1">
                <a:solidFill>
                  <a:srgbClr val="183427"/>
                </a:solidFill>
                <a:latin typeface="Arial"/>
                <a:ea typeface="Arial"/>
                <a:cs typeface="Arial"/>
              </a:defRPr>
            </a:lvl8pPr>
            <a:lvl9pPr>
              <a:defRPr sz="2475" b="1">
                <a:solidFill>
                  <a:srgbClr val="183427"/>
                </a:solidFill>
                <a:latin typeface="Arial"/>
                <a:ea typeface="Arial"/>
                <a:cs typeface="Arial"/>
              </a:defRPr>
            </a:lvl9pPr>
          </a:lstStyle>
          <a:p xmlns:a="http://schemas.openxmlformats.org/drawingml/2006/main">
            <a:pPr>
              <a:defRPr sz="2475" b="1">
                <a:solidFill>
                  <a:srgbClr val="183427"/>
                </a:solidFill>
                <a:latin typeface="Arial"/>
                <a:ea typeface="Arial"/>
                <a:cs typeface="Arial"/>
              </a:defRPr>
            </a:pPr>
            <a:r>
              <a:rPr sz="2475" b="1">
                <a:solidFill>
                  <a:srgbClr val="183427"/>
                </a:solidFill>
                <a:latin typeface="Arial"/>
                <a:ea typeface="Arial"/>
                <a:cs typeface="Arial"/>
              </a:rPr>
              <a:t>Aplicația</a:t>
            </a:r>
          </a:p>
        </p:txBody>
      </p:sp>
      <p:sp>
        <p:nvSpPr>
          <p:cNvPr id="12" name="text-37">
            <a:extLst xmlns:a="http://schemas.openxmlformats.org/drawingml/2006/main">
              <a:ext uri="{FF2B5EF4-FFF2-40B4-BE49-F238E27FC236}">
                <a16:creationId xmlns:a16="http://schemas.microsoft.com/office/drawing/2014/main" id="{2957CBCE-A936-4335-9DA4-8DA1D64A7EE7}"/>
              </a:ext>
            </a:extLst>
          </p:cNvPr>
          <p:cNvSpPr>
            <a:spLocks xmlns:a="http://schemas.openxmlformats.org/drawingml/2006/main" noGrp="1"/>
          </p:cNvSpPr>
          <p:nvPr/>
        </p:nvSpPr>
        <p:spPr>
          <a:xfrm xmlns:a="http://schemas.openxmlformats.org/drawingml/2006/main">
            <a:off x="1524000" y="516255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Hartă 3D, navigare GPS și trasee comparate.</a:t>
            </a:r>
          </a:p>
        </p:txBody>
      </p:sp>
      <p:pic>
        <p:nvPicPr>
          <p:cNvPr id="13" name="">
            <a:extLst xmlns:a="http://schemas.openxmlformats.org/drawingml/2006/main">
              <a:ext uri="{FF2B5EF4-FFF2-40B4-BE49-F238E27FC236}">
                <a16:creationId xmlns:a16="http://schemas.microsoft.com/office/drawing/2014/main" id="{1B728B55-0237-4845-8A8C-5CDE3C6E46C6}"/>
              </a:ext>
            </a:extLst>
          </p:cNvPr>
          <p:cNvPicPr>
            <a:picLocks xmlns:a="http://schemas.openxmlformats.org/drawingml/2006/main" noChangeAspect="1"/>
          </p:cNvPicPr>
          <p:nvPr/>
        </p:nvPicPr>
        <p:blipFill>
          <a:blip xmlns:r="http://schemas.openxmlformats.org/officeDocument/2006/relationships" xmlns:a="http://schemas.openxmlformats.org/drawingml/2006/main" r:embed="Rfd82087dcb094d3f"/>
          <a:srcRect xmlns:a="http://schemas.openxmlformats.org/drawingml/2006/main" l="0" t="8240" r="0" b="8240"/>
          <a:stretch xmlns:a="http://schemas.openxmlformats.org/drawingml/2006/main">
            <a:fillRect l="0" t="0" r="0" b="0"/>
          </a:stretch>
        </p:blipFill>
        <p:spPr>
          <a:xfrm xmlns:a="http://schemas.openxmlformats.org/drawingml/2006/main">
            <a:off x="8429625" y="2076450"/>
            <a:ext cx="2952750" cy="3781425"/>
          </a:xfrm>
          <a:prstGeom xmlns:a="http://schemas.openxmlformats.org/drawingml/2006/main" prst="rect">
            <a:avLst/>
          </a:prstGeom>
        </p:spPr>
      </p:pic>
      <p:sp>
        <p:nvSpPr>
          <p:cNvPr id="14" name="text-38">
            <a:extLst xmlns:a="http://schemas.openxmlformats.org/drawingml/2006/main">
              <a:ext uri="{FF2B5EF4-FFF2-40B4-BE49-F238E27FC236}">
                <a16:creationId xmlns:a16="http://schemas.microsoft.com/office/drawing/2014/main" id="{62D6A1A3-D50F-4253-96DD-B1E01C34ED08}"/>
              </a:ext>
            </a:extLst>
          </p:cNvPr>
          <p:cNvSpPr>
            <a:spLocks xmlns:a="http://schemas.openxmlformats.org/drawingml/2006/main" noGrp="1"/>
          </p:cNvSpPr>
          <p:nvPr/>
        </p:nvSpPr>
        <p:spPr>
          <a:xfrm xmlns:a="http://schemas.openxmlformats.org/drawingml/2006/main">
            <a:off x="8429625" y="59817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75A"/>
                </a:solidFill>
                <a:latin typeface="Arial"/>
                <a:ea typeface="Arial"/>
                <a:cs typeface="Arial"/>
              </a:defRPr>
            </a:defPPr>
            <a:lvl1pPr>
              <a:defRPr sz="1125" b="0">
                <a:solidFill>
                  <a:srgbClr val="53675A"/>
                </a:solidFill>
                <a:latin typeface="Arial"/>
                <a:ea typeface="Arial"/>
                <a:cs typeface="Arial"/>
              </a:defRPr>
            </a:lvl1pPr>
            <a:lvl2pPr>
              <a:defRPr sz="1125" b="0">
                <a:solidFill>
                  <a:srgbClr val="53675A"/>
                </a:solidFill>
                <a:latin typeface="Arial"/>
                <a:ea typeface="Arial"/>
                <a:cs typeface="Arial"/>
              </a:defRPr>
            </a:lvl2pPr>
            <a:lvl3pPr>
              <a:defRPr sz="1125" b="0">
                <a:solidFill>
                  <a:srgbClr val="53675A"/>
                </a:solidFill>
                <a:latin typeface="Arial"/>
                <a:ea typeface="Arial"/>
                <a:cs typeface="Arial"/>
              </a:defRPr>
            </a:lvl3pPr>
            <a:lvl4pPr>
              <a:defRPr sz="1125" b="0">
                <a:solidFill>
                  <a:srgbClr val="53675A"/>
                </a:solidFill>
                <a:latin typeface="Arial"/>
                <a:ea typeface="Arial"/>
                <a:cs typeface="Arial"/>
              </a:defRPr>
            </a:lvl4pPr>
            <a:lvl5pPr>
              <a:defRPr sz="1125" b="0">
                <a:solidFill>
                  <a:srgbClr val="53675A"/>
                </a:solidFill>
                <a:latin typeface="Arial"/>
                <a:ea typeface="Arial"/>
                <a:cs typeface="Arial"/>
              </a:defRPr>
            </a:lvl5pPr>
            <a:lvl6pPr>
              <a:defRPr sz="1125" b="0">
                <a:solidFill>
                  <a:srgbClr val="53675A"/>
                </a:solidFill>
                <a:latin typeface="Arial"/>
                <a:ea typeface="Arial"/>
                <a:cs typeface="Arial"/>
              </a:defRPr>
            </a:lvl6pPr>
            <a:lvl7pPr>
              <a:defRPr sz="1125" b="0">
                <a:solidFill>
                  <a:srgbClr val="53675A"/>
                </a:solidFill>
                <a:latin typeface="Arial"/>
                <a:ea typeface="Arial"/>
                <a:cs typeface="Arial"/>
              </a:defRPr>
            </a:lvl7pPr>
            <a:lvl8pPr>
              <a:defRPr sz="1125" b="0">
                <a:solidFill>
                  <a:srgbClr val="53675A"/>
                </a:solidFill>
                <a:latin typeface="Arial"/>
                <a:ea typeface="Arial"/>
                <a:cs typeface="Arial"/>
              </a:defRPr>
            </a:lvl8pPr>
            <a:lvl9pPr>
              <a:defRPr sz="1125" b="0">
                <a:solidFill>
                  <a:srgbClr val="53675A"/>
                </a:solidFill>
                <a:latin typeface="Arial"/>
                <a:ea typeface="Arial"/>
                <a:cs typeface="Arial"/>
              </a:defRPr>
            </a:lvl9pPr>
          </a:lstStyle>
          <a:p xmlns:a="http://schemas.openxmlformats.org/drawingml/2006/main">
            <a:pPr>
              <a:defRPr sz="1125" b="0">
                <a:solidFill>
                  <a:srgbClr val="53675A"/>
                </a:solidFill>
                <a:latin typeface="Arial"/>
                <a:ea typeface="Arial"/>
                <a:cs typeface="Arial"/>
              </a:defRPr>
            </a:pPr>
            <a:r>
              <a:rPr sz="1125" b="0">
                <a:solidFill>
                  <a:srgbClr val="53675A"/>
                </a:solidFill>
                <a:latin typeface="Arial"/>
                <a:ea typeface="Arial"/>
                <a:cs typeface="Arial"/>
              </a:rPr>
              <a:t>Hartă din date OpenStreetMap</a:t>
            </a:r>
          </a:p>
        </p:txBody>
      </p:sp>
      <p:sp>
        <p:nvSpPr>
          <p:cNvPr id="15" name="text-39">
            <a:extLst xmlns:a="http://schemas.openxmlformats.org/drawingml/2006/main">
              <a:ext uri="{FF2B5EF4-FFF2-40B4-BE49-F238E27FC236}">
                <a16:creationId xmlns:a16="http://schemas.microsoft.com/office/drawing/2014/main" id="{36BEF8DB-9F41-4132-A9B2-2F5F8FD5F763}"/>
              </a:ext>
            </a:extLst>
          </p:cNvPr>
          <p:cNvSpPr>
            <a:spLocks xmlns:a="http://schemas.openxmlformats.org/drawingml/2006/main" noGrp="1"/>
          </p:cNvSpPr>
          <p:nvPr/>
        </p:nvSpPr>
        <p:spPr>
          <a:xfrm xmlns:a="http://schemas.openxmlformats.org/drawingml/2006/main">
            <a:off x="657225" y="6419850"/>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Telefonul afișează harta. Calculatorul pregătește umbrele și traseele.</a:t>
            </a:r>
          </a:p>
        </p:txBody>
      </p:sp>
    </p:spTree>
    <p:extLst>
      <p:ext uri="{BB962C8B-B14F-4D97-AF65-F5344CB8AC3E}">
        <p14:creationId xmlns:p14="http://schemas.microsoft.com/office/powerpoint/2010/main" val="670464093"/>
      </p:ext>
    </p:extLst>
  </p:cSld>
</p:sld>
</file>

<file path=ppt/slides/slide4.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7" name="text-40">
            <a:extLst xmlns:a="http://schemas.openxmlformats.org/drawingml/2006/main">
              <a:ext uri="{FF2B5EF4-FFF2-40B4-BE49-F238E27FC236}">
                <a16:creationId xmlns:a16="http://schemas.microsoft.com/office/drawing/2014/main" id="{69CB88B5-9C2F-4FD1-A08B-D6DD5061DD83}"/>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Cum alegem traseul</a:t>
            </a:r>
          </a:p>
        </p:txBody>
      </p:sp>
      <p:sp>
        <p:nvSpPr>
          <p:cNvPr id="2" name="text-41">
            <a:extLst xmlns:a="http://schemas.openxmlformats.org/drawingml/2006/main">
              <a:ext uri="{FF2B5EF4-FFF2-40B4-BE49-F238E27FC236}">
                <a16:creationId xmlns:a16="http://schemas.microsoft.com/office/drawing/2014/main" id="{E2248C5A-65EE-4665-A4D4-C3654A182EC6}"/>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04</a:t>
            </a:r>
          </a:p>
        </p:txBody>
      </p:sp>
      <p:sp>
        <p:nvSpPr>
          <p:cNvPr id="3" name="text-42">
            <a:extLst xmlns:a="http://schemas.openxmlformats.org/drawingml/2006/main">
              <a:ext uri="{FF2B5EF4-FFF2-40B4-BE49-F238E27FC236}">
                <a16:creationId xmlns:a16="http://schemas.microsoft.com/office/drawing/2014/main" id="{C5D9A1A7-6F2B-48F7-8FE8-EB75C354F22B}"/>
              </a:ext>
            </a:extLst>
          </p:cNvPr>
          <p:cNvSpPr>
            <a:spLocks xmlns:a="http://schemas.openxmlformats.org/drawingml/2006/main" noGrp="1"/>
          </p:cNvSpPr>
          <p:nvPr/>
        </p:nvSpPr>
        <p:spPr>
          <a:xfrm xmlns:a="http://schemas.openxmlformats.org/drawingml/2006/main">
            <a:off x="647700" y="15335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53675A"/>
                </a:solidFill>
                <a:latin typeface="Arial"/>
                <a:ea typeface="Arial"/>
                <a:cs typeface="Arial"/>
              </a:defRPr>
            </a:defPPr>
            <a:lvl1pPr>
              <a:defRPr sz="2325" b="0">
                <a:solidFill>
                  <a:srgbClr val="53675A"/>
                </a:solidFill>
                <a:latin typeface="Arial"/>
                <a:ea typeface="Arial"/>
                <a:cs typeface="Arial"/>
              </a:defRPr>
            </a:lvl1pPr>
            <a:lvl2pPr>
              <a:defRPr sz="2325" b="0">
                <a:solidFill>
                  <a:srgbClr val="53675A"/>
                </a:solidFill>
                <a:latin typeface="Arial"/>
                <a:ea typeface="Arial"/>
                <a:cs typeface="Arial"/>
              </a:defRPr>
            </a:lvl2pPr>
            <a:lvl3pPr>
              <a:defRPr sz="2325" b="0">
                <a:solidFill>
                  <a:srgbClr val="53675A"/>
                </a:solidFill>
                <a:latin typeface="Arial"/>
                <a:ea typeface="Arial"/>
                <a:cs typeface="Arial"/>
              </a:defRPr>
            </a:lvl3pPr>
            <a:lvl4pPr>
              <a:defRPr sz="2325" b="0">
                <a:solidFill>
                  <a:srgbClr val="53675A"/>
                </a:solidFill>
                <a:latin typeface="Arial"/>
                <a:ea typeface="Arial"/>
                <a:cs typeface="Arial"/>
              </a:defRPr>
            </a:lvl4pPr>
            <a:lvl5pPr>
              <a:defRPr sz="2325" b="0">
                <a:solidFill>
                  <a:srgbClr val="53675A"/>
                </a:solidFill>
                <a:latin typeface="Arial"/>
                <a:ea typeface="Arial"/>
                <a:cs typeface="Arial"/>
              </a:defRPr>
            </a:lvl5pPr>
            <a:lvl6pPr>
              <a:defRPr sz="2325" b="0">
                <a:solidFill>
                  <a:srgbClr val="53675A"/>
                </a:solidFill>
                <a:latin typeface="Arial"/>
                <a:ea typeface="Arial"/>
                <a:cs typeface="Arial"/>
              </a:defRPr>
            </a:lvl6pPr>
            <a:lvl7pPr>
              <a:defRPr sz="2325" b="0">
                <a:solidFill>
                  <a:srgbClr val="53675A"/>
                </a:solidFill>
                <a:latin typeface="Arial"/>
                <a:ea typeface="Arial"/>
                <a:cs typeface="Arial"/>
              </a:defRPr>
            </a:lvl7pPr>
            <a:lvl8pPr>
              <a:defRPr sz="2325" b="0">
                <a:solidFill>
                  <a:srgbClr val="53675A"/>
                </a:solidFill>
                <a:latin typeface="Arial"/>
                <a:ea typeface="Arial"/>
                <a:cs typeface="Arial"/>
              </a:defRPr>
            </a:lvl8pPr>
            <a:lvl9pPr>
              <a:defRPr sz="2325" b="0">
                <a:solidFill>
                  <a:srgbClr val="53675A"/>
                </a:solidFill>
                <a:latin typeface="Arial"/>
                <a:ea typeface="Arial"/>
                <a:cs typeface="Arial"/>
              </a:defRPr>
            </a:lvl9pPr>
          </a:lstStyle>
          <a:p xmlns:a="http://schemas.openxmlformats.org/drawingml/2006/main">
            <a:pPr>
              <a:defRPr sz="2325" b="0">
                <a:solidFill>
                  <a:srgbClr val="53675A"/>
                </a:solidFill>
                <a:latin typeface="Arial"/>
                <a:ea typeface="Arial"/>
                <a:cs typeface="Arial"/>
              </a:defRPr>
            </a:pPr>
            <a:r>
              <a:rPr sz="2325" b="0">
                <a:solidFill>
                  <a:srgbClr val="53675A"/>
                </a:solidFill>
                <a:latin typeface="Arial"/>
                <a:ea typeface="Arial"/>
                <a:cs typeface="Arial"/>
              </a:rPr>
              <a:t>Comparăm durata, distanța și expunerea estimată.</a:t>
            </a:r>
          </a:p>
        </p:txBody>
      </p:sp>
      <p:sp>
        <p:nvSpPr>
          <p:cNvPr id="4" name="text-43">
            <a:extLst xmlns:a="http://schemas.openxmlformats.org/drawingml/2006/main">
              <a:ext uri="{FF2B5EF4-FFF2-40B4-BE49-F238E27FC236}">
                <a16:creationId xmlns:a16="http://schemas.microsoft.com/office/drawing/2014/main" id="{80B8D2B8-CE34-403D-8CF2-C4A4B592CC42}"/>
              </a:ext>
            </a:extLst>
          </p:cNvPr>
          <p:cNvSpPr>
            <a:spLocks xmlns:a="http://schemas.openxmlformats.org/drawingml/2006/main" noGrp="1"/>
          </p:cNvSpPr>
          <p:nvPr/>
        </p:nvSpPr>
        <p:spPr>
          <a:xfrm xmlns:a="http://schemas.openxmlformats.org/drawingml/2006/main">
            <a:off x="666750" y="2400300"/>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01</a:t>
            </a:r>
          </a:p>
        </p:txBody>
      </p:sp>
      <p:sp>
        <p:nvSpPr>
          <p:cNvPr id="5" name="text-44">
            <a:extLst xmlns:a="http://schemas.openxmlformats.org/drawingml/2006/main">
              <a:ext uri="{FF2B5EF4-FFF2-40B4-BE49-F238E27FC236}">
                <a16:creationId xmlns:a16="http://schemas.microsoft.com/office/drawing/2014/main" id="{47AEFB3B-209F-47C1-8F1F-F926935202C6}"/>
              </a:ext>
            </a:extLst>
          </p:cNvPr>
          <p:cNvSpPr>
            <a:spLocks xmlns:a="http://schemas.openxmlformats.org/drawingml/2006/main" noGrp="1"/>
          </p:cNvSpPr>
          <p:nvPr/>
        </p:nvSpPr>
        <p:spPr>
          <a:xfrm xmlns:a="http://schemas.openxmlformats.org/drawingml/2006/main">
            <a:off x="1524000" y="23812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183427"/>
                </a:solidFill>
                <a:latin typeface="Arial"/>
                <a:ea typeface="Arial"/>
                <a:cs typeface="Arial"/>
              </a:defRPr>
            </a:defPPr>
            <a:lvl1pPr>
              <a:defRPr sz="2550" b="1">
                <a:solidFill>
                  <a:srgbClr val="183427"/>
                </a:solidFill>
                <a:latin typeface="Arial"/>
                <a:ea typeface="Arial"/>
                <a:cs typeface="Arial"/>
              </a:defRPr>
            </a:lvl1pPr>
            <a:lvl2pPr>
              <a:defRPr sz="2550" b="1">
                <a:solidFill>
                  <a:srgbClr val="183427"/>
                </a:solidFill>
                <a:latin typeface="Arial"/>
                <a:ea typeface="Arial"/>
                <a:cs typeface="Arial"/>
              </a:defRPr>
            </a:lvl2pPr>
            <a:lvl3pPr>
              <a:defRPr sz="2550" b="1">
                <a:solidFill>
                  <a:srgbClr val="183427"/>
                </a:solidFill>
                <a:latin typeface="Arial"/>
                <a:ea typeface="Arial"/>
                <a:cs typeface="Arial"/>
              </a:defRPr>
            </a:lvl3pPr>
            <a:lvl4pPr>
              <a:defRPr sz="2550" b="1">
                <a:solidFill>
                  <a:srgbClr val="183427"/>
                </a:solidFill>
                <a:latin typeface="Arial"/>
                <a:ea typeface="Arial"/>
                <a:cs typeface="Arial"/>
              </a:defRPr>
            </a:lvl4pPr>
            <a:lvl5pPr>
              <a:defRPr sz="2550" b="1">
                <a:solidFill>
                  <a:srgbClr val="183427"/>
                </a:solidFill>
                <a:latin typeface="Arial"/>
                <a:ea typeface="Arial"/>
                <a:cs typeface="Arial"/>
              </a:defRPr>
            </a:lvl5pPr>
            <a:lvl6pPr>
              <a:defRPr sz="2550" b="1">
                <a:solidFill>
                  <a:srgbClr val="183427"/>
                </a:solidFill>
                <a:latin typeface="Arial"/>
                <a:ea typeface="Arial"/>
                <a:cs typeface="Arial"/>
              </a:defRPr>
            </a:lvl6pPr>
            <a:lvl7pPr>
              <a:defRPr sz="2550" b="1">
                <a:solidFill>
                  <a:srgbClr val="183427"/>
                </a:solidFill>
                <a:latin typeface="Arial"/>
                <a:ea typeface="Arial"/>
                <a:cs typeface="Arial"/>
              </a:defRPr>
            </a:lvl7pPr>
            <a:lvl8pPr>
              <a:defRPr sz="2550" b="1">
                <a:solidFill>
                  <a:srgbClr val="183427"/>
                </a:solidFill>
                <a:latin typeface="Arial"/>
                <a:ea typeface="Arial"/>
                <a:cs typeface="Arial"/>
              </a:defRPr>
            </a:lvl8pPr>
            <a:lvl9pPr>
              <a:defRPr sz="2550" b="1">
                <a:solidFill>
                  <a:srgbClr val="183427"/>
                </a:solidFill>
                <a:latin typeface="Arial"/>
                <a:ea typeface="Arial"/>
                <a:cs typeface="Arial"/>
              </a:defRPr>
            </a:lvl9pPr>
          </a:lstStyle>
          <a:p xmlns:a="http://schemas.openxmlformats.org/drawingml/2006/main">
            <a:pPr>
              <a:defRPr sz="2550" b="1">
                <a:solidFill>
                  <a:srgbClr val="183427"/>
                </a:solidFill>
                <a:latin typeface="Arial"/>
                <a:ea typeface="Arial"/>
                <a:cs typeface="Arial"/>
              </a:defRPr>
            </a:pPr>
            <a:r>
              <a:rPr sz="2550" b="1">
                <a:solidFill>
                  <a:srgbClr val="183427"/>
                </a:solidFill>
                <a:latin typeface="Arial"/>
                <a:ea typeface="Arial"/>
                <a:cs typeface="Arial"/>
              </a:rPr>
              <a:t>Rapid</a:t>
            </a:r>
          </a:p>
        </p:txBody>
      </p:sp>
      <p:sp>
        <p:nvSpPr>
          <p:cNvPr id="6" name="text-45">
            <a:extLst xmlns:a="http://schemas.openxmlformats.org/drawingml/2006/main">
              <a:ext uri="{FF2B5EF4-FFF2-40B4-BE49-F238E27FC236}">
                <a16:creationId xmlns:a16="http://schemas.microsoft.com/office/drawing/2014/main" id="{DC86D3B3-90DC-4027-9EFF-6CCE8132AE56}"/>
              </a:ext>
            </a:extLst>
          </p:cNvPr>
          <p:cNvSpPr>
            <a:spLocks xmlns:a="http://schemas.openxmlformats.org/drawingml/2006/main" noGrp="1"/>
          </p:cNvSpPr>
          <p:nvPr/>
        </p:nvSpPr>
        <p:spPr>
          <a:xfrm xmlns:a="http://schemas.openxmlformats.org/drawingml/2006/main">
            <a:off x="5467350" y="2428875"/>
            <a:ext cx="581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Varianta cu durata cea mai mică.</a:t>
            </a:r>
          </a:p>
        </p:txBody>
      </p:sp>
      <p:sp>
        <p:nvSpPr>
          <p:cNvPr id="7" name="shape-46">
            <a:extLst xmlns:a="http://schemas.openxmlformats.org/drawingml/2006/main">
              <a:ext uri="{FF2B5EF4-FFF2-40B4-BE49-F238E27FC236}">
                <a16:creationId xmlns:a16="http://schemas.microsoft.com/office/drawing/2014/main" id="{15EE7973-769F-478E-B798-AA4DB1F31076}"/>
              </a:ext>
            </a:extLst>
          </p:cNvPr>
          <p:cNvSpPr>
            <a:spLocks xmlns:a="http://schemas.openxmlformats.org/drawingml/2006/main" noGrp="1"/>
          </p:cNvSpPr>
          <p:nvPr/>
        </p:nvSpPr>
        <p:spPr>
          <a:xfrm xmlns:a="http://schemas.openxmlformats.org/drawingml/2006/main" rot="0">
            <a:off x="666750" y="3238500"/>
            <a:ext cx="10715625"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8" name="text-47">
            <a:extLst xmlns:a="http://schemas.openxmlformats.org/drawingml/2006/main">
              <a:ext uri="{FF2B5EF4-FFF2-40B4-BE49-F238E27FC236}">
                <a16:creationId xmlns:a16="http://schemas.microsoft.com/office/drawing/2014/main" id="{F1D2A3AC-E853-4AFD-92B5-729313568D5C}"/>
              </a:ext>
            </a:extLst>
          </p:cNvPr>
          <p:cNvSpPr>
            <a:spLocks xmlns:a="http://schemas.openxmlformats.org/drawingml/2006/main" noGrp="1"/>
          </p:cNvSpPr>
          <p:nvPr/>
        </p:nvSpPr>
        <p:spPr>
          <a:xfrm xmlns:a="http://schemas.openxmlformats.org/drawingml/2006/main">
            <a:off x="666750" y="3476625"/>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02</a:t>
            </a:r>
          </a:p>
        </p:txBody>
      </p:sp>
      <p:sp>
        <p:nvSpPr>
          <p:cNvPr id="9" name="text-48">
            <a:extLst xmlns:a="http://schemas.openxmlformats.org/drawingml/2006/main">
              <a:ext uri="{FF2B5EF4-FFF2-40B4-BE49-F238E27FC236}">
                <a16:creationId xmlns:a16="http://schemas.microsoft.com/office/drawing/2014/main" id="{6CFF4134-232B-4867-B6F1-ACD6D1B7468F}"/>
              </a:ext>
            </a:extLst>
          </p:cNvPr>
          <p:cNvSpPr>
            <a:spLocks xmlns:a="http://schemas.openxmlformats.org/drawingml/2006/main" noGrp="1"/>
          </p:cNvSpPr>
          <p:nvPr/>
        </p:nvSpPr>
        <p:spPr>
          <a:xfrm xmlns:a="http://schemas.openxmlformats.org/drawingml/2006/main">
            <a:off x="1524000" y="345757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183427"/>
                </a:solidFill>
                <a:latin typeface="Arial"/>
                <a:ea typeface="Arial"/>
                <a:cs typeface="Arial"/>
              </a:defRPr>
            </a:defPPr>
            <a:lvl1pPr>
              <a:defRPr sz="2550" b="1">
                <a:solidFill>
                  <a:srgbClr val="183427"/>
                </a:solidFill>
                <a:latin typeface="Arial"/>
                <a:ea typeface="Arial"/>
                <a:cs typeface="Arial"/>
              </a:defRPr>
            </a:lvl1pPr>
            <a:lvl2pPr>
              <a:defRPr sz="2550" b="1">
                <a:solidFill>
                  <a:srgbClr val="183427"/>
                </a:solidFill>
                <a:latin typeface="Arial"/>
                <a:ea typeface="Arial"/>
                <a:cs typeface="Arial"/>
              </a:defRPr>
            </a:lvl2pPr>
            <a:lvl3pPr>
              <a:defRPr sz="2550" b="1">
                <a:solidFill>
                  <a:srgbClr val="183427"/>
                </a:solidFill>
                <a:latin typeface="Arial"/>
                <a:ea typeface="Arial"/>
                <a:cs typeface="Arial"/>
              </a:defRPr>
            </a:lvl3pPr>
            <a:lvl4pPr>
              <a:defRPr sz="2550" b="1">
                <a:solidFill>
                  <a:srgbClr val="183427"/>
                </a:solidFill>
                <a:latin typeface="Arial"/>
                <a:ea typeface="Arial"/>
                <a:cs typeface="Arial"/>
              </a:defRPr>
            </a:lvl4pPr>
            <a:lvl5pPr>
              <a:defRPr sz="2550" b="1">
                <a:solidFill>
                  <a:srgbClr val="183427"/>
                </a:solidFill>
                <a:latin typeface="Arial"/>
                <a:ea typeface="Arial"/>
                <a:cs typeface="Arial"/>
              </a:defRPr>
            </a:lvl5pPr>
            <a:lvl6pPr>
              <a:defRPr sz="2550" b="1">
                <a:solidFill>
                  <a:srgbClr val="183427"/>
                </a:solidFill>
                <a:latin typeface="Arial"/>
                <a:ea typeface="Arial"/>
                <a:cs typeface="Arial"/>
              </a:defRPr>
            </a:lvl6pPr>
            <a:lvl7pPr>
              <a:defRPr sz="2550" b="1">
                <a:solidFill>
                  <a:srgbClr val="183427"/>
                </a:solidFill>
                <a:latin typeface="Arial"/>
                <a:ea typeface="Arial"/>
                <a:cs typeface="Arial"/>
              </a:defRPr>
            </a:lvl7pPr>
            <a:lvl8pPr>
              <a:defRPr sz="2550" b="1">
                <a:solidFill>
                  <a:srgbClr val="183427"/>
                </a:solidFill>
                <a:latin typeface="Arial"/>
                <a:ea typeface="Arial"/>
                <a:cs typeface="Arial"/>
              </a:defRPr>
            </a:lvl8pPr>
            <a:lvl9pPr>
              <a:defRPr sz="2550" b="1">
                <a:solidFill>
                  <a:srgbClr val="183427"/>
                </a:solidFill>
                <a:latin typeface="Arial"/>
                <a:ea typeface="Arial"/>
                <a:cs typeface="Arial"/>
              </a:defRPr>
            </a:lvl9pPr>
          </a:lstStyle>
          <a:p xmlns:a="http://schemas.openxmlformats.org/drawingml/2006/main">
            <a:pPr>
              <a:defRPr sz="2550" b="1">
                <a:solidFill>
                  <a:srgbClr val="183427"/>
                </a:solidFill>
                <a:latin typeface="Arial"/>
                <a:ea typeface="Arial"/>
                <a:cs typeface="Arial"/>
              </a:defRPr>
            </a:pPr>
            <a:r>
              <a:rPr sz="2550" b="1">
                <a:solidFill>
                  <a:srgbClr val="183427"/>
                </a:solidFill>
                <a:latin typeface="Arial"/>
                <a:ea typeface="Arial"/>
                <a:cs typeface="Arial"/>
              </a:rPr>
              <a:t>Echilibrat</a:t>
            </a:r>
          </a:p>
        </p:txBody>
      </p:sp>
      <p:sp>
        <p:nvSpPr>
          <p:cNvPr id="10" name="text-49">
            <a:extLst xmlns:a="http://schemas.openxmlformats.org/drawingml/2006/main">
              <a:ext uri="{FF2B5EF4-FFF2-40B4-BE49-F238E27FC236}">
                <a16:creationId xmlns:a16="http://schemas.microsoft.com/office/drawing/2014/main" id="{D6F45D78-5633-4151-BCF6-431F1A421E1F}"/>
              </a:ext>
            </a:extLst>
          </p:cNvPr>
          <p:cNvSpPr>
            <a:spLocks xmlns:a="http://schemas.openxmlformats.org/drawingml/2006/main" noGrp="1"/>
          </p:cNvSpPr>
          <p:nvPr/>
        </p:nvSpPr>
        <p:spPr>
          <a:xfrm xmlns:a="http://schemas.openxmlformats.org/drawingml/2006/main">
            <a:off x="5467350" y="3505200"/>
            <a:ext cx="581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Echilibru între durată și umbra estimată.</a:t>
            </a:r>
          </a:p>
        </p:txBody>
      </p:sp>
      <p:sp>
        <p:nvSpPr>
          <p:cNvPr id="11" name="shape-50">
            <a:extLst xmlns:a="http://schemas.openxmlformats.org/drawingml/2006/main">
              <a:ext uri="{FF2B5EF4-FFF2-40B4-BE49-F238E27FC236}">
                <a16:creationId xmlns:a16="http://schemas.microsoft.com/office/drawing/2014/main" id="{8B84E6B1-68A0-48DC-8EB8-56610D2477A7}"/>
              </a:ext>
            </a:extLst>
          </p:cNvPr>
          <p:cNvSpPr>
            <a:spLocks xmlns:a="http://schemas.openxmlformats.org/drawingml/2006/main" noGrp="1"/>
          </p:cNvSpPr>
          <p:nvPr/>
        </p:nvSpPr>
        <p:spPr>
          <a:xfrm xmlns:a="http://schemas.openxmlformats.org/drawingml/2006/main" rot="0">
            <a:off x="666750" y="4314825"/>
            <a:ext cx="10715625"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2" name="text-51">
            <a:extLst xmlns:a="http://schemas.openxmlformats.org/drawingml/2006/main">
              <a:ext uri="{FF2B5EF4-FFF2-40B4-BE49-F238E27FC236}">
                <a16:creationId xmlns:a16="http://schemas.microsoft.com/office/drawing/2014/main" id="{F034354B-6346-441E-BB8C-6AC62C09587A}"/>
              </a:ext>
            </a:extLst>
          </p:cNvPr>
          <p:cNvSpPr>
            <a:spLocks xmlns:a="http://schemas.openxmlformats.org/drawingml/2006/main" noGrp="1"/>
          </p:cNvSpPr>
          <p:nvPr/>
        </p:nvSpPr>
        <p:spPr>
          <a:xfrm xmlns:a="http://schemas.openxmlformats.org/drawingml/2006/main">
            <a:off x="666750" y="4552950"/>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03</a:t>
            </a:r>
          </a:p>
        </p:txBody>
      </p:sp>
      <p:sp>
        <p:nvSpPr>
          <p:cNvPr id="13" name="text-52">
            <a:extLst xmlns:a="http://schemas.openxmlformats.org/drawingml/2006/main">
              <a:ext uri="{FF2B5EF4-FFF2-40B4-BE49-F238E27FC236}">
                <a16:creationId xmlns:a16="http://schemas.microsoft.com/office/drawing/2014/main" id="{E64EBDF4-19CB-4916-817B-F495F3FCAB61}"/>
              </a:ext>
            </a:extLst>
          </p:cNvPr>
          <p:cNvSpPr>
            <a:spLocks xmlns:a="http://schemas.openxmlformats.org/drawingml/2006/main" noGrp="1"/>
          </p:cNvSpPr>
          <p:nvPr/>
        </p:nvSpPr>
        <p:spPr>
          <a:xfrm xmlns:a="http://schemas.openxmlformats.org/drawingml/2006/main">
            <a:off x="1524000" y="45339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183427"/>
                </a:solidFill>
                <a:latin typeface="Arial"/>
                <a:ea typeface="Arial"/>
                <a:cs typeface="Arial"/>
              </a:defRPr>
            </a:defPPr>
            <a:lvl1pPr>
              <a:defRPr sz="2550" b="1">
                <a:solidFill>
                  <a:srgbClr val="183427"/>
                </a:solidFill>
                <a:latin typeface="Arial"/>
                <a:ea typeface="Arial"/>
                <a:cs typeface="Arial"/>
              </a:defRPr>
            </a:lvl1pPr>
            <a:lvl2pPr>
              <a:defRPr sz="2550" b="1">
                <a:solidFill>
                  <a:srgbClr val="183427"/>
                </a:solidFill>
                <a:latin typeface="Arial"/>
                <a:ea typeface="Arial"/>
                <a:cs typeface="Arial"/>
              </a:defRPr>
            </a:lvl2pPr>
            <a:lvl3pPr>
              <a:defRPr sz="2550" b="1">
                <a:solidFill>
                  <a:srgbClr val="183427"/>
                </a:solidFill>
                <a:latin typeface="Arial"/>
                <a:ea typeface="Arial"/>
                <a:cs typeface="Arial"/>
              </a:defRPr>
            </a:lvl3pPr>
            <a:lvl4pPr>
              <a:defRPr sz="2550" b="1">
                <a:solidFill>
                  <a:srgbClr val="183427"/>
                </a:solidFill>
                <a:latin typeface="Arial"/>
                <a:ea typeface="Arial"/>
                <a:cs typeface="Arial"/>
              </a:defRPr>
            </a:lvl4pPr>
            <a:lvl5pPr>
              <a:defRPr sz="2550" b="1">
                <a:solidFill>
                  <a:srgbClr val="183427"/>
                </a:solidFill>
                <a:latin typeface="Arial"/>
                <a:ea typeface="Arial"/>
                <a:cs typeface="Arial"/>
              </a:defRPr>
            </a:lvl5pPr>
            <a:lvl6pPr>
              <a:defRPr sz="2550" b="1">
                <a:solidFill>
                  <a:srgbClr val="183427"/>
                </a:solidFill>
                <a:latin typeface="Arial"/>
                <a:ea typeface="Arial"/>
                <a:cs typeface="Arial"/>
              </a:defRPr>
            </a:lvl6pPr>
            <a:lvl7pPr>
              <a:defRPr sz="2550" b="1">
                <a:solidFill>
                  <a:srgbClr val="183427"/>
                </a:solidFill>
                <a:latin typeface="Arial"/>
                <a:ea typeface="Arial"/>
                <a:cs typeface="Arial"/>
              </a:defRPr>
            </a:lvl7pPr>
            <a:lvl8pPr>
              <a:defRPr sz="2550" b="1">
                <a:solidFill>
                  <a:srgbClr val="183427"/>
                </a:solidFill>
                <a:latin typeface="Arial"/>
                <a:ea typeface="Arial"/>
                <a:cs typeface="Arial"/>
              </a:defRPr>
            </a:lvl8pPr>
            <a:lvl9pPr>
              <a:defRPr sz="2550" b="1">
                <a:solidFill>
                  <a:srgbClr val="183427"/>
                </a:solidFill>
                <a:latin typeface="Arial"/>
                <a:ea typeface="Arial"/>
                <a:cs typeface="Arial"/>
              </a:defRPr>
            </a:lvl9pPr>
          </a:lstStyle>
          <a:p xmlns:a="http://schemas.openxmlformats.org/drawingml/2006/main">
            <a:pPr>
              <a:defRPr sz="2550" b="1">
                <a:solidFill>
                  <a:srgbClr val="183427"/>
                </a:solidFill>
                <a:latin typeface="Arial"/>
                <a:ea typeface="Arial"/>
                <a:cs typeface="Arial"/>
              </a:defRPr>
            </a:pPr>
            <a:r>
              <a:rPr sz="2550" b="1">
                <a:solidFill>
                  <a:srgbClr val="183427"/>
                </a:solidFill>
                <a:latin typeface="Arial"/>
                <a:ea typeface="Arial"/>
                <a:cs typeface="Arial"/>
              </a:rPr>
              <a:t>Mai multă umbră</a:t>
            </a:r>
          </a:p>
        </p:txBody>
      </p:sp>
      <p:sp>
        <p:nvSpPr>
          <p:cNvPr id="14" name="text-53">
            <a:extLst xmlns:a="http://schemas.openxmlformats.org/drawingml/2006/main">
              <a:ext uri="{FF2B5EF4-FFF2-40B4-BE49-F238E27FC236}">
                <a16:creationId xmlns:a16="http://schemas.microsoft.com/office/drawing/2014/main" id="{70EF955D-0C9B-4F66-8061-C3F4E9FE9933}"/>
              </a:ext>
            </a:extLst>
          </p:cNvPr>
          <p:cNvSpPr>
            <a:spLocks xmlns:a="http://schemas.openxmlformats.org/drawingml/2006/main" noGrp="1"/>
          </p:cNvSpPr>
          <p:nvPr/>
        </p:nvSpPr>
        <p:spPr>
          <a:xfrm xmlns:a="http://schemas.openxmlformats.org/drawingml/2006/main">
            <a:off x="5467350" y="4581525"/>
            <a:ext cx="581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Mai multă umbră în limita ocolului ales.</a:t>
            </a:r>
          </a:p>
        </p:txBody>
      </p:sp>
      <p:sp>
        <p:nvSpPr>
          <p:cNvPr id="15" name="text-54">
            <a:extLst xmlns:a="http://schemas.openxmlformats.org/drawingml/2006/main">
              <a:ext uri="{FF2B5EF4-FFF2-40B4-BE49-F238E27FC236}">
                <a16:creationId xmlns:a16="http://schemas.microsoft.com/office/drawing/2014/main" id="{1BFD2A7F-435E-40FD-8D03-30159AA17564}"/>
              </a:ext>
            </a:extLst>
          </p:cNvPr>
          <p:cNvSpPr>
            <a:spLocks xmlns:a="http://schemas.openxmlformats.org/drawingml/2006/main" noGrp="1"/>
          </p:cNvSpPr>
          <p:nvPr/>
        </p:nvSpPr>
        <p:spPr>
          <a:xfrm xmlns:a="http://schemas.openxmlformats.org/drawingml/2006/main">
            <a:off x="666750" y="58197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00734B"/>
                </a:solidFill>
                <a:latin typeface="Arial"/>
                <a:ea typeface="Arial"/>
                <a:cs typeface="Arial"/>
              </a:defRPr>
            </a:defPPr>
            <a:lvl1pPr>
              <a:defRPr sz="2250" b="1">
                <a:solidFill>
                  <a:srgbClr val="00734B"/>
                </a:solidFill>
                <a:latin typeface="Arial"/>
                <a:ea typeface="Arial"/>
                <a:cs typeface="Arial"/>
              </a:defRPr>
            </a:lvl1pPr>
            <a:lvl2pPr>
              <a:defRPr sz="2250" b="1">
                <a:solidFill>
                  <a:srgbClr val="00734B"/>
                </a:solidFill>
                <a:latin typeface="Arial"/>
                <a:ea typeface="Arial"/>
                <a:cs typeface="Arial"/>
              </a:defRPr>
            </a:lvl2pPr>
            <a:lvl3pPr>
              <a:defRPr sz="2250" b="1">
                <a:solidFill>
                  <a:srgbClr val="00734B"/>
                </a:solidFill>
                <a:latin typeface="Arial"/>
                <a:ea typeface="Arial"/>
                <a:cs typeface="Arial"/>
              </a:defRPr>
            </a:lvl3pPr>
            <a:lvl4pPr>
              <a:defRPr sz="2250" b="1">
                <a:solidFill>
                  <a:srgbClr val="00734B"/>
                </a:solidFill>
                <a:latin typeface="Arial"/>
                <a:ea typeface="Arial"/>
                <a:cs typeface="Arial"/>
              </a:defRPr>
            </a:lvl4pPr>
            <a:lvl5pPr>
              <a:defRPr sz="2250" b="1">
                <a:solidFill>
                  <a:srgbClr val="00734B"/>
                </a:solidFill>
                <a:latin typeface="Arial"/>
                <a:ea typeface="Arial"/>
                <a:cs typeface="Arial"/>
              </a:defRPr>
            </a:lvl5pPr>
            <a:lvl6pPr>
              <a:defRPr sz="2250" b="1">
                <a:solidFill>
                  <a:srgbClr val="00734B"/>
                </a:solidFill>
                <a:latin typeface="Arial"/>
                <a:ea typeface="Arial"/>
                <a:cs typeface="Arial"/>
              </a:defRPr>
            </a:lvl6pPr>
            <a:lvl7pPr>
              <a:defRPr sz="2250" b="1">
                <a:solidFill>
                  <a:srgbClr val="00734B"/>
                </a:solidFill>
                <a:latin typeface="Arial"/>
                <a:ea typeface="Arial"/>
                <a:cs typeface="Arial"/>
              </a:defRPr>
            </a:lvl7pPr>
            <a:lvl8pPr>
              <a:defRPr sz="2250" b="1">
                <a:solidFill>
                  <a:srgbClr val="00734B"/>
                </a:solidFill>
                <a:latin typeface="Arial"/>
                <a:ea typeface="Arial"/>
                <a:cs typeface="Arial"/>
              </a:defRPr>
            </a:lvl8pPr>
            <a:lvl9pPr>
              <a:defRPr sz="2250" b="1">
                <a:solidFill>
                  <a:srgbClr val="00734B"/>
                </a:solidFill>
                <a:latin typeface="Arial"/>
                <a:ea typeface="Arial"/>
                <a:cs typeface="Arial"/>
              </a:defRPr>
            </a:lvl9pPr>
          </a:lstStyle>
          <a:p xmlns:a="http://schemas.openxmlformats.org/drawingml/2006/main">
            <a:pPr>
              <a:defRPr sz="2250" b="1">
                <a:solidFill>
                  <a:srgbClr val="00734B"/>
                </a:solidFill>
                <a:latin typeface="Arial"/>
                <a:ea typeface="Arial"/>
                <a:cs typeface="Arial"/>
              </a:defRPr>
            </a:pPr>
            <a:r>
              <a:rPr sz="2250" b="1">
                <a:solidFill>
                  <a:srgbClr val="00734B"/>
                </a:solidFill>
                <a:latin typeface="Arial"/>
                <a:ea typeface="Arial"/>
                <a:cs typeface="Arial"/>
              </a:rPr>
              <a:t>Tu alegi cât timp în plus accepți să mergi.</a:t>
            </a:r>
          </a:p>
        </p:txBody>
      </p:sp>
      <p:sp>
        <p:nvSpPr>
          <p:cNvPr id="16" name="text-55">
            <a:extLst xmlns:a="http://schemas.openxmlformats.org/drawingml/2006/main">
              <a:ext uri="{FF2B5EF4-FFF2-40B4-BE49-F238E27FC236}">
                <a16:creationId xmlns:a16="http://schemas.microsoft.com/office/drawing/2014/main" id="{855BD9D3-D4D0-47F1-8042-93C018B11F1D}"/>
              </a:ext>
            </a:extLst>
          </p:cNvPr>
          <p:cNvSpPr>
            <a:spLocks xmlns:a="http://schemas.openxmlformats.org/drawingml/2006/main" noGrp="1"/>
          </p:cNvSpPr>
          <p:nvPr/>
        </p:nvSpPr>
        <p:spPr>
          <a:xfrm xmlns:a="http://schemas.openxmlformats.org/drawingml/2006/main">
            <a:off x="666750" y="64198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Până la trei variante, în funcție de drumurile și datele disponibile.</a:t>
            </a:r>
          </a:p>
        </p:txBody>
      </p:sp>
    </p:spTree>
    <p:extLst>
      <p:ext uri="{BB962C8B-B14F-4D97-AF65-F5344CB8AC3E}">
        <p14:creationId xmlns:p14="http://schemas.microsoft.com/office/powerpoint/2010/main" val="701731374"/>
      </p:ext>
    </p:extLst>
  </p:cSld>
</p:sld>
</file>

<file path=ppt/slides/slide5.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6" name="text-56">
            <a:extLst xmlns:a="http://schemas.openxmlformats.org/drawingml/2006/main">
              <a:ext uri="{FF2B5EF4-FFF2-40B4-BE49-F238E27FC236}">
                <a16:creationId xmlns:a16="http://schemas.microsoft.com/office/drawing/2014/main" id="{F0D69262-692E-44B4-B9C5-FE3E6A7FBEA0}"/>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De ce avem nevoie de înălțimi</a:t>
            </a:r>
          </a:p>
        </p:txBody>
      </p:sp>
      <p:sp>
        <p:nvSpPr>
          <p:cNvPr id="2" name="text-57">
            <a:extLst xmlns:a="http://schemas.openxmlformats.org/drawingml/2006/main">
              <a:ext uri="{FF2B5EF4-FFF2-40B4-BE49-F238E27FC236}">
                <a16:creationId xmlns:a16="http://schemas.microsoft.com/office/drawing/2014/main" id="{F0C8F050-A4EC-49C5-92C2-554D21502B92}"/>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05</a:t>
            </a:r>
          </a:p>
        </p:txBody>
      </p:sp>
      <p:sp>
        <p:nvSpPr>
          <p:cNvPr id="3" name="text-58">
            <a:extLst xmlns:a="http://schemas.openxmlformats.org/drawingml/2006/main">
              <a:ext uri="{FF2B5EF4-FFF2-40B4-BE49-F238E27FC236}">
                <a16:creationId xmlns:a16="http://schemas.microsoft.com/office/drawing/2014/main" id="{4C9769FD-D67F-4D7E-BAAA-1F3F89EC04A3}"/>
              </a:ext>
            </a:extLst>
          </p:cNvPr>
          <p:cNvSpPr>
            <a:spLocks xmlns:a="http://schemas.openxmlformats.org/drawingml/2006/main" noGrp="1"/>
          </p:cNvSpPr>
          <p:nvPr/>
        </p:nvSpPr>
        <p:spPr>
          <a:xfrm xmlns:a="http://schemas.openxmlformats.org/drawingml/2006/main">
            <a:off x="628650" y="153352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0">
                <a:solidFill>
                  <a:srgbClr val="53675A"/>
                </a:solidFill>
                <a:latin typeface="Arial"/>
                <a:ea typeface="Arial"/>
                <a:cs typeface="Arial"/>
              </a:defRPr>
            </a:defPPr>
            <a:lvl1pPr>
              <a:defRPr sz="2550" b="0">
                <a:solidFill>
                  <a:srgbClr val="53675A"/>
                </a:solidFill>
                <a:latin typeface="Arial"/>
                <a:ea typeface="Arial"/>
                <a:cs typeface="Arial"/>
              </a:defRPr>
            </a:lvl1pPr>
            <a:lvl2pPr>
              <a:defRPr sz="2550" b="0">
                <a:solidFill>
                  <a:srgbClr val="53675A"/>
                </a:solidFill>
                <a:latin typeface="Arial"/>
                <a:ea typeface="Arial"/>
                <a:cs typeface="Arial"/>
              </a:defRPr>
            </a:lvl2pPr>
            <a:lvl3pPr>
              <a:defRPr sz="2550" b="0">
                <a:solidFill>
                  <a:srgbClr val="53675A"/>
                </a:solidFill>
                <a:latin typeface="Arial"/>
                <a:ea typeface="Arial"/>
                <a:cs typeface="Arial"/>
              </a:defRPr>
            </a:lvl3pPr>
            <a:lvl4pPr>
              <a:defRPr sz="2550" b="0">
                <a:solidFill>
                  <a:srgbClr val="53675A"/>
                </a:solidFill>
                <a:latin typeface="Arial"/>
                <a:ea typeface="Arial"/>
                <a:cs typeface="Arial"/>
              </a:defRPr>
            </a:lvl4pPr>
            <a:lvl5pPr>
              <a:defRPr sz="2550" b="0">
                <a:solidFill>
                  <a:srgbClr val="53675A"/>
                </a:solidFill>
                <a:latin typeface="Arial"/>
                <a:ea typeface="Arial"/>
                <a:cs typeface="Arial"/>
              </a:defRPr>
            </a:lvl5pPr>
            <a:lvl6pPr>
              <a:defRPr sz="2550" b="0">
                <a:solidFill>
                  <a:srgbClr val="53675A"/>
                </a:solidFill>
                <a:latin typeface="Arial"/>
                <a:ea typeface="Arial"/>
                <a:cs typeface="Arial"/>
              </a:defRPr>
            </a:lvl6pPr>
            <a:lvl7pPr>
              <a:defRPr sz="2550" b="0">
                <a:solidFill>
                  <a:srgbClr val="53675A"/>
                </a:solidFill>
                <a:latin typeface="Arial"/>
                <a:ea typeface="Arial"/>
                <a:cs typeface="Arial"/>
              </a:defRPr>
            </a:lvl7pPr>
            <a:lvl8pPr>
              <a:defRPr sz="2550" b="0">
                <a:solidFill>
                  <a:srgbClr val="53675A"/>
                </a:solidFill>
                <a:latin typeface="Arial"/>
                <a:ea typeface="Arial"/>
                <a:cs typeface="Arial"/>
              </a:defRPr>
            </a:lvl8pPr>
            <a:lvl9pPr>
              <a:defRPr sz="2550" b="0">
                <a:solidFill>
                  <a:srgbClr val="53675A"/>
                </a:solidFill>
                <a:latin typeface="Arial"/>
                <a:ea typeface="Arial"/>
                <a:cs typeface="Arial"/>
              </a:defRPr>
            </a:lvl9pPr>
          </a:lstStyle>
          <a:p xmlns:a="http://schemas.openxmlformats.org/drawingml/2006/main">
            <a:pPr>
              <a:defRPr sz="2550" b="0">
                <a:solidFill>
                  <a:srgbClr val="53675A"/>
                </a:solidFill>
                <a:latin typeface="Arial"/>
                <a:ea typeface="Arial"/>
                <a:cs typeface="Arial"/>
              </a:defRPr>
            </a:pPr>
            <a:r>
              <a:rPr sz="2550" b="0">
                <a:solidFill>
                  <a:srgbClr val="53675A"/>
                </a:solidFill>
                <a:latin typeface="Arial"/>
                <a:ea typeface="Arial"/>
                <a:cs typeface="Arial"/>
              </a:rPr>
              <a:t>51.428 de clădiri în zona Constanța</a:t>
            </a:r>
          </a:p>
        </p:txBody>
      </p:sp>
      <p:sp>
        <p:nvSpPr>
          <p:cNvPr id="4" name="text-59">
            <a:extLst xmlns:a="http://schemas.openxmlformats.org/drawingml/2006/main">
              <a:ext uri="{FF2B5EF4-FFF2-40B4-BE49-F238E27FC236}">
                <a16:creationId xmlns:a16="http://schemas.microsoft.com/office/drawing/2014/main" id="{3D9451AC-F624-47AA-B6BC-EAE5445EF30E}"/>
              </a:ext>
            </a:extLst>
          </p:cNvPr>
          <p:cNvSpPr>
            <a:spLocks xmlns:a="http://schemas.openxmlformats.org/drawingml/2006/main" noGrp="1"/>
          </p:cNvSpPr>
          <p:nvPr/>
        </p:nvSpPr>
        <p:spPr>
          <a:xfrm xmlns:a="http://schemas.openxmlformats.org/drawingml/2006/main">
            <a:off x="552450" y="2419350"/>
            <a:ext cx="6076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450" b="1">
                <a:solidFill>
                  <a:srgbClr val="00734B"/>
                </a:solidFill>
                <a:latin typeface="Arial"/>
                <a:ea typeface="Arial"/>
                <a:cs typeface="Arial"/>
              </a:defRPr>
            </a:defPPr>
            <a:lvl1pPr>
              <a:defRPr sz="9450" b="1">
                <a:solidFill>
                  <a:srgbClr val="00734B"/>
                </a:solidFill>
                <a:latin typeface="Arial"/>
                <a:ea typeface="Arial"/>
                <a:cs typeface="Arial"/>
              </a:defRPr>
            </a:lvl1pPr>
            <a:lvl2pPr>
              <a:defRPr sz="9450" b="1">
                <a:solidFill>
                  <a:srgbClr val="00734B"/>
                </a:solidFill>
                <a:latin typeface="Arial"/>
                <a:ea typeface="Arial"/>
                <a:cs typeface="Arial"/>
              </a:defRPr>
            </a:lvl2pPr>
            <a:lvl3pPr>
              <a:defRPr sz="9450" b="1">
                <a:solidFill>
                  <a:srgbClr val="00734B"/>
                </a:solidFill>
                <a:latin typeface="Arial"/>
                <a:ea typeface="Arial"/>
                <a:cs typeface="Arial"/>
              </a:defRPr>
            </a:lvl3pPr>
            <a:lvl4pPr>
              <a:defRPr sz="9450" b="1">
                <a:solidFill>
                  <a:srgbClr val="00734B"/>
                </a:solidFill>
                <a:latin typeface="Arial"/>
                <a:ea typeface="Arial"/>
                <a:cs typeface="Arial"/>
              </a:defRPr>
            </a:lvl4pPr>
            <a:lvl5pPr>
              <a:defRPr sz="9450" b="1">
                <a:solidFill>
                  <a:srgbClr val="00734B"/>
                </a:solidFill>
                <a:latin typeface="Arial"/>
                <a:ea typeface="Arial"/>
                <a:cs typeface="Arial"/>
              </a:defRPr>
            </a:lvl5pPr>
            <a:lvl6pPr>
              <a:defRPr sz="9450" b="1">
                <a:solidFill>
                  <a:srgbClr val="00734B"/>
                </a:solidFill>
                <a:latin typeface="Arial"/>
                <a:ea typeface="Arial"/>
                <a:cs typeface="Arial"/>
              </a:defRPr>
            </a:lvl6pPr>
            <a:lvl7pPr>
              <a:defRPr sz="9450" b="1">
                <a:solidFill>
                  <a:srgbClr val="00734B"/>
                </a:solidFill>
                <a:latin typeface="Arial"/>
                <a:ea typeface="Arial"/>
                <a:cs typeface="Arial"/>
              </a:defRPr>
            </a:lvl7pPr>
            <a:lvl8pPr>
              <a:defRPr sz="9450" b="1">
                <a:solidFill>
                  <a:srgbClr val="00734B"/>
                </a:solidFill>
                <a:latin typeface="Arial"/>
                <a:ea typeface="Arial"/>
                <a:cs typeface="Arial"/>
              </a:defRPr>
            </a:lvl8pPr>
            <a:lvl9pPr>
              <a:defRPr sz="9450" b="1">
                <a:solidFill>
                  <a:srgbClr val="00734B"/>
                </a:solidFill>
                <a:latin typeface="Arial"/>
                <a:ea typeface="Arial"/>
                <a:cs typeface="Arial"/>
              </a:defRPr>
            </a:lvl9pPr>
          </a:lstStyle>
          <a:p xmlns:a="http://schemas.openxmlformats.org/drawingml/2006/main">
            <a:pPr>
              <a:defRPr sz="9450" b="1">
                <a:solidFill>
                  <a:srgbClr val="00734B"/>
                </a:solidFill>
                <a:latin typeface="Arial"/>
                <a:ea typeface="Arial"/>
                <a:cs typeface="Arial"/>
              </a:defRPr>
            </a:pPr>
            <a:r>
              <a:rPr sz="9450" b="1">
                <a:solidFill>
                  <a:srgbClr val="00734B"/>
                </a:solidFill>
                <a:latin typeface="Arial"/>
                <a:ea typeface="Arial"/>
                <a:cs typeface="Arial"/>
              </a:rPr>
              <a:t>87,8%</a:t>
            </a:r>
          </a:p>
        </p:txBody>
      </p:sp>
      <p:sp>
        <p:nvSpPr>
          <p:cNvPr id="5" name="text-60">
            <a:extLst xmlns:a="http://schemas.openxmlformats.org/drawingml/2006/main">
              <a:ext uri="{FF2B5EF4-FFF2-40B4-BE49-F238E27FC236}">
                <a16:creationId xmlns:a16="http://schemas.microsoft.com/office/drawing/2014/main" id="{6DDC78AE-5CEB-4BFD-B990-261EA3578556}"/>
              </a:ext>
            </a:extLst>
          </p:cNvPr>
          <p:cNvSpPr>
            <a:spLocks xmlns:a="http://schemas.openxmlformats.org/drawingml/2006/main" noGrp="1"/>
          </p:cNvSpPr>
          <p:nvPr/>
        </p:nvSpPr>
        <p:spPr>
          <a:xfrm xmlns:a="http://schemas.openxmlformats.org/drawingml/2006/main">
            <a:off x="647700" y="3962400"/>
            <a:ext cx="58578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83427"/>
                </a:solidFill>
                <a:latin typeface="Arial"/>
                <a:ea typeface="Arial"/>
                <a:cs typeface="Arial"/>
              </a:defRPr>
            </a:defPPr>
            <a:lvl1pPr>
              <a:defRPr sz="3000" b="1">
                <a:solidFill>
                  <a:srgbClr val="183427"/>
                </a:solidFill>
                <a:latin typeface="Arial"/>
                <a:ea typeface="Arial"/>
                <a:cs typeface="Arial"/>
              </a:defRPr>
            </a:lvl1pPr>
            <a:lvl2pPr>
              <a:defRPr sz="3000" b="1">
                <a:solidFill>
                  <a:srgbClr val="183427"/>
                </a:solidFill>
                <a:latin typeface="Arial"/>
                <a:ea typeface="Arial"/>
                <a:cs typeface="Arial"/>
              </a:defRPr>
            </a:lvl2pPr>
            <a:lvl3pPr>
              <a:defRPr sz="3000" b="1">
                <a:solidFill>
                  <a:srgbClr val="183427"/>
                </a:solidFill>
                <a:latin typeface="Arial"/>
                <a:ea typeface="Arial"/>
                <a:cs typeface="Arial"/>
              </a:defRPr>
            </a:lvl3pPr>
            <a:lvl4pPr>
              <a:defRPr sz="3000" b="1">
                <a:solidFill>
                  <a:srgbClr val="183427"/>
                </a:solidFill>
                <a:latin typeface="Arial"/>
                <a:ea typeface="Arial"/>
                <a:cs typeface="Arial"/>
              </a:defRPr>
            </a:lvl4pPr>
            <a:lvl5pPr>
              <a:defRPr sz="3000" b="1">
                <a:solidFill>
                  <a:srgbClr val="183427"/>
                </a:solidFill>
                <a:latin typeface="Arial"/>
                <a:ea typeface="Arial"/>
                <a:cs typeface="Arial"/>
              </a:defRPr>
            </a:lvl5pPr>
            <a:lvl6pPr>
              <a:defRPr sz="3000" b="1">
                <a:solidFill>
                  <a:srgbClr val="183427"/>
                </a:solidFill>
                <a:latin typeface="Arial"/>
                <a:ea typeface="Arial"/>
                <a:cs typeface="Arial"/>
              </a:defRPr>
            </a:lvl6pPr>
            <a:lvl7pPr>
              <a:defRPr sz="3000" b="1">
                <a:solidFill>
                  <a:srgbClr val="183427"/>
                </a:solidFill>
                <a:latin typeface="Arial"/>
                <a:ea typeface="Arial"/>
                <a:cs typeface="Arial"/>
              </a:defRPr>
            </a:lvl7pPr>
            <a:lvl8pPr>
              <a:defRPr sz="3000" b="1">
                <a:solidFill>
                  <a:srgbClr val="183427"/>
                </a:solidFill>
                <a:latin typeface="Arial"/>
                <a:ea typeface="Arial"/>
                <a:cs typeface="Arial"/>
              </a:defRPr>
            </a:lvl8pPr>
            <a:lvl9pPr>
              <a:defRPr sz="3000" b="1">
                <a:solidFill>
                  <a:srgbClr val="183427"/>
                </a:solidFill>
                <a:latin typeface="Arial"/>
                <a:ea typeface="Arial"/>
                <a:cs typeface="Arial"/>
              </a:defRPr>
            </a:lvl9pPr>
          </a:lstStyle>
          <a:p xmlns:a="http://schemas.openxmlformats.org/drawingml/2006/main">
            <a:pPr>
              <a:defRPr sz="3000" b="1">
                <a:solidFill>
                  <a:srgbClr val="183427"/>
                </a:solidFill>
                <a:latin typeface="Arial"/>
                <a:ea typeface="Arial"/>
                <a:cs typeface="Arial"/>
              </a:defRPr>
            </a:pPr>
            <a:r>
              <a:rPr sz="3000" b="1">
                <a:solidFill>
                  <a:srgbClr val="183427"/>
                </a:solidFill>
                <a:latin typeface="Arial"/>
                <a:ea typeface="Arial"/>
                <a:cs typeface="Arial"/>
              </a:rPr>
              <a:t>fără informații despre</a:t>
            </a:r>
          </a:p>
          <a:p xmlns:a="http://schemas.openxmlformats.org/drawingml/2006/main">
            <a:pPr>
              <a:defRPr sz="3000" b="1">
                <a:solidFill>
                  <a:srgbClr val="183427"/>
                </a:solidFill>
                <a:latin typeface="Arial"/>
                <a:ea typeface="Arial"/>
                <a:cs typeface="Arial"/>
              </a:defRPr>
            </a:pPr>
            <a:r>
              <a:rPr sz="3000" b="1">
                <a:solidFill>
                  <a:srgbClr val="183427"/>
                </a:solidFill>
                <a:latin typeface="Arial"/>
                <a:ea typeface="Arial"/>
                <a:cs typeface="Arial"/>
              </a:rPr>
              <a:t>înălțime sau etaje</a:t>
            </a:r>
          </a:p>
        </p:txBody>
      </p:sp>
      <p:sp>
        <p:nvSpPr>
          <p:cNvPr id="6" name="text-61">
            <a:extLst xmlns:a="http://schemas.openxmlformats.org/drawingml/2006/main">
              <a:ext uri="{FF2B5EF4-FFF2-40B4-BE49-F238E27FC236}">
                <a16:creationId xmlns:a16="http://schemas.microsoft.com/office/drawing/2014/main" id="{CB1561B7-9395-4779-9180-40DEDDA2B4C8}"/>
              </a:ext>
            </a:extLst>
          </p:cNvPr>
          <p:cNvSpPr>
            <a:spLocks xmlns:a="http://schemas.openxmlformats.org/drawingml/2006/main" noGrp="1"/>
          </p:cNvSpPr>
          <p:nvPr/>
        </p:nvSpPr>
        <p:spPr>
          <a:xfrm xmlns:a="http://schemas.openxmlformats.org/drawingml/2006/main">
            <a:off x="647700" y="5305425"/>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53675A"/>
                </a:solidFill>
                <a:latin typeface="Arial"/>
                <a:ea typeface="Arial"/>
                <a:cs typeface="Arial"/>
              </a:defRPr>
            </a:defPPr>
            <a:lvl1pPr>
              <a:defRPr sz="2025" b="0">
                <a:solidFill>
                  <a:srgbClr val="53675A"/>
                </a:solidFill>
                <a:latin typeface="Arial"/>
                <a:ea typeface="Arial"/>
                <a:cs typeface="Arial"/>
              </a:defRPr>
            </a:lvl1pPr>
            <a:lvl2pPr>
              <a:defRPr sz="2025" b="0">
                <a:solidFill>
                  <a:srgbClr val="53675A"/>
                </a:solidFill>
                <a:latin typeface="Arial"/>
                <a:ea typeface="Arial"/>
                <a:cs typeface="Arial"/>
              </a:defRPr>
            </a:lvl2pPr>
            <a:lvl3pPr>
              <a:defRPr sz="2025" b="0">
                <a:solidFill>
                  <a:srgbClr val="53675A"/>
                </a:solidFill>
                <a:latin typeface="Arial"/>
                <a:ea typeface="Arial"/>
                <a:cs typeface="Arial"/>
              </a:defRPr>
            </a:lvl3pPr>
            <a:lvl4pPr>
              <a:defRPr sz="2025" b="0">
                <a:solidFill>
                  <a:srgbClr val="53675A"/>
                </a:solidFill>
                <a:latin typeface="Arial"/>
                <a:ea typeface="Arial"/>
                <a:cs typeface="Arial"/>
              </a:defRPr>
            </a:lvl4pPr>
            <a:lvl5pPr>
              <a:defRPr sz="2025" b="0">
                <a:solidFill>
                  <a:srgbClr val="53675A"/>
                </a:solidFill>
                <a:latin typeface="Arial"/>
                <a:ea typeface="Arial"/>
                <a:cs typeface="Arial"/>
              </a:defRPr>
            </a:lvl5pPr>
            <a:lvl6pPr>
              <a:defRPr sz="2025" b="0">
                <a:solidFill>
                  <a:srgbClr val="53675A"/>
                </a:solidFill>
                <a:latin typeface="Arial"/>
                <a:ea typeface="Arial"/>
                <a:cs typeface="Arial"/>
              </a:defRPr>
            </a:lvl6pPr>
            <a:lvl7pPr>
              <a:defRPr sz="2025" b="0">
                <a:solidFill>
                  <a:srgbClr val="53675A"/>
                </a:solidFill>
                <a:latin typeface="Arial"/>
                <a:ea typeface="Arial"/>
                <a:cs typeface="Arial"/>
              </a:defRPr>
            </a:lvl7pPr>
            <a:lvl8pPr>
              <a:defRPr sz="2025" b="0">
                <a:solidFill>
                  <a:srgbClr val="53675A"/>
                </a:solidFill>
                <a:latin typeface="Arial"/>
                <a:ea typeface="Arial"/>
                <a:cs typeface="Arial"/>
              </a:defRPr>
            </a:lvl8pPr>
            <a:lvl9pPr>
              <a:defRPr sz="2025" b="0">
                <a:solidFill>
                  <a:srgbClr val="53675A"/>
                </a:solidFill>
                <a:latin typeface="Arial"/>
                <a:ea typeface="Arial"/>
                <a:cs typeface="Arial"/>
              </a:defRPr>
            </a:lvl9pPr>
          </a:lstStyle>
          <a:p xmlns:a="http://schemas.openxmlformats.org/drawingml/2006/main">
            <a:pPr>
              <a:defRPr sz="2025" b="0">
                <a:solidFill>
                  <a:srgbClr val="53675A"/>
                </a:solidFill>
                <a:latin typeface="Arial"/>
                <a:ea typeface="Arial"/>
                <a:cs typeface="Arial"/>
              </a:defRPr>
            </a:pPr>
            <a:r>
              <a:rPr sz="2025" b="0">
                <a:solidFill>
                  <a:srgbClr val="53675A"/>
                </a:solidFill>
                <a:latin typeface="Arial"/>
                <a:ea typeface="Arial"/>
                <a:cs typeface="Arial"/>
              </a:rPr>
              <a:t>Pentru a calcula umbra unei clădiri,</a:t>
            </a:r>
          </a:p>
          <a:p xmlns:a="http://schemas.openxmlformats.org/drawingml/2006/main">
            <a:pPr>
              <a:defRPr sz="2025" b="0">
                <a:solidFill>
                  <a:srgbClr val="53675A"/>
                </a:solidFill>
                <a:latin typeface="Arial"/>
                <a:ea typeface="Arial"/>
                <a:cs typeface="Arial"/>
              </a:defRPr>
            </a:pPr>
            <a:r>
              <a:rPr sz="2025" b="0">
                <a:solidFill>
                  <a:srgbClr val="53675A"/>
                </a:solidFill>
                <a:latin typeface="Arial"/>
                <a:ea typeface="Arial"/>
                <a:cs typeface="Arial"/>
              </a:rPr>
              <a:t>avem nevoie și de înălțimea ei.</a:t>
            </a:r>
          </a:p>
        </p:txBody>
      </p:sp>
      <p:sp>
        <p:nvSpPr>
          <p:cNvPr id="7" name="text-62">
            <a:extLst xmlns:a="http://schemas.openxmlformats.org/drawingml/2006/main">
              <a:ext uri="{FF2B5EF4-FFF2-40B4-BE49-F238E27FC236}">
                <a16:creationId xmlns:a16="http://schemas.microsoft.com/office/drawing/2014/main" id="{472C30CE-6033-42C8-9BB8-B7ADD9C27130}"/>
              </a:ext>
            </a:extLst>
          </p:cNvPr>
          <p:cNvSpPr>
            <a:spLocks xmlns:a="http://schemas.openxmlformats.org/drawingml/2006/main" noGrp="1"/>
          </p:cNvSpPr>
          <p:nvPr/>
        </p:nvSpPr>
        <p:spPr>
          <a:xfrm xmlns:a="http://schemas.openxmlformats.org/drawingml/2006/main">
            <a:off x="7429500" y="2219325"/>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427"/>
                </a:solidFill>
                <a:latin typeface="Arial"/>
                <a:ea typeface="Arial"/>
                <a:cs typeface="Arial"/>
              </a:defRPr>
            </a:defPPr>
            <a:lvl1pPr>
              <a:defRPr sz="3375" b="1">
                <a:solidFill>
                  <a:srgbClr val="183427"/>
                </a:solidFill>
                <a:latin typeface="Arial"/>
                <a:ea typeface="Arial"/>
                <a:cs typeface="Arial"/>
              </a:defRPr>
            </a:lvl1pPr>
            <a:lvl2pPr>
              <a:defRPr sz="3375" b="1">
                <a:solidFill>
                  <a:srgbClr val="183427"/>
                </a:solidFill>
                <a:latin typeface="Arial"/>
                <a:ea typeface="Arial"/>
                <a:cs typeface="Arial"/>
              </a:defRPr>
            </a:lvl2pPr>
            <a:lvl3pPr>
              <a:defRPr sz="3375" b="1">
                <a:solidFill>
                  <a:srgbClr val="183427"/>
                </a:solidFill>
                <a:latin typeface="Arial"/>
                <a:ea typeface="Arial"/>
                <a:cs typeface="Arial"/>
              </a:defRPr>
            </a:lvl3pPr>
            <a:lvl4pPr>
              <a:defRPr sz="3375" b="1">
                <a:solidFill>
                  <a:srgbClr val="183427"/>
                </a:solidFill>
                <a:latin typeface="Arial"/>
                <a:ea typeface="Arial"/>
                <a:cs typeface="Arial"/>
              </a:defRPr>
            </a:lvl4pPr>
            <a:lvl5pPr>
              <a:defRPr sz="3375" b="1">
                <a:solidFill>
                  <a:srgbClr val="183427"/>
                </a:solidFill>
                <a:latin typeface="Arial"/>
                <a:ea typeface="Arial"/>
                <a:cs typeface="Arial"/>
              </a:defRPr>
            </a:lvl5pPr>
            <a:lvl6pPr>
              <a:defRPr sz="3375" b="1">
                <a:solidFill>
                  <a:srgbClr val="183427"/>
                </a:solidFill>
                <a:latin typeface="Arial"/>
                <a:ea typeface="Arial"/>
                <a:cs typeface="Arial"/>
              </a:defRPr>
            </a:lvl6pPr>
            <a:lvl7pPr>
              <a:defRPr sz="3375" b="1">
                <a:solidFill>
                  <a:srgbClr val="183427"/>
                </a:solidFill>
                <a:latin typeface="Arial"/>
                <a:ea typeface="Arial"/>
                <a:cs typeface="Arial"/>
              </a:defRPr>
            </a:lvl7pPr>
            <a:lvl8pPr>
              <a:defRPr sz="3375" b="1">
                <a:solidFill>
                  <a:srgbClr val="183427"/>
                </a:solidFill>
                <a:latin typeface="Arial"/>
                <a:ea typeface="Arial"/>
                <a:cs typeface="Arial"/>
              </a:defRPr>
            </a:lvl8pPr>
            <a:lvl9pPr>
              <a:defRPr sz="3375" b="1">
                <a:solidFill>
                  <a:srgbClr val="183427"/>
                </a:solidFill>
                <a:latin typeface="Arial"/>
                <a:ea typeface="Arial"/>
                <a:cs typeface="Arial"/>
              </a:defRPr>
            </a:lvl9pPr>
          </a:lstStyle>
          <a:p xmlns:a="http://schemas.openxmlformats.org/drawingml/2006/main">
            <a:pPr>
              <a:defRPr sz="3375" b="1">
                <a:solidFill>
                  <a:srgbClr val="183427"/>
                </a:solidFill>
                <a:latin typeface="Arial"/>
                <a:ea typeface="Arial"/>
                <a:cs typeface="Arial"/>
              </a:defRPr>
            </a:pPr>
            <a:r>
              <a:rPr sz="3375" b="1">
                <a:solidFill>
                  <a:srgbClr val="183427"/>
                </a:solidFill>
                <a:latin typeface="Arial"/>
                <a:ea typeface="Arial"/>
                <a:cs typeface="Arial"/>
              </a:rPr>
              <a:t>271</a:t>
            </a:r>
          </a:p>
        </p:txBody>
      </p:sp>
      <p:sp>
        <p:nvSpPr>
          <p:cNvPr id="8" name="text-63">
            <a:extLst xmlns:a="http://schemas.openxmlformats.org/drawingml/2006/main">
              <a:ext uri="{FF2B5EF4-FFF2-40B4-BE49-F238E27FC236}">
                <a16:creationId xmlns:a16="http://schemas.microsoft.com/office/drawing/2014/main" id="{919A1D58-EAC6-4528-AB4F-BD04B89F593E}"/>
              </a:ext>
            </a:extLst>
          </p:cNvPr>
          <p:cNvSpPr>
            <a:spLocks xmlns:a="http://schemas.openxmlformats.org/drawingml/2006/main" noGrp="1"/>
          </p:cNvSpPr>
          <p:nvPr/>
        </p:nvSpPr>
        <p:spPr>
          <a:xfrm xmlns:a="http://schemas.openxmlformats.org/drawingml/2006/main">
            <a:off x="7429500" y="2781300"/>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cu înălțime etichetată</a:t>
            </a:r>
          </a:p>
        </p:txBody>
      </p:sp>
      <p:sp>
        <p:nvSpPr>
          <p:cNvPr id="9" name="shape-64">
            <a:extLst xmlns:a="http://schemas.openxmlformats.org/drawingml/2006/main">
              <a:ext uri="{FF2B5EF4-FFF2-40B4-BE49-F238E27FC236}">
                <a16:creationId xmlns:a16="http://schemas.microsoft.com/office/drawing/2014/main" id="{4B3D8508-DB5A-42E8-978F-9AFDAB05233A}"/>
              </a:ext>
            </a:extLst>
          </p:cNvPr>
          <p:cNvSpPr>
            <a:spLocks xmlns:a="http://schemas.openxmlformats.org/drawingml/2006/main" noGrp="1"/>
          </p:cNvSpPr>
          <p:nvPr/>
        </p:nvSpPr>
        <p:spPr>
          <a:xfrm xmlns:a="http://schemas.openxmlformats.org/drawingml/2006/main" rot="0">
            <a:off x="7429500" y="3257550"/>
            <a:ext cx="4000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0" name="text-65">
            <a:extLst xmlns:a="http://schemas.openxmlformats.org/drawingml/2006/main">
              <a:ext uri="{FF2B5EF4-FFF2-40B4-BE49-F238E27FC236}">
                <a16:creationId xmlns:a16="http://schemas.microsoft.com/office/drawing/2014/main" id="{2CDF96BF-B783-4E64-AB7E-0AA5DA47AA35}"/>
              </a:ext>
            </a:extLst>
          </p:cNvPr>
          <p:cNvSpPr>
            <a:spLocks xmlns:a="http://schemas.openxmlformats.org/drawingml/2006/main" noGrp="1"/>
          </p:cNvSpPr>
          <p:nvPr/>
        </p:nvSpPr>
        <p:spPr>
          <a:xfrm xmlns:a="http://schemas.openxmlformats.org/drawingml/2006/main">
            <a:off x="7429500" y="33718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427"/>
                </a:solidFill>
                <a:latin typeface="Arial"/>
                <a:ea typeface="Arial"/>
                <a:cs typeface="Arial"/>
              </a:defRPr>
            </a:defPPr>
            <a:lvl1pPr>
              <a:defRPr sz="3375" b="1">
                <a:solidFill>
                  <a:srgbClr val="183427"/>
                </a:solidFill>
                <a:latin typeface="Arial"/>
                <a:ea typeface="Arial"/>
                <a:cs typeface="Arial"/>
              </a:defRPr>
            </a:lvl1pPr>
            <a:lvl2pPr>
              <a:defRPr sz="3375" b="1">
                <a:solidFill>
                  <a:srgbClr val="183427"/>
                </a:solidFill>
                <a:latin typeface="Arial"/>
                <a:ea typeface="Arial"/>
                <a:cs typeface="Arial"/>
              </a:defRPr>
            </a:lvl2pPr>
            <a:lvl3pPr>
              <a:defRPr sz="3375" b="1">
                <a:solidFill>
                  <a:srgbClr val="183427"/>
                </a:solidFill>
                <a:latin typeface="Arial"/>
                <a:ea typeface="Arial"/>
                <a:cs typeface="Arial"/>
              </a:defRPr>
            </a:lvl3pPr>
            <a:lvl4pPr>
              <a:defRPr sz="3375" b="1">
                <a:solidFill>
                  <a:srgbClr val="183427"/>
                </a:solidFill>
                <a:latin typeface="Arial"/>
                <a:ea typeface="Arial"/>
                <a:cs typeface="Arial"/>
              </a:defRPr>
            </a:lvl4pPr>
            <a:lvl5pPr>
              <a:defRPr sz="3375" b="1">
                <a:solidFill>
                  <a:srgbClr val="183427"/>
                </a:solidFill>
                <a:latin typeface="Arial"/>
                <a:ea typeface="Arial"/>
                <a:cs typeface="Arial"/>
              </a:defRPr>
            </a:lvl5pPr>
            <a:lvl6pPr>
              <a:defRPr sz="3375" b="1">
                <a:solidFill>
                  <a:srgbClr val="183427"/>
                </a:solidFill>
                <a:latin typeface="Arial"/>
                <a:ea typeface="Arial"/>
                <a:cs typeface="Arial"/>
              </a:defRPr>
            </a:lvl6pPr>
            <a:lvl7pPr>
              <a:defRPr sz="3375" b="1">
                <a:solidFill>
                  <a:srgbClr val="183427"/>
                </a:solidFill>
                <a:latin typeface="Arial"/>
                <a:ea typeface="Arial"/>
                <a:cs typeface="Arial"/>
              </a:defRPr>
            </a:lvl7pPr>
            <a:lvl8pPr>
              <a:defRPr sz="3375" b="1">
                <a:solidFill>
                  <a:srgbClr val="183427"/>
                </a:solidFill>
                <a:latin typeface="Arial"/>
                <a:ea typeface="Arial"/>
                <a:cs typeface="Arial"/>
              </a:defRPr>
            </a:lvl8pPr>
            <a:lvl9pPr>
              <a:defRPr sz="3375" b="1">
                <a:solidFill>
                  <a:srgbClr val="183427"/>
                </a:solidFill>
                <a:latin typeface="Arial"/>
                <a:ea typeface="Arial"/>
                <a:cs typeface="Arial"/>
              </a:defRPr>
            </a:lvl9pPr>
          </a:lstStyle>
          <a:p xmlns:a="http://schemas.openxmlformats.org/drawingml/2006/main">
            <a:pPr>
              <a:defRPr sz="3375" b="1">
                <a:solidFill>
                  <a:srgbClr val="183427"/>
                </a:solidFill>
                <a:latin typeface="Arial"/>
                <a:ea typeface="Arial"/>
                <a:cs typeface="Arial"/>
              </a:defRPr>
            </a:pPr>
            <a:r>
              <a:rPr sz="3375" b="1">
                <a:solidFill>
                  <a:srgbClr val="183427"/>
                </a:solidFill>
                <a:latin typeface="Arial"/>
                <a:ea typeface="Arial"/>
                <a:cs typeface="Arial"/>
              </a:rPr>
              <a:t>5.913</a:t>
            </a:r>
          </a:p>
        </p:txBody>
      </p:sp>
      <p:sp>
        <p:nvSpPr>
          <p:cNvPr id="11" name="text-66">
            <a:extLst xmlns:a="http://schemas.openxmlformats.org/drawingml/2006/main">
              <a:ext uri="{FF2B5EF4-FFF2-40B4-BE49-F238E27FC236}">
                <a16:creationId xmlns:a16="http://schemas.microsoft.com/office/drawing/2014/main" id="{7D69F97A-6298-4963-93D0-33D5E4F28A64}"/>
              </a:ext>
            </a:extLst>
          </p:cNvPr>
          <p:cNvSpPr>
            <a:spLocks xmlns:a="http://schemas.openxmlformats.org/drawingml/2006/main" noGrp="1"/>
          </p:cNvSpPr>
          <p:nvPr/>
        </p:nvSpPr>
        <p:spPr>
          <a:xfrm xmlns:a="http://schemas.openxmlformats.org/drawingml/2006/main">
            <a:off x="7429500" y="3933825"/>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cu număr de etaje</a:t>
            </a:r>
          </a:p>
        </p:txBody>
      </p:sp>
      <p:sp>
        <p:nvSpPr>
          <p:cNvPr id="12" name="shape-67">
            <a:extLst xmlns:a="http://schemas.openxmlformats.org/drawingml/2006/main">
              <a:ext uri="{FF2B5EF4-FFF2-40B4-BE49-F238E27FC236}">
                <a16:creationId xmlns:a16="http://schemas.microsoft.com/office/drawing/2014/main" id="{546B3CE3-CD16-4ADD-A15F-83DDFAFBF88E}"/>
              </a:ext>
            </a:extLst>
          </p:cNvPr>
          <p:cNvSpPr>
            <a:spLocks xmlns:a="http://schemas.openxmlformats.org/drawingml/2006/main" noGrp="1"/>
          </p:cNvSpPr>
          <p:nvPr/>
        </p:nvSpPr>
        <p:spPr>
          <a:xfrm xmlns:a="http://schemas.openxmlformats.org/drawingml/2006/main" rot="0">
            <a:off x="7429500" y="4410075"/>
            <a:ext cx="4000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3" name="text-68">
            <a:extLst xmlns:a="http://schemas.openxmlformats.org/drawingml/2006/main">
              <a:ext uri="{FF2B5EF4-FFF2-40B4-BE49-F238E27FC236}">
                <a16:creationId xmlns:a16="http://schemas.microsoft.com/office/drawing/2014/main" id="{F24B4042-16EF-4D94-ADF0-5EC40AC989BD}"/>
              </a:ext>
            </a:extLst>
          </p:cNvPr>
          <p:cNvSpPr>
            <a:spLocks xmlns:a="http://schemas.openxmlformats.org/drawingml/2006/main" noGrp="1"/>
          </p:cNvSpPr>
          <p:nvPr/>
        </p:nvSpPr>
        <p:spPr>
          <a:xfrm xmlns:a="http://schemas.openxmlformats.org/drawingml/2006/main">
            <a:off x="7429500" y="4524375"/>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00734B"/>
                </a:solidFill>
                <a:latin typeface="Arial"/>
                <a:ea typeface="Arial"/>
                <a:cs typeface="Arial"/>
              </a:defRPr>
            </a:defPPr>
            <a:lvl1pPr>
              <a:defRPr sz="3375" b="1">
                <a:solidFill>
                  <a:srgbClr val="00734B"/>
                </a:solidFill>
                <a:latin typeface="Arial"/>
                <a:ea typeface="Arial"/>
                <a:cs typeface="Arial"/>
              </a:defRPr>
            </a:lvl1pPr>
            <a:lvl2pPr>
              <a:defRPr sz="3375" b="1">
                <a:solidFill>
                  <a:srgbClr val="00734B"/>
                </a:solidFill>
                <a:latin typeface="Arial"/>
                <a:ea typeface="Arial"/>
                <a:cs typeface="Arial"/>
              </a:defRPr>
            </a:lvl2pPr>
            <a:lvl3pPr>
              <a:defRPr sz="3375" b="1">
                <a:solidFill>
                  <a:srgbClr val="00734B"/>
                </a:solidFill>
                <a:latin typeface="Arial"/>
                <a:ea typeface="Arial"/>
                <a:cs typeface="Arial"/>
              </a:defRPr>
            </a:lvl3pPr>
            <a:lvl4pPr>
              <a:defRPr sz="3375" b="1">
                <a:solidFill>
                  <a:srgbClr val="00734B"/>
                </a:solidFill>
                <a:latin typeface="Arial"/>
                <a:ea typeface="Arial"/>
                <a:cs typeface="Arial"/>
              </a:defRPr>
            </a:lvl4pPr>
            <a:lvl5pPr>
              <a:defRPr sz="3375" b="1">
                <a:solidFill>
                  <a:srgbClr val="00734B"/>
                </a:solidFill>
                <a:latin typeface="Arial"/>
                <a:ea typeface="Arial"/>
                <a:cs typeface="Arial"/>
              </a:defRPr>
            </a:lvl5pPr>
            <a:lvl6pPr>
              <a:defRPr sz="3375" b="1">
                <a:solidFill>
                  <a:srgbClr val="00734B"/>
                </a:solidFill>
                <a:latin typeface="Arial"/>
                <a:ea typeface="Arial"/>
                <a:cs typeface="Arial"/>
              </a:defRPr>
            </a:lvl6pPr>
            <a:lvl7pPr>
              <a:defRPr sz="3375" b="1">
                <a:solidFill>
                  <a:srgbClr val="00734B"/>
                </a:solidFill>
                <a:latin typeface="Arial"/>
                <a:ea typeface="Arial"/>
                <a:cs typeface="Arial"/>
              </a:defRPr>
            </a:lvl7pPr>
            <a:lvl8pPr>
              <a:defRPr sz="3375" b="1">
                <a:solidFill>
                  <a:srgbClr val="00734B"/>
                </a:solidFill>
                <a:latin typeface="Arial"/>
                <a:ea typeface="Arial"/>
                <a:cs typeface="Arial"/>
              </a:defRPr>
            </a:lvl8pPr>
            <a:lvl9pPr>
              <a:defRPr sz="3375" b="1">
                <a:solidFill>
                  <a:srgbClr val="00734B"/>
                </a:solidFill>
                <a:latin typeface="Arial"/>
                <a:ea typeface="Arial"/>
                <a:cs typeface="Arial"/>
              </a:defRPr>
            </a:lvl9pPr>
          </a:lstStyle>
          <a:p xmlns:a="http://schemas.openxmlformats.org/drawingml/2006/main">
            <a:pPr>
              <a:defRPr sz="3375" b="1">
                <a:solidFill>
                  <a:srgbClr val="00734B"/>
                </a:solidFill>
                <a:latin typeface="Arial"/>
                <a:ea typeface="Arial"/>
                <a:cs typeface="Arial"/>
              </a:defRPr>
            </a:pPr>
            <a:r>
              <a:rPr sz="3375" b="1">
                <a:solidFill>
                  <a:srgbClr val="00734B"/>
                </a:solidFill>
                <a:latin typeface="Arial"/>
                <a:ea typeface="Arial"/>
                <a:cs typeface="Arial"/>
              </a:rPr>
              <a:t>45.159</a:t>
            </a:r>
          </a:p>
        </p:txBody>
      </p:sp>
      <p:sp>
        <p:nvSpPr>
          <p:cNvPr id="14" name="text-69">
            <a:extLst xmlns:a="http://schemas.openxmlformats.org/drawingml/2006/main">
              <a:ext uri="{FF2B5EF4-FFF2-40B4-BE49-F238E27FC236}">
                <a16:creationId xmlns:a16="http://schemas.microsoft.com/office/drawing/2014/main" id="{7AF20220-3897-4B1C-9B35-AD13D12CC144}"/>
              </a:ext>
            </a:extLst>
          </p:cNvPr>
          <p:cNvSpPr>
            <a:spLocks xmlns:a="http://schemas.openxmlformats.org/drawingml/2006/main" noGrp="1"/>
          </p:cNvSpPr>
          <p:nvPr/>
        </p:nvSpPr>
        <p:spPr>
          <a:xfrm xmlns:a="http://schemas.openxmlformats.org/drawingml/2006/main">
            <a:off x="7429500" y="5086350"/>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fără informații de înălțime</a:t>
            </a:r>
          </a:p>
        </p:txBody>
      </p:sp>
      <p:sp>
        <p:nvSpPr>
          <p:cNvPr id="15" name="text-70">
            <a:extLst xmlns:a="http://schemas.openxmlformats.org/drawingml/2006/main">
              <a:ext uri="{FF2B5EF4-FFF2-40B4-BE49-F238E27FC236}">
                <a16:creationId xmlns:a16="http://schemas.microsoft.com/office/drawing/2014/main" id="{F733B3A0-8991-41D2-BF14-066D47F3D7BE}"/>
              </a:ext>
            </a:extLst>
          </p:cNvPr>
          <p:cNvSpPr>
            <a:spLocks xmlns:a="http://schemas.openxmlformats.org/drawingml/2006/main" noGrp="1"/>
          </p:cNvSpPr>
          <p:nvPr/>
        </p:nvSpPr>
        <p:spPr>
          <a:xfrm xmlns:a="http://schemas.openxmlformats.org/drawingml/2006/main">
            <a:off x="647700" y="6400800"/>
            <a:ext cx="1026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75A"/>
                </a:solidFill>
                <a:latin typeface="Arial"/>
                <a:ea typeface="Arial"/>
                <a:cs typeface="Arial"/>
              </a:defRPr>
            </a:defPPr>
            <a:lvl1pPr>
              <a:defRPr sz="1125" b="0">
                <a:solidFill>
                  <a:srgbClr val="53675A"/>
                </a:solidFill>
                <a:latin typeface="Arial"/>
                <a:ea typeface="Arial"/>
                <a:cs typeface="Arial"/>
              </a:defRPr>
            </a:lvl1pPr>
            <a:lvl2pPr>
              <a:defRPr sz="1125" b="0">
                <a:solidFill>
                  <a:srgbClr val="53675A"/>
                </a:solidFill>
                <a:latin typeface="Arial"/>
                <a:ea typeface="Arial"/>
                <a:cs typeface="Arial"/>
              </a:defRPr>
            </a:lvl2pPr>
            <a:lvl3pPr>
              <a:defRPr sz="1125" b="0">
                <a:solidFill>
                  <a:srgbClr val="53675A"/>
                </a:solidFill>
                <a:latin typeface="Arial"/>
                <a:ea typeface="Arial"/>
                <a:cs typeface="Arial"/>
              </a:defRPr>
            </a:lvl3pPr>
            <a:lvl4pPr>
              <a:defRPr sz="1125" b="0">
                <a:solidFill>
                  <a:srgbClr val="53675A"/>
                </a:solidFill>
                <a:latin typeface="Arial"/>
                <a:ea typeface="Arial"/>
                <a:cs typeface="Arial"/>
              </a:defRPr>
            </a:lvl4pPr>
            <a:lvl5pPr>
              <a:defRPr sz="1125" b="0">
                <a:solidFill>
                  <a:srgbClr val="53675A"/>
                </a:solidFill>
                <a:latin typeface="Arial"/>
                <a:ea typeface="Arial"/>
                <a:cs typeface="Arial"/>
              </a:defRPr>
            </a:lvl5pPr>
            <a:lvl6pPr>
              <a:defRPr sz="1125" b="0">
                <a:solidFill>
                  <a:srgbClr val="53675A"/>
                </a:solidFill>
                <a:latin typeface="Arial"/>
                <a:ea typeface="Arial"/>
                <a:cs typeface="Arial"/>
              </a:defRPr>
            </a:lvl6pPr>
            <a:lvl7pPr>
              <a:defRPr sz="1125" b="0">
                <a:solidFill>
                  <a:srgbClr val="53675A"/>
                </a:solidFill>
                <a:latin typeface="Arial"/>
                <a:ea typeface="Arial"/>
                <a:cs typeface="Arial"/>
              </a:defRPr>
            </a:lvl7pPr>
            <a:lvl8pPr>
              <a:defRPr sz="1125" b="0">
                <a:solidFill>
                  <a:srgbClr val="53675A"/>
                </a:solidFill>
                <a:latin typeface="Arial"/>
                <a:ea typeface="Arial"/>
                <a:cs typeface="Arial"/>
              </a:defRPr>
            </a:lvl8pPr>
            <a:lvl9pPr>
              <a:defRPr sz="1125" b="0">
                <a:solidFill>
                  <a:srgbClr val="53675A"/>
                </a:solidFill>
                <a:latin typeface="Arial"/>
                <a:ea typeface="Arial"/>
                <a:cs typeface="Arial"/>
              </a:defRPr>
            </a:lvl9pPr>
          </a:lstStyle>
          <a:p xmlns:a="http://schemas.openxmlformats.org/drawingml/2006/main">
            <a:pPr>
              <a:defRPr sz="1125" b="0">
                <a:solidFill>
                  <a:srgbClr val="53675A"/>
                </a:solidFill>
                <a:latin typeface="Arial"/>
                <a:ea typeface="Arial"/>
                <a:cs typeface="Arial"/>
              </a:defRPr>
            </a:pPr>
            <a:r>
              <a:rPr sz="1125" b="0">
                <a:solidFill>
                  <a:srgbClr val="53675A"/>
                </a:solidFill>
                <a:latin typeface="Arial"/>
                <a:ea typeface="Arial"/>
                <a:cs typeface="Arial"/>
              </a:rPr>
              <a:t>Constanța, Mamaia și Palazu Mare. Alte 85 de contururi nu intră în categoriile de mai sus.</a:t>
            </a:r>
          </a:p>
        </p:txBody>
      </p:sp>
    </p:spTree>
    <p:extLst>
      <p:ext uri="{BB962C8B-B14F-4D97-AF65-F5344CB8AC3E}">
        <p14:creationId xmlns:p14="http://schemas.microsoft.com/office/powerpoint/2010/main" val="176111624"/>
      </p:ext>
    </p:extLst>
  </p:cSld>
</p:sld>
</file>

<file path=ppt/slides/slide6.xml><?xml version="1.0" encoding="utf-8"?>
<p:sld xmlns:p="http://schemas.openxmlformats.org/presentationml/2006/main">
  <p:cSld>
    <p:bg>
      <p:bgPr>
        <a:solidFill xmlns:a="http://schemas.openxmlformats.org/drawingml/2006/main">
          <a:srgbClr val="DFE9D9"/>
        </a:solidFill>
      </p:bgPr>
    </p:bg>
    <p:spTree>
      <p:nvGrpSpPr>
        <p:cNvPr id="1" name=""/>
        <p:cNvGrpSpPr/>
        <p:nvPr/>
      </p:nvGrpSpPr>
      <p:grpSpPr>
        <a:xfrm xmlns:a="http://schemas.openxmlformats.org/drawingml/2006/main"/>
      </p:grpSpPr>
      <p:sp>
        <p:nvSpPr>
          <p:cNvPr id="17" name="text-71">
            <a:extLst xmlns:a="http://schemas.openxmlformats.org/drawingml/2006/main">
              <a:ext uri="{FF2B5EF4-FFF2-40B4-BE49-F238E27FC236}">
                <a16:creationId xmlns:a16="http://schemas.microsoft.com/office/drawing/2014/main" id="{A7C17D37-F885-481F-B7A1-01EF75CCB5E6}"/>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Înălțimea din umbră</a:t>
            </a:r>
          </a:p>
        </p:txBody>
      </p:sp>
      <p:sp>
        <p:nvSpPr>
          <p:cNvPr id="2" name="text-72">
            <a:extLst xmlns:a="http://schemas.openxmlformats.org/drawingml/2006/main">
              <a:ext uri="{FF2B5EF4-FFF2-40B4-BE49-F238E27FC236}">
                <a16:creationId xmlns:a16="http://schemas.microsoft.com/office/drawing/2014/main" id="{C79C1D43-DD50-40BC-8EC7-5921711F5EFC}"/>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06</a:t>
            </a:r>
          </a:p>
        </p:txBody>
      </p:sp>
      <p:sp>
        <p:nvSpPr>
          <p:cNvPr id="3" name="text-73">
            <a:extLst xmlns:a="http://schemas.openxmlformats.org/drawingml/2006/main">
              <a:ext uri="{FF2B5EF4-FFF2-40B4-BE49-F238E27FC236}">
                <a16:creationId xmlns:a16="http://schemas.microsoft.com/office/drawing/2014/main" id="{5C3EB9CA-2097-46E4-9BEF-C29FE3093216}"/>
              </a:ext>
            </a:extLst>
          </p:cNvPr>
          <p:cNvSpPr>
            <a:spLocks xmlns:a="http://schemas.openxmlformats.org/drawingml/2006/main" noGrp="1"/>
          </p:cNvSpPr>
          <p:nvPr/>
        </p:nvSpPr>
        <p:spPr>
          <a:xfrm xmlns:a="http://schemas.openxmlformats.org/drawingml/2006/main">
            <a:off x="6819900" y="222885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650" b="1">
                <a:solidFill>
                  <a:srgbClr val="143B2C"/>
                </a:solidFill>
                <a:latin typeface="Arial"/>
                <a:ea typeface="Arial"/>
                <a:cs typeface="Arial"/>
              </a:defRPr>
            </a:defPPr>
            <a:lvl1pPr>
              <a:defRPr sz="4650" b="1">
                <a:solidFill>
                  <a:srgbClr val="143B2C"/>
                </a:solidFill>
                <a:latin typeface="Arial"/>
                <a:ea typeface="Arial"/>
                <a:cs typeface="Arial"/>
              </a:defRPr>
            </a:lvl1pPr>
            <a:lvl2pPr>
              <a:defRPr sz="4650" b="1">
                <a:solidFill>
                  <a:srgbClr val="143B2C"/>
                </a:solidFill>
                <a:latin typeface="Arial"/>
                <a:ea typeface="Arial"/>
                <a:cs typeface="Arial"/>
              </a:defRPr>
            </a:lvl2pPr>
            <a:lvl3pPr>
              <a:defRPr sz="4650" b="1">
                <a:solidFill>
                  <a:srgbClr val="143B2C"/>
                </a:solidFill>
                <a:latin typeface="Arial"/>
                <a:ea typeface="Arial"/>
                <a:cs typeface="Arial"/>
              </a:defRPr>
            </a:lvl3pPr>
            <a:lvl4pPr>
              <a:defRPr sz="4650" b="1">
                <a:solidFill>
                  <a:srgbClr val="143B2C"/>
                </a:solidFill>
                <a:latin typeface="Arial"/>
                <a:ea typeface="Arial"/>
                <a:cs typeface="Arial"/>
              </a:defRPr>
            </a:lvl4pPr>
            <a:lvl5pPr>
              <a:defRPr sz="4650" b="1">
                <a:solidFill>
                  <a:srgbClr val="143B2C"/>
                </a:solidFill>
                <a:latin typeface="Arial"/>
                <a:ea typeface="Arial"/>
                <a:cs typeface="Arial"/>
              </a:defRPr>
            </a:lvl5pPr>
            <a:lvl6pPr>
              <a:defRPr sz="4650" b="1">
                <a:solidFill>
                  <a:srgbClr val="143B2C"/>
                </a:solidFill>
                <a:latin typeface="Arial"/>
                <a:ea typeface="Arial"/>
                <a:cs typeface="Arial"/>
              </a:defRPr>
            </a:lvl6pPr>
            <a:lvl7pPr>
              <a:defRPr sz="4650" b="1">
                <a:solidFill>
                  <a:srgbClr val="143B2C"/>
                </a:solidFill>
                <a:latin typeface="Arial"/>
                <a:ea typeface="Arial"/>
                <a:cs typeface="Arial"/>
              </a:defRPr>
            </a:lvl7pPr>
            <a:lvl8pPr>
              <a:defRPr sz="4650" b="1">
                <a:solidFill>
                  <a:srgbClr val="143B2C"/>
                </a:solidFill>
                <a:latin typeface="Arial"/>
                <a:ea typeface="Arial"/>
                <a:cs typeface="Arial"/>
              </a:defRPr>
            </a:lvl8pPr>
            <a:lvl9pPr>
              <a:defRPr sz="4650" b="1">
                <a:solidFill>
                  <a:srgbClr val="143B2C"/>
                </a:solidFill>
                <a:latin typeface="Arial"/>
                <a:ea typeface="Arial"/>
                <a:cs typeface="Arial"/>
              </a:defRPr>
            </a:lvl9pPr>
          </a:lstStyle>
          <a:p xmlns:a="http://schemas.openxmlformats.org/drawingml/2006/main">
            <a:pPr>
              <a:defRPr sz="4650" b="1">
                <a:solidFill>
                  <a:srgbClr val="143B2C"/>
                </a:solidFill>
                <a:latin typeface="Arial"/>
                <a:ea typeface="Arial"/>
                <a:cs typeface="Arial"/>
              </a:defRPr>
            </a:pPr>
            <a:r>
              <a:rPr sz="4650" b="1">
                <a:solidFill>
                  <a:srgbClr val="143B2C"/>
                </a:solidFill>
                <a:latin typeface="Arial"/>
                <a:ea typeface="Arial"/>
                <a:cs typeface="Arial"/>
              </a:rPr>
              <a:t>h = L × tan(e)</a:t>
            </a:r>
          </a:p>
        </p:txBody>
      </p:sp>
      <p:sp>
        <p:nvSpPr>
          <p:cNvPr id="4" name="text-74">
            <a:extLst xmlns:a="http://schemas.openxmlformats.org/drawingml/2006/main">
              <a:ext uri="{FF2B5EF4-FFF2-40B4-BE49-F238E27FC236}">
                <a16:creationId xmlns:a16="http://schemas.microsoft.com/office/drawing/2014/main" id="{AEE4670F-5B08-4D09-B86C-7412F57761FC}"/>
              </a:ext>
            </a:extLst>
          </p:cNvPr>
          <p:cNvSpPr>
            <a:spLocks xmlns:a="http://schemas.openxmlformats.org/drawingml/2006/main" noGrp="1"/>
          </p:cNvSpPr>
          <p:nvPr/>
        </p:nvSpPr>
        <p:spPr>
          <a:xfrm xmlns:a="http://schemas.openxmlformats.org/drawingml/2006/main">
            <a:off x="6858000" y="3362325"/>
            <a:ext cx="4476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183427"/>
                </a:solidFill>
                <a:latin typeface="Arial"/>
                <a:ea typeface="Arial"/>
                <a:cs typeface="Arial"/>
              </a:defRPr>
            </a:defPPr>
            <a:lvl1pPr>
              <a:defRPr sz="2325" b="0">
                <a:solidFill>
                  <a:srgbClr val="183427"/>
                </a:solidFill>
                <a:latin typeface="Arial"/>
                <a:ea typeface="Arial"/>
                <a:cs typeface="Arial"/>
              </a:defRPr>
            </a:lvl1pPr>
            <a:lvl2pPr>
              <a:defRPr sz="2325" b="0">
                <a:solidFill>
                  <a:srgbClr val="183427"/>
                </a:solidFill>
                <a:latin typeface="Arial"/>
                <a:ea typeface="Arial"/>
                <a:cs typeface="Arial"/>
              </a:defRPr>
            </a:lvl2pPr>
            <a:lvl3pPr>
              <a:defRPr sz="2325" b="0">
                <a:solidFill>
                  <a:srgbClr val="183427"/>
                </a:solidFill>
                <a:latin typeface="Arial"/>
                <a:ea typeface="Arial"/>
                <a:cs typeface="Arial"/>
              </a:defRPr>
            </a:lvl3pPr>
            <a:lvl4pPr>
              <a:defRPr sz="2325" b="0">
                <a:solidFill>
                  <a:srgbClr val="183427"/>
                </a:solidFill>
                <a:latin typeface="Arial"/>
                <a:ea typeface="Arial"/>
                <a:cs typeface="Arial"/>
              </a:defRPr>
            </a:lvl4pPr>
            <a:lvl5pPr>
              <a:defRPr sz="2325" b="0">
                <a:solidFill>
                  <a:srgbClr val="183427"/>
                </a:solidFill>
                <a:latin typeface="Arial"/>
                <a:ea typeface="Arial"/>
                <a:cs typeface="Arial"/>
              </a:defRPr>
            </a:lvl5pPr>
            <a:lvl6pPr>
              <a:defRPr sz="2325" b="0">
                <a:solidFill>
                  <a:srgbClr val="183427"/>
                </a:solidFill>
                <a:latin typeface="Arial"/>
                <a:ea typeface="Arial"/>
                <a:cs typeface="Arial"/>
              </a:defRPr>
            </a:lvl6pPr>
            <a:lvl7pPr>
              <a:defRPr sz="2325" b="0">
                <a:solidFill>
                  <a:srgbClr val="183427"/>
                </a:solidFill>
                <a:latin typeface="Arial"/>
                <a:ea typeface="Arial"/>
                <a:cs typeface="Arial"/>
              </a:defRPr>
            </a:lvl7pPr>
            <a:lvl8pPr>
              <a:defRPr sz="2325" b="0">
                <a:solidFill>
                  <a:srgbClr val="183427"/>
                </a:solidFill>
                <a:latin typeface="Arial"/>
                <a:ea typeface="Arial"/>
                <a:cs typeface="Arial"/>
              </a:defRPr>
            </a:lvl8pPr>
            <a:lvl9pPr>
              <a:defRPr sz="2325" b="0">
                <a:solidFill>
                  <a:srgbClr val="183427"/>
                </a:solidFill>
                <a:latin typeface="Arial"/>
                <a:ea typeface="Arial"/>
                <a:cs typeface="Arial"/>
              </a:defRPr>
            </a:lvl9pPr>
          </a:lstStyle>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L: lungimea umbrei</a:t>
            </a:r>
          </a:p>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e: unghiul Soarelui</a:t>
            </a:r>
          </a:p>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h: înălțimea clădirii</a:t>
            </a:r>
          </a:p>
        </p:txBody>
      </p:sp>
      <p:sp>
        <p:nvSpPr>
          <p:cNvPr id="5" name="text-75">
            <a:extLst xmlns:a="http://schemas.openxmlformats.org/drawingml/2006/main">
              <a:ext uri="{FF2B5EF4-FFF2-40B4-BE49-F238E27FC236}">
                <a16:creationId xmlns:a16="http://schemas.microsoft.com/office/drawing/2014/main" id="{E616C755-7C4F-4FBF-89A8-2A5472F5B8F3}"/>
              </a:ext>
            </a:extLst>
          </p:cNvPr>
          <p:cNvSpPr>
            <a:spLocks xmlns:a="http://schemas.openxmlformats.org/drawingml/2006/main" noGrp="1"/>
          </p:cNvSpPr>
          <p:nvPr/>
        </p:nvSpPr>
        <p:spPr>
          <a:xfrm xmlns:a="http://schemas.openxmlformats.org/drawingml/2006/main">
            <a:off x="6858000" y="5000625"/>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53675A"/>
                </a:solidFill>
                <a:latin typeface="Arial"/>
                <a:ea typeface="Arial"/>
                <a:cs typeface="Arial"/>
              </a:defRPr>
            </a:defPPr>
            <a:lvl1pPr>
              <a:defRPr sz="2175" b="0">
                <a:solidFill>
                  <a:srgbClr val="53675A"/>
                </a:solidFill>
                <a:latin typeface="Arial"/>
                <a:ea typeface="Arial"/>
                <a:cs typeface="Arial"/>
              </a:defRPr>
            </a:lvl1pPr>
            <a:lvl2pPr>
              <a:defRPr sz="2175" b="0">
                <a:solidFill>
                  <a:srgbClr val="53675A"/>
                </a:solidFill>
                <a:latin typeface="Arial"/>
                <a:ea typeface="Arial"/>
                <a:cs typeface="Arial"/>
              </a:defRPr>
            </a:lvl2pPr>
            <a:lvl3pPr>
              <a:defRPr sz="2175" b="0">
                <a:solidFill>
                  <a:srgbClr val="53675A"/>
                </a:solidFill>
                <a:latin typeface="Arial"/>
                <a:ea typeface="Arial"/>
                <a:cs typeface="Arial"/>
              </a:defRPr>
            </a:lvl3pPr>
            <a:lvl4pPr>
              <a:defRPr sz="2175" b="0">
                <a:solidFill>
                  <a:srgbClr val="53675A"/>
                </a:solidFill>
                <a:latin typeface="Arial"/>
                <a:ea typeface="Arial"/>
                <a:cs typeface="Arial"/>
              </a:defRPr>
            </a:lvl4pPr>
            <a:lvl5pPr>
              <a:defRPr sz="2175" b="0">
                <a:solidFill>
                  <a:srgbClr val="53675A"/>
                </a:solidFill>
                <a:latin typeface="Arial"/>
                <a:ea typeface="Arial"/>
                <a:cs typeface="Arial"/>
              </a:defRPr>
            </a:lvl5pPr>
            <a:lvl6pPr>
              <a:defRPr sz="2175" b="0">
                <a:solidFill>
                  <a:srgbClr val="53675A"/>
                </a:solidFill>
                <a:latin typeface="Arial"/>
                <a:ea typeface="Arial"/>
                <a:cs typeface="Arial"/>
              </a:defRPr>
            </a:lvl6pPr>
            <a:lvl7pPr>
              <a:defRPr sz="2175" b="0">
                <a:solidFill>
                  <a:srgbClr val="53675A"/>
                </a:solidFill>
                <a:latin typeface="Arial"/>
                <a:ea typeface="Arial"/>
                <a:cs typeface="Arial"/>
              </a:defRPr>
            </a:lvl7pPr>
            <a:lvl8pPr>
              <a:defRPr sz="2175" b="0">
                <a:solidFill>
                  <a:srgbClr val="53675A"/>
                </a:solidFill>
                <a:latin typeface="Arial"/>
                <a:ea typeface="Arial"/>
                <a:cs typeface="Arial"/>
              </a:defRPr>
            </a:lvl8pPr>
            <a:lvl9pPr>
              <a:defRPr sz="2175" b="0">
                <a:solidFill>
                  <a:srgbClr val="53675A"/>
                </a:solidFill>
                <a:latin typeface="Arial"/>
                <a:ea typeface="Arial"/>
                <a:cs typeface="Arial"/>
              </a:defRPr>
            </a:lvl9pPr>
          </a:lstStyle>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Locul, data și ora</a:t>
            </a:r>
          </a:p>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ne dau unghiul e.</a:t>
            </a:r>
          </a:p>
        </p:txBody>
      </p:sp>
      <p:sp>
        <p:nvSpPr>
          <p:cNvPr id="6" name="shape-76">
            <a:extLst xmlns:a="http://schemas.openxmlformats.org/drawingml/2006/main">
              <a:ext uri="{FF2B5EF4-FFF2-40B4-BE49-F238E27FC236}">
                <a16:creationId xmlns:a16="http://schemas.microsoft.com/office/drawing/2014/main" id="{83CA7445-865C-43D5-B7E5-9543094C7574}"/>
              </a:ext>
            </a:extLst>
          </p:cNvPr>
          <p:cNvSpPr>
            <a:spLocks xmlns:a="http://schemas.openxmlformats.org/drawingml/2006/main" noGrp="1"/>
          </p:cNvSpPr>
          <p:nvPr/>
        </p:nvSpPr>
        <p:spPr>
          <a:xfrm xmlns:a="http://schemas.openxmlformats.org/drawingml/2006/main" rot="0">
            <a:off x="1209675" y="2495550"/>
            <a:ext cx="1047750" cy="2295525"/>
          </a:xfrm>
          <a:prstGeom xmlns:a="http://schemas.openxmlformats.org/drawingml/2006/main" prst="rect">
            <a:avLst/>
          </a:prstGeom>
          <a:solidFill xmlns:a="http://schemas.openxmlformats.org/drawingml/2006/main">
            <a:srgbClr val="FAF8F1"/>
          </a:solidFill>
          <a:ln xmlns:a="http://schemas.openxmlformats.org/drawingml/2006/main" w="28575">
            <a:solidFill>
              <a:srgbClr val="143B2C"/>
            </a:solidFill>
            <a:prstDash val="solid"/>
          </a:ln>
        </p:spPr>
      </p:sp>
      <p:sp>
        <p:nvSpPr>
          <p:cNvPr id="7" name="shape-77">
            <a:extLst xmlns:a="http://schemas.openxmlformats.org/drawingml/2006/main">
              <a:ext uri="{FF2B5EF4-FFF2-40B4-BE49-F238E27FC236}">
                <a16:creationId xmlns:a16="http://schemas.microsoft.com/office/drawing/2014/main" id="{A6D5529C-184E-438E-B5EE-E60BC6BD239E}"/>
              </a:ext>
            </a:extLst>
          </p:cNvPr>
          <p:cNvSpPr>
            <a:spLocks xmlns:a="http://schemas.openxmlformats.org/drawingml/2006/main" noGrp="1"/>
          </p:cNvSpPr>
          <p:nvPr/>
        </p:nvSpPr>
        <p:spPr>
          <a:xfrm xmlns:a="http://schemas.openxmlformats.org/drawingml/2006/main" rot="0">
            <a:off x="714375" y="4795838"/>
            <a:ext cx="5467350" cy="28575"/>
          </a:xfrm>
          <a:prstGeom xmlns:a="http://schemas.openxmlformats.org/drawingml/2006/main" prst="rect">
            <a:avLst/>
          </a:prstGeom>
          <a:solidFill xmlns:a="http://schemas.openxmlformats.org/drawingml/2006/main">
            <a:srgbClr val="53675A"/>
          </a:solidFill>
          <a:ln xmlns:a="http://schemas.openxmlformats.org/drawingml/2006/main" w="0">
            <a:noFill/>
            <a:prstDash val="solid"/>
          </a:ln>
        </p:spPr>
      </p:sp>
      <p:sp>
        <p:nvSpPr>
          <p:cNvPr id="8" name="shape-78">
            <a:extLst xmlns:a="http://schemas.openxmlformats.org/drawingml/2006/main">
              <a:ext uri="{FF2B5EF4-FFF2-40B4-BE49-F238E27FC236}">
                <a16:creationId xmlns:a16="http://schemas.microsoft.com/office/drawing/2014/main" id="{85F543B5-7371-4FEF-90BE-FAF84132CCE0}"/>
              </a:ext>
            </a:extLst>
          </p:cNvPr>
          <p:cNvSpPr>
            <a:spLocks xmlns:a="http://schemas.openxmlformats.org/drawingml/2006/main" noGrp="1"/>
          </p:cNvSpPr>
          <p:nvPr/>
        </p:nvSpPr>
        <p:spPr>
          <a:xfrm xmlns:a="http://schemas.openxmlformats.org/drawingml/2006/main" rot="1972121">
            <a:off x="1091944" y="3390900"/>
            <a:ext cx="5159887" cy="38100"/>
          </a:xfrm>
          <a:prstGeom xmlns:a="http://schemas.openxmlformats.org/drawingml/2006/main" prst="rect">
            <a:avLst/>
          </a:prstGeom>
          <a:solidFill xmlns:a="http://schemas.openxmlformats.org/drawingml/2006/main">
            <a:srgbClr val="143B2C"/>
          </a:solidFill>
          <a:ln xmlns:a="http://schemas.openxmlformats.org/drawingml/2006/main" w="0">
            <a:noFill/>
            <a:prstDash val="solid"/>
          </a:ln>
        </p:spPr>
      </p:sp>
      <p:sp>
        <p:nvSpPr>
          <p:cNvPr id="9" name="shape-79">
            <a:extLst xmlns:a="http://schemas.openxmlformats.org/drawingml/2006/main">
              <a:ext uri="{FF2B5EF4-FFF2-40B4-BE49-F238E27FC236}">
                <a16:creationId xmlns:a16="http://schemas.microsoft.com/office/drawing/2014/main" id="{230DA410-DE70-4376-BC3A-81A94E43F7E9}"/>
              </a:ext>
            </a:extLst>
          </p:cNvPr>
          <p:cNvSpPr>
            <a:spLocks xmlns:a="http://schemas.openxmlformats.org/drawingml/2006/main" noGrp="1"/>
          </p:cNvSpPr>
          <p:nvPr/>
        </p:nvSpPr>
        <p:spPr>
          <a:xfrm xmlns:a="http://schemas.openxmlformats.org/drawingml/2006/main" rot="0">
            <a:off x="2257425" y="4810125"/>
            <a:ext cx="3581400" cy="1143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0" name="shape-80">
            <a:extLst xmlns:a="http://schemas.openxmlformats.org/drawingml/2006/main">
              <a:ext uri="{FF2B5EF4-FFF2-40B4-BE49-F238E27FC236}">
                <a16:creationId xmlns:a16="http://schemas.microsoft.com/office/drawing/2014/main" id="{3E1B3903-B5C1-474A-9CD4-D3D86ADBE7F2}"/>
              </a:ext>
            </a:extLst>
          </p:cNvPr>
          <p:cNvSpPr>
            <a:spLocks xmlns:a="http://schemas.openxmlformats.org/drawingml/2006/main" noGrp="1"/>
          </p:cNvSpPr>
          <p:nvPr/>
        </p:nvSpPr>
        <p:spPr>
          <a:xfrm xmlns:a="http://schemas.openxmlformats.org/drawingml/2006/main" rot="5400000">
            <a:off x="-185737" y="3633788"/>
            <a:ext cx="2295525" cy="1905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1" name="text-81">
            <a:extLst xmlns:a="http://schemas.openxmlformats.org/drawingml/2006/main">
              <a:ext uri="{FF2B5EF4-FFF2-40B4-BE49-F238E27FC236}">
                <a16:creationId xmlns:a16="http://schemas.microsoft.com/office/drawing/2014/main" id="{B4538EA2-EACA-4AC1-A792-B3EF00BDFC72}"/>
              </a:ext>
            </a:extLst>
          </p:cNvPr>
          <p:cNvSpPr>
            <a:spLocks xmlns:a="http://schemas.openxmlformats.org/drawingml/2006/main" noGrp="1"/>
          </p:cNvSpPr>
          <p:nvPr/>
        </p:nvSpPr>
        <p:spPr>
          <a:xfrm xmlns:a="http://schemas.openxmlformats.org/drawingml/2006/main">
            <a:off x="619125" y="3419475"/>
            <a:ext cx="361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75" b="1">
                <a:solidFill>
                  <a:srgbClr val="00734B"/>
                </a:solidFill>
                <a:latin typeface="Arial"/>
                <a:ea typeface="Arial"/>
                <a:cs typeface="Arial"/>
              </a:defRPr>
            </a:defPPr>
            <a:lvl1pPr>
              <a:defRPr sz="2775" b="1">
                <a:solidFill>
                  <a:srgbClr val="00734B"/>
                </a:solidFill>
                <a:latin typeface="Arial"/>
                <a:ea typeface="Arial"/>
                <a:cs typeface="Arial"/>
              </a:defRPr>
            </a:lvl1pPr>
            <a:lvl2pPr>
              <a:defRPr sz="2775" b="1">
                <a:solidFill>
                  <a:srgbClr val="00734B"/>
                </a:solidFill>
                <a:latin typeface="Arial"/>
                <a:ea typeface="Arial"/>
                <a:cs typeface="Arial"/>
              </a:defRPr>
            </a:lvl2pPr>
            <a:lvl3pPr>
              <a:defRPr sz="2775" b="1">
                <a:solidFill>
                  <a:srgbClr val="00734B"/>
                </a:solidFill>
                <a:latin typeface="Arial"/>
                <a:ea typeface="Arial"/>
                <a:cs typeface="Arial"/>
              </a:defRPr>
            </a:lvl3pPr>
            <a:lvl4pPr>
              <a:defRPr sz="2775" b="1">
                <a:solidFill>
                  <a:srgbClr val="00734B"/>
                </a:solidFill>
                <a:latin typeface="Arial"/>
                <a:ea typeface="Arial"/>
                <a:cs typeface="Arial"/>
              </a:defRPr>
            </a:lvl4pPr>
            <a:lvl5pPr>
              <a:defRPr sz="2775" b="1">
                <a:solidFill>
                  <a:srgbClr val="00734B"/>
                </a:solidFill>
                <a:latin typeface="Arial"/>
                <a:ea typeface="Arial"/>
                <a:cs typeface="Arial"/>
              </a:defRPr>
            </a:lvl5pPr>
            <a:lvl6pPr>
              <a:defRPr sz="2775" b="1">
                <a:solidFill>
                  <a:srgbClr val="00734B"/>
                </a:solidFill>
                <a:latin typeface="Arial"/>
                <a:ea typeface="Arial"/>
                <a:cs typeface="Arial"/>
              </a:defRPr>
            </a:lvl6pPr>
            <a:lvl7pPr>
              <a:defRPr sz="2775" b="1">
                <a:solidFill>
                  <a:srgbClr val="00734B"/>
                </a:solidFill>
                <a:latin typeface="Arial"/>
                <a:ea typeface="Arial"/>
                <a:cs typeface="Arial"/>
              </a:defRPr>
            </a:lvl7pPr>
            <a:lvl8pPr>
              <a:defRPr sz="2775" b="1">
                <a:solidFill>
                  <a:srgbClr val="00734B"/>
                </a:solidFill>
                <a:latin typeface="Arial"/>
                <a:ea typeface="Arial"/>
                <a:cs typeface="Arial"/>
              </a:defRPr>
            </a:lvl8pPr>
            <a:lvl9pPr>
              <a:defRPr sz="2775" b="1">
                <a:solidFill>
                  <a:srgbClr val="00734B"/>
                </a:solidFill>
                <a:latin typeface="Arial"/>
                <a:ea typeface="Arial"/>
                <a:cs typeface="Arial"/>
              </a:defRPr>
            </a:lvl9pPr>
          </a:lstStyle>
          <a:p xmlns:a="http://schemas.openxmlformats.org/drawingml/2006/main">
            <a:pPr>
              <a:defRPr sz="2775" b="1">
                <a:solidFill>
                  <a:srgbClr val="00734B"/>
                </a:solidFill>
                <a:latin typeface="Arial"/>
                <a:ea typeface="Arial"/>
                <a:cs typeface="Arial"/>
              </a:defRPr>
            </a:pPr>
            <a:r>
              <a:rPr sz="2775" b="1">
                <a:solidFill>
                  <a:srgbClr val="00734B"/>
                </a:solidFill>
                <a:latin typeface="Arial"/>
                <a:ea typeface="Arial"/>
                <a:cs typeface="Arial"/>
              </a:rPr>
              <a:t>h</a:t>
            </a:r>
          </a:p>
        </p:txBody>
      </p:sp>
      <p:sp>
        <p:nvSpPr>
          <p:cNvPr id="12" name="text-82">
            <a:extLst xmlns:a="http://schemas.openxmlformats.org/drawingml/2006/main">
              <a:ext uri="{FF2B5EF4-FFF2-40B4-BE49-F238E27FC236}">
                <a16:creationId xmlns:a16="http://schemas.microsoft.com/office/drawing/2014/main" id="{56295707-4CF9-4033-892D-4332B0551F61}"/>
              </a:ext>
            </a:extLst>
          </p:cNvPr>
          <p:cNvSpPr>
            <a:spLocks xmlns:a="http://schemas.openxmlformats.org/drawingml/2006/main" noGrp="1"/>
          </p:cNvSpPr>
          <p:nvPr/>
        </p:nvSpPr>
        <p:spPr>
          <a:xfrm xmlns:a="http://schemas.openxmlformats.org/drawingml/2006/main">
            <a:off x="3924300" y="5133975"/>
            <a:ext cx="40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34B"/>
                </a:solidFill>
                <a:latin typeface="Arial"/>
                <a:ea typeface="Arial"/>
                <a:cs typeface="Arial"/>
              </a:defRPr>
            </a:defPPr>
            <a:lvl1pPr>
              <a:defRPr sz="2550" b="1">
                <a:solidFill>
                  <a:srgbClr val="00734B"/>
                </a:solidFill>
                <a:latin typeface="Arial"/>
                <a:ea typeface="Arial"/>
                <a:cs typeface="Arial"/>
              </a:defRPr>
            </a:lvl1pPr>
            <a:lvl2pPr>
              <a:defRPr sz="2550" b="1">
                <a:solidFill>
                  <a:srgbClr val="00734B"/>
                </a:solidFill>
                <a:latin typeface="Arial"/>
                <a:ea typeface="Arial"/>
                <a:cs typeface="Arial"/>
              </a:defRPr>
            </a:lvl2pPr>
            <a:lvl3pPr>
              <a:defRPr sz="2550" b="1">
                <a:solidFill>
                  <a:srgbClr val="00734B"/>
                </a:solidFill>
                <a:latin typeface="Arial"/>
                <a:ea typeface="Arial"/>
                <a:cs typeface="Arial"/>
              </a:defRPr>
            </a:lvl3pPr>
            <a:lvl4pPr>
              <a:defRPr sz="2550" b="1">
                <a:solidFill>
                  <a:srgbClr val="00734B"/>
                </a:solidFill>
                <a:latin typeface="Arial"/>
                <a:ea typeface="Arial"/>
                <a:cs typeface="Arial"/>
              </a:defRPr>
            </a:lvl4pPr>
            <a:lvl5pPr>
              <a:defRPr sz="2550" b="1">
                <a:solidFill>
                  <a:srgbClr val="00734B"/>
                </a:solidFill>
                <a:latin typeface="Arial"/>
                <a:ea typeface="Arial"/>
                <a:cs typeface="Arial"/>
              </a:defRPr>
            </a:lvl5pPr>
            <a:lvl6pPr>
              <a:defRPr sz="2550" b="1">
                <a:solidFill>
                  <a:srgbClr val="00734B"/>
                </a:solidFill>
                <a:latin typeface="Arial"/>
                <a:ea typeface="Arial"/>
                <a:cs typeface="Arial"/>
              </a:defRPr>
            </a:lvl6pPr>
            <a:lvl7pPr>
              <a:defRPr sz="2550" b="1">
                <a:solidFill>
                  <a:srgbClr val="00734B"/>
                </a:solidFill>
                <a:latin typeface="Arial"/>
                <a:ea typeface="Arial"/>
                <a:cs typeface="Arial"/>
              </a:defRPr>
            </a:lvl7pPr>
            <a:lvl8pPr>
              <a:defRPr sz="2550" b="1">
                <a:solidFill>
                  <a:srgbClr val="00734B"/>
                </a:solidFill>
                <a:latin typeface="Arial"/>
                <a:ea typeface="Arial"/>
                <a:cs typeface="Arial"/>
              </a:defRPr>
            </a:lvl8pPr>
            <a:lvl9pPr>
              <a:defRPr sz="2550" b="1">
                <a:solidFill>
                  <a:srgbClr val="00734B"/>
                </a:solidFill>
                <a:latin typeface="Arial"/>
                <a:ea typeface="Arial"/>
                <a:cs typeface="Arial"/>
              </a:defRPr>
            </a:lvl9pPr>
          </a:lstStyle>
          <a:p xmlns:a="http://schemas.openxmlformats.org/drawingml/2006/main">
            <a:pPr>
              <a:defRPr sz="2550" b="1">
                <a:solidFill>
                  <a:srgbClr val="00734B"/>
                </a:solidFill>
                <a:latin typeface="Arial"/>
                <a:ea typeface="Arial"/>
                <a:cs typeface="Arial"/>
              </a:defRPr>
            </a:pPr>
            <a:r>
              <a:rPr sz="2550" b="1">
                <a:solidFill>
                  <a:srgbClr val="00734B"/>
                </a:solidFill>
                <a:latin typeface="Arial"/>
                <a:ea typeface="Arial"/>
                <a:cs typeface="Arial"/>
              </a:rPr>
              <a:t>L</a:t>
            </a:r>
          </a:p>
        </p:txBody>
      </p:sp>
      <p:sp>
        <p:nvSpPr>
          <p:cNvPr id="13" name="text-83">
            <a:extLst xmlns:a="http://schemas.openxmlformats.org/drawingml/2006/main">
              <a:ext uri="{FF2B5EF4-FFF2-40B4-BE49-F238E27FC236}">
                <a16:creationId xmlns:a16="http://schemas.microsoft.com/office/drawing/2014/main" id="{CB2F0BE1-B881-4E6A-A22D-15E8B29B7E3E}"/>
              </a:ext>
            </a:extLst>
          </p:cNvPr>
          <p:cNvSpPr>
            <a:spLocks xmlns:a="http://schemas.openxmlformats.org/drawingml/2006/main" noGrp="1"/>
          </p:cNvSpPr>
          <p:nvPr/>
        </p:nvSpPr>
        <p:spPr>
          <a:xfrm xmlns:a="http://schemas.openxmlformats.org/drawingml/2006/main">
            <a:off x="5238750" y="4438650"/>
            <a:ext cx="333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00734B"/>
                </a:solidFill>
                <a:latin typeface="Arial"/>
                <a:ea typeface="Arial"/>
                <a:cs typeface="Arial"/>
              </a:defRPr>
            </a:defPPr>
            <a:lvl1pPr>
              <a:defRPr sz="1875" b="1">
                <a:solidFill>
                  <a:srgbClr val="00734B"/>
                </a:solidFill>
                <a:latin typeface="Arial"/>
                <a:ea typeface="Arial"/>
                <a:cs typeface="Arial"/>
              </a:defRPr>
            </a:lvl1pPr>
            <a:lvl2pPr>
              <a:defRPr sz="1875" b="1">
                <a:solidFill>
                  <a:srgbClr val="00734B"/>
                </a:solidFill>
                <a:latin typeface="Arial"/>
                <a:ea typeface="Arial"/>
                <a:cs typeface="Arial"/>
              </a:defRPr>
            </a:lvl2pPr>
            <a:lvl3pPr>
              <a:defRPr sz="1875" b="1">
                <a:solidFill>
                  <a:srgbClr val="00734B"/>
                </a:solidFill>
                <a:latin typeface="Arial"/>
                <a:ea typeface="Arial"/>
                <a:cs typeface="Arial"/>
              </a:defRPr>
            </a:lvl3pPr>
            <a:lvl4pPr>
              <a:defRPr sz="1875" b="1">
                <a:solidFill>
                  <a:srgbClr val="00734B"/>
                </a:solidFill>
                <a:latin typeface="Arial"/>
                <a:ea typeface="Arial"/>
                <a:cs typeface="Arial"/>
              </a:defRPr>
            </a:lvl4pPr>
            <a:lvl5pPr>
              <a:defRPr sz="1875" b="1">
                <a:solidFill>
                  <a:srgbClr val="00734B"/>
                </a:solidFill>
                <a:latin typeface="Arial"/>
                <a:ea typeface="Arial"/>
                <a:cs typeface="Arial"/>
              </a:defRPr>
            </a:lvl5pPr>
            <a:lvl6pPr>
              <a:defRPr sz="1875" b="1">
                <a:solidFill>
                  <a:srgbClr val="00734B"/>
                </a:solidFill>
                <a:latin typeface="Arial"/>
                <a:ea typeface="Arial"/>
                <a:cs typeface="Arial"/>
              </a:defRPr>
            </a:lvl6pPr>
            <a:lvl7pPr>
              <a:defRPr sz="1875" b="1">
                <a:solidFill>
                  <a:srgbClr val="00734B"/>
                </a:solidFill>
                <a:latin typeface="Arial"/>
                <a:ea typeface="Arial"/>
                <a:cs typeface="Arial"/>
              </a:defRPr>
            </a:lvl7pPr>
            <a:lvl8pPr>
              <a:defRPr sz="1875" b="1">
                <a:solidFill>
                  <a:srgbClr val="00734B"/>
                </a:solidFill>
                <a:latin typeface="Arial"/>
                <a:ea typeface="Arial"/>
                <a:cs typeface="Arial"/>
              </a:defRPr>
            </a:lvl8pPr>
            <a:lvl9pPr>
              <a:defRPr sz="1875" b="1">
                <a:solidFill>
                  <a:srgbClr val="00734B"/>
                </a:solidFill>
                <a:latin typeface="Arial"/>
                <a:ea typeface="Arial"/>
                <a:cs typeface="Arial"/>
              </a:defRPr>
            </a:lvl9pPr>
          </a:lstStyle>
          <a:p xmlns:a="http://schemas.openxmlformats.org/drawingml/2006/main">
            <a:pPr>
              <a:defRPr sz="1875" b="1">
                <a:solidFill>
                  <a:srgbClr val="00734B"/>
                </a:solidFill>
                <a:latin typeface="Arial"/>
                <a:ea typeface="Arial"/>
                <a:cs typeface="Arial"/>
              </a:defRPr>
            </a:pPr>
            <a:r>
              <a:rPr sz="1875" b="1">
                <a:solidFill>
                  <a:srgbClr val="00734B"/>
                </a:solidFill>
                <a:latin typeface="Arial"/>
                <a:ea typeface="Arial"/>
                <a:cs typeface="Arial"/>
              </a:rPr>
              <a:t>e</a:t>
            </a:r>
          </a:p>
        </p:txBody>
      </p:sp>
      <p:sp>
        <p:nvSpPr>
          <p:cNvPr id="14" name="text-84">
            <a:extLst xmlns:a="http://schemas.openxmlformats.org/drawingml/2006/main">
              <a:ext uri="{FF2B5EF4-FFF2-40B4-BE49-F238E27FC236}">
                <a16:creationId xmlns:a16="http://schemas.microsoft.com/office/drawing/2014/main" id="{380141EB-9299-47DB-991D-A8A3E9638EAC}"/>
              </a:ext>
            </a:extLst>
          </p:cNvPr>
          <p:cNvSpPr>
            <a:spLocks xmlns:a="http://schemas.openxmlformats.org/drawingml/2006/main" noGrp="1"/>
          </p:cNvSpPr>
          <p:nvPr/>
        </p:nvSpPr>
        <p:spPr>
          <a:xfrm xmlns:a="http://schemas.openxmlformats.org/drawingml/2006/main">
            <a:off x="3143250" y="2276475"/>
            <a:ext cx="2266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Rază solară</a:t>
            </a:r>
          </a:p>
        </p:txBody>
      </p:sp>
      <p:sp>
        <p:nvSpPr>
          <p:cNvPr id="15" name="text-85">
            <a:extLst xmlns:a="http://schemas.openxmlformats.org/drawingml/2006/main">
              <a:ext uri="{FF2B5EF4-FFF2-40B4-BE49-F238E27FC236}">
                <a16:creationId xmlns:a16="http://schemas.microsoft.com/office/drawing/2014/main" id="{BCE23C66-EA29-4D01-B6D4-74033F7520E8}"/>
              </a:ext>
            </a:extLst>
          </p:cNvPr>
          <p:cNvSpPr>
            <a:spLocks xmlns:a="http://schemas.openxmlformats.org/drawingml/2006/main" noGrp="1"/>
          </p:cNvSpPr>
          <p:nvPr/>
        </p:nvSpPr>
        <p:spPr>
          <a:xfrm xmlns:a="http://schemas.openxmlformats.org/drawingml/2006/main">
            <a:off x="666750" y="5676900"/>
            <a:ext cx="6000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83427"/>
                </a:solidFill>
                <a:latin typeface="Arial"/>
                <a:ea typeface="Arial"/>
                <a:cs typeface="Arial"/>
              </a:defRPr>
            </a:defPPr>
            <a:lvl1pPr>
              <a:defRPr sz="1875" b="0">
                <a:solidFill>
                  <a:srgbClr val="183427"/>
                </a:solidFill>
                <a:latin typeface="Arial"/>
                <a:ea typeface="Arial"/>
                <a:cs typeface="Arial"/>
              </a:defRPr>
            </a:lvl1pPr>
            <a:lvl2pPr>
              <a:defRPr sz="1875" b="0">
                <a:solidFill>
                  <a:srgbClr val="183427"/>
                </a:solidFill>
                <a:latin typeface="Arial"/>
                <a:ea typeface="Arial"/>
                <a:cs typeface="Arial"/>
              </a:defRPr>
            </a:lvl2pPr>
            <a:lvl3pPr>
              <a:defRPr sz="1875" b="0">
                <a:solidFill>
                  <a:srgbClr val="183427"/>
                </a:solidFill>
                <a:latin typeface="Arial"/>
                <a:ea typeface="Arial"/>
                <a:cs typeface="Arial"/>
              </a:defRPr>
            </a:lvl3pPr>
            <a:lvl4pPr>
              <a:defRPr sz="1875" b="0">
                <a:solidFill>
                  <a:srgbClr val="183427"/>
                </a:solidFill>
                <a:latin typeface="Arial"/>
                <a:ea typeface="Arial"/>
                <a:cs typeface="Arial"/>
              </a:defRPr>
            </a:lvl4pPr>
            <a:lvl5pPr>
              <a:defRPr sz="1875" b="0">
                <a:solidFill>
                  <a:srgbClr val="183427"/>
                </a:solidFill>
                <a:latin typeface="Arial"/>
                <a:ea typeface="Arial"/>
                <a:cs typeface="Arial"/>
              </a:defRPr>
            </a:lvl5pPr>
            <a:lvl6pPr>
              <a:defRPr sz="1875" b="0">
                <a:solidFill>
                  <a:srgbClr val="183427"/>
                </a:solidFill>
                <a:latin typeface="Arial"/>
                <a:ea typeface="Arial"/>
                <a:cs typeface="Arial"/>
              </a:defRPr>
            </a:lvl6pPr>
            <a:lvl7pPr>
              <a:defRPr sz="1875" b="0">
                <a:solidFill>
                  <a:srgbClr val="183427"/>
                </a:solidFill>
                <a:latin typeface="Arial"/>
                <a:ea typeface="Arial"/>
                <a:cs typeface="Arial"/>
              </a:defRPr>
            </a:lvl7pPr>
            <a:lvl8pPr>
              <a:defRPr sz="1875" b="0">
                <a:solidFill>
                  <a:srgbClr val="183427"/>
                </a:solidFill>
                <a:latin typeface="Arial"/>
                <a:ea typeface="Arial"/>
                <a:cs typeface="Arial"/>
              </a:defRPr>
            </a:lvl8pPr>
            <a:lvl9pPr>
              <a:defRPr sz="1875" b="0">
                <a:solidFill>
                  <a:srgbClr val="183427"/>
                </a:solidFill>
                <a:latin typeface="Arial"/>
                <a:ea typeface="Arial"/>
                <a:cs typeface="Arial"/>
              </a:defRPr>
            </a:lvl9pPr>
          </a:lstStyle>
          <a:p xmlns:a="http://schemas.openxmlformats.org/drawingml/2006/main">
            <a:pPr>
              <a:defRPr sz="1875" b="0">
                <a:solidFill>
                  <a:srgbClr val="183427"/>
                </a:solidFill>
                <a:latin typeface="Arial"/>
                <a:ea typeface="Arial"/>
                <a:cs typeface="Arial"/>
              </a:defRPr>
            </a:pPr>
            <a:r>
              <a:rPr sz="1875" b="0">
                <a:solidFill>
                  <a:srgbClr val="183427"/>
                </a:solidFill>
                <a:latin typeface="Arial"/>
                <a:ea typeface="Arial"/>
                <a:cs typeface="Arial"/>
              </a:rPr>
              <a:t>Ruletă sau laser · GPS · fotografie aeriană</a:t>
            </a:r>
          </a:p>
        </p:txBody>
      </p:sp>
      <p:sp>
        <p:nvSpPr>
          <p:cNvPr id="16" name="text-86">
            <a:extLst xmlns:a="http://schemas.openxmlformats.org/drawingml/2006/main">
              <a:ext uri="{FF2B5EF4-FFF2-40B4-BE49-F238E27FC236}">
                <a16:creationId xmlns:a16="http://schemas.microsoft.com/office/drawing/2014/main" id="{82755F68-FBF7-4995-8179-4D929E86EDFA}"/>
              </a:ext>
            </a:extLst>
          </p:cNvPr>
          <p:cNvSpPr>
            <a:spLocks xmlns:a="http://schemas.openxmlformats.org/drawingml/2006/main" noGrp="1"/>
          </p:cNvSpPr>
          <p:nvPr/>
        </p:nvSpPr>
        <p:spPr>
          <a:xfrm xmlns:a="http://schemas.openxmlformats.org/drawingml/2006/main">
            <a:off x="6858000" y="6229350"/>
            <a:ext cx="442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Relație geometrică pentru o clădire verticală și teren plan.</a:t>
            </a:r>
          </a:p>
        </p:txBody>
      </p:sp>
    </p:spTree>
    <p:extLst>
      <p:ext uri="{BB962C8B-B14F-4D97-AF65-F5344CB8AC3E}">
        <p14:creationId xmlns:p14="http://schemas.microsoft.com/office/powerpoint/2010/main" val="719164434"/>
      </p:ext>
    </p:extLst>
  </p:cSld>
</p:sld>
</file>

<file path=ppt/slides/slide7.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7" name="text-87">
            <a:extLst xmlns:a="http://schemas.openxmlformats.org/drawingml/2006/main">
              <a:ext uri="{FF2B5EF4-FFF2-40B4-BE49-F238E27FC236}">
                <a16:creationId xmlns:a16="http://schemas.microsoft.com/office/drawing/2014/main" id="{48B6FD7F-22C2-44D7-8EBA-8BED37795E60}"/>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Ora măsurării contează</a:t>
            </a:r>
          </a:p>
        </p:txBody>
      </p:sp>
      <p:sp>
        <p:nvSpPr>
          <p:cNvPr id="2" name="text-88">
            <a:extLst xmlns:a="http://schemas.openxmlformats.org/drawingml/2006/main">
              <a:ext uri="{FF2B5EF4-FFF2-40B4-BE49-F238E27FC236}">
                <a16:creationId xmlns:a16="http://schemas.microsoft.com/office/drawing/2014/main" id="{DA797F97-F8E7-4A1F-8039-BB4794C08EF8}"/>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07</a:t>
            </a:r>
          </a:p>
        </p:txBody>
      </p:sp>
      <p:sp>
        <p:nvSpPr>
          <p:cNvPr id="3" name="text-89">
            <a:extLst xmlns:a="http://schemas.openxmlformats.org/drawingml/2006/main">
              <a:ext uri="{FF2B5EF4-FFF2-40B4-BE49-F238E27FC236}">
                <a16:creationId xmlns:a16="http://schemas.microsoft.com/office/drawing/2014/main" id="{CF027C67-4157-4113-8C09-D448C5646E99}"/>
              </a:ext>
            </a:extLst>
          </p:cNvPr>
          <p:cNvSpPr>
            <a:spLocks xmlns:a="http://schemas.openxmlformats.org/drawingml/2006/main" noGrp="1"/>
          </p:cNvSpPr>
          <p:nvPr/>
        </p:nvSpPr>
        <p:spPr>
          <a:xfrm xmlns:a="http://schemas.openxmlformats.org/drawingml/2006/main">
            <a:off x="647700" y="15335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0">
                <a:solidFill>
                  <a:srgbClr val="53675A"/>
                </a:solidFill>
                <a:latin typeface="Arial"/>
                <a:ea typeface="Arial"/>
                <a:cs typeface="Arial"/>
              </a:defRPr>
            </a:defPPr>
            <a:lvl1pPr>
              <a:defRPr sz="2400" b="0">
                <a:solidFill>
                  <a:srgbClr val="53675A"/>
                </a:solidFill>
                <a:latin typeface="Arial"/>
                <a:ea typeface="Arial"/>
                <a:cs typeface="Arial"/>
              </a:defRPr>
            </a:lvl1pPr>
            <a:lvl2pPr>
              <a:defRPr sz="2400" b="0">
                <a:solidFill>
                  <a:srgbClr val="53675A"/>
                </a:solidFill>
                <a:latin typeface="Arial"/>
                <a:ea typeface="Arial"/>
                <a:cs typeface="Arial"/>
              </a:defRPr>
            </a:lvl2pPr>
            <a:lvl3pPr>
              <a:defRPr sz="2400" b="0">
                <a:solidFill>
                  <a:srgbClr val="53675A"/>
                </a:solidFill>
                <a:latin typeface="Arial"/>
                <a:ea typeface="Arial"/>
                <a:cs typeface="Arial"/>
              </a:defRPr>
            </a:lvl3pPr>
            <a:lvl4pPr>
              <a:defRPr sz="2400" b="0">
                <a:solidFill>
                  <a:srgbClr val="53675A"/>
                </a:solidFill>
                <a:latin typeface="Arial"/>
                <a:ea typeface="Arial"/>
                <a:cs typeface="Arial"/>
              </a:defRPr>
            </a:lvl4pPr>
            <a:lvl5pPr>
              <a:defRPr sz="2400" b="0">
                <a:solidFill>
                  <a:srgbClr val="53675A"/>
                </a:solidFill>
                <a:latin typeface="Arial"/>
                <a:ea typeface="Arial"/>
                <a:cs typeface="Arial"/>
              </a:defRPr>
            </a:lvl5pPr>
            <a:lvl6pPr>
              <a:defRPr sz="2400" b="0">
                <a:solidFill>
                  <a:srgbClr val="53675A"/>
                </a:solidFill>
                <a:latin typeface="Arial"/>
                <a:ea typeface="Arial"/>
                <a:cs typeface="Arial"/>
              </a:defRPr>
            </a:lvl6pPr>
            <a:lvl7pPr>
              <a:defRPr sz="2400" b="0">
                <a:solidFill>
                  <a:srgbClr val="53675A"/>
                </a:solidFill>
                <a:latin typeface="Arial"/>
                <a:ea typeface="Arial"/>
                <a:cs typeface="Arial"/>
              </a:defRPr>
            </a:lvl7pPr>
            <a:lvl8pPr>
              <a:defRPr sz="2400" b="0">
                <a:solidFill>
                  <a:srgbClr val="53675A"/>
                </a:solidFill>
                <a:latin typeface="Arial"/>
                <a:ea typeface="Arial"/>
                <a:cs typeface="Arial"/>
              </a:defRPr>
            </a:lvl8pPr>
            <a:lvl9pPr>
              <a:defRPr sz="2400" b="0">
                <a:solidFill>
                  <a:srgbClr val="53675A"/>
                </a:solidFill>
                <a:latin typeface="Arial"/>
                <a:ea typeface="Arial"/>
                <a:cs typeface="Arial"/>
              </a:defRPr>
            </a:lvl9pPr>
          </a:lstStyle>
          <a:p xmlns:a="http://schemas.openxmlformats.org/drawingml/2006/main">
            <a:pPr>
              <a:defRPr sz="2400" b="0">
                <a:solidFill>
                  <a:srgbClr val="53675A"/>
                </a:solidFill>
                <a:latin typeface="Arial"/>
                <a:ea typeface="Arial"/>
                <a:cs typeface="Arial"/>
              </a:defRPr>
            </a:pPr>
            <a:r>
              <a:rPr sz="2400" b="0">
                <a:solidFill>
                  <a:srgbClr val="53675A"/>
                </a:solidFill>
                <a:latin typeface="Arial"/>
                <a:ea typeface="Arial"/>
                <a:cs typeface="Arial"/>
              </a:rPr>
              <a:t>Aceeași abatere de ±5 m. Efect diferit asupra înălțimii.</a:t>
            </a:r>
          </a:p>
        </p:txBody>
      </p:sp>
      <p:sp>
        <p:nvSpPr>
          <p:cNvPr id="4" name="shape-90">
            <a:extLst xmlns:a="http://schemas.openxmlformats.org/drawingml/2006/main">
              <a:ext uri="{FF2B5EF4-FFF2-40B4-BE49-F238E27FC236}">
                <a16:creationId xmlns:a16="http://schemas.microsoft.com/office/drawing/2014/main" id="{FE9523B7-917E-4036-BDD4-59C8AABDA8BF}"/>
              </a:ext>
            </a:extLst>
          </p:cNvPr>
          <p:cNvSpPr>
            <a:spLocks xmlns:a="http://schemas.openxmlformats.org/drawingml/2006/main" noGrp="1"/>
          </p:cNvSpPr>
          <p:nvPr/>
        </p:nvSpPr>
        <p:spPr>
          <a:xfrm xmlns:a="http://schemas.openxmlformats.org/drawingml/2006/main" rot="0">
            <a:off x="857250" y="5257800"/>
            <a:ext cx="5514975" cy="19050"/>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5" name="shape-91">
            <a:extLst xmlns:a="http://schemas.openxmlformats.org/drawingml/2006/main">
              <a:ext uri="{FF2B5EF4-FFF2-40B4-BE49-F238E27FC236}">
                <a16:creationId xmlns:a16="http://schemas.microsoft.com/office/drawing/2014/main" id="{A3A70C71-8B7F-41B2-8CA5-CB224F3CE173}"/>
              </a:ext>
            </a:extLst>
          </p:cNvPr>
          <p:cNvSpPr>
            <a:spLocks xmlns:a="http://schemas.openxmlformats.org/drawingml/2006/main" noGrp="1"/>
          </p:cNvSpPr>
          <p:nvPr/>
        </p:nvSpPr>
        <p:spPr>
          <a:xfrm xmlns:a="http://schemas.openxmlformats.org/drawingml/2006/main" rot="0">
            <a:off x="1466850" y="4648200"/>
            <a:ext cx="1323975" cy="6096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6" name="text-92">
            <a:extLst xmlns:a="http://schemas.openxmlformats.org/drawingml/2006/main">
              <a:ext uri="{FF2B5EF4-FFF2-40B4-BE49-F238E27FC236}">
                <a16:creationId xmlns:a16="http://schemas.microsoft.com/office/drawing/2014/main" id="{7796C696-A029-45D9-8F4F-C28825D5052F}"/>
              </a:ext>
            </a:extLst>
          </p:cNvPr>
          <p:cNvSpPr>
            <a:spLocks xmlns:a="http://schemas.openxmlformats.org/drawingml/2006/main" noGrp="1"/>
          </p:cNvSpPr>
          <p:nvPr/>
        </p:nvSpPr>
        <p:spPr>
          <a:xfrm xmlns:a="http://schemas.openxmlformats.org/drawingml/2006/main">
            <a:off x="1314450" y="4114800"/>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43B2C"/>
                </a:solidFill>
                <a:latin typeface="Arial"/>
                <a:ea typeface="Arial"/>
                <a:cs typeface="Arial"/>
              </a:defRPr>
            </a:defPPr>
            <a:lvl1pPr>
              <a:defRPr sz="2475" b="1">
                <a:solidFill>
                  <a:srgbClr val="143B2C"/>
                </a:solidFill>
                <a:latin typeface="Arial"/>
                <a:ea typeface="Arial"/>
                <a:cs typeface="Arial"/>
              </a:defRPr>
            </a:lvl1pPr>
            <a:lvl2pPr>
              <a:defRPr sz="2475" b="1">
                <a:solidFill>
                  <a:srgbClr val="143B2C"/>
                </a:solidFill>
                <a:latin typeface="Arial"/>
                <a:ea typeface="Arial"/>
                <a:cs typeface="Arial"/>
              </a:defRPr>
            </a:lvl2pPr>
            <a:lvl3pPr>
              <a:defRPr sz="2475" b="1">
                <a:solidFill>
                  <a:srgbClr val="143B2C"/>
                </a:solidFill>
                <a:latin typeface="Arial"/>
                <a:ea typeface="Arial"/>
                <a:cs typeface="Arial"/>
              </a:defRPr>
            </a:lvl3pPr>
            <a:lvl4pPr>
              <a:defRPr sz="2475" b="1">
                <a:solidFill>
                  <a:srgbClr val="143B2C"/>
                </a:solidFill>
                <a:latin typeface="Arial"/>
                <a:ea typeface="Arial"/>
                <a:cs typeface="Arial"/>
              </a:defRPr>
            </a:lvl4pPr>
            <a:lvl5pPr>
              <a:defRPr sz="2475" b="1">
                <a:solidFill>
                  <a:srgbClr val="143B2C"/>
                </a:solidFill>
                <a:latin typeface="Arial"/>
                <a:ea typeface="Arial"/>
                <a:cs typeface="Arial"/>
              </a:defRPr>
            </a:lvl5pPr>
            <a:lvl6pPr>
              <a:defRPr sz="2475" b="1">
                <a:solidFill>
                  <a:srgbClr val="143B2C"/>
                </a:solidFill>
                <a:latin typeface="Arial"/>
                <a:ea typeface="Arial"/>
                <a:cs typeface="Arial"/>
              </a:defRPr>
            </a:lvl6pPr>
            <a:lvl7pPr>
              <a:defRPr sz="2475" b="1">
                <a:solidFill>
                  <a:srgbClr val="143B2C"/>
                </a:solidFill>
                <a:latin typeface="Arial"/>
                <a:ea typeface="Arial"/>
                <a:cs typeface="Arial"/>
              </a:defRPr>
            </a:lvl7pPr>
            <a:lvl8pPr>
              <a:defRPr sz="2475" b="1">
                <a:solidFill>
                  <a:srgbClr val="143B2C"/>
                </a:solidFill>
                <a:latin typeface="Arial"/>
                <a:ea typeface="Arial"/>
                <a:cs typeface="Arial"/>
              </a:defRPr>
            </a:lvl8pPr>
            <a:lvl9pPr>
              <a:defRPr sz="2475" b="1">
                <a:solidFill>
                  <a:srgbClr val="143B2C"/>
                </a:solidFill>
                <a:latin typeface="Arial"/>
                <a:ea typeface="Arial"/>
                <a:cs typeface="Arial"/>
              </a:defRPr>
            </a:lvl9pPr>
          </a:lstStyle>
          <a:p xmlns:a="http://schemas.openxmlformats.org/drawingml/2006/main">
            <a:pPr>
              <a:defRPr sz="2475" b="1">
                <a:solidFill>
                  <a:srgbClr val="143B2C"/>
                </a:solidFill>
                <a:latin typeface="Arial"/>
                <a:ea typeface="Arial"/>
                <a:cs typeface="Arial"/>
              </a:defRPr>
            </a:pPr>
            <a:r>
              <a:rPr sz="2475" b="1">
                <a:solidFill>
                  <a:srgbClr val="143B2C"/>
                </a:solidFill>
                <a:latin typeface="Arial"/>
                <a:ea typeface="Arial"/>
                <a:cs typeface="Arial"/>
              </a:rPr>
              <a:t>±3,2 m</a:t>
            </a:r>
          </a:p>
        </p:txBody>
      </p:sp>
      <p:sp>
        <p:nvSpPr>
          <p:cNvPr id="7" name="text-93">
            <a:extLst xmlns:a="http://schemas.openxmlformats.org/drawingml/2006/main">
              <a:ext uri="{FF2B5EF4-FFF2-40B4-BE49-F238E27FC236}">
                <a16:creationId xmlns:a16="http://schemas.microsoft.com/office/drawing/2014/main" id="{D657C135-89D8-4A63-9CDC-63EBC0FED692}"/>
              </a:ext>
            </a:extLst>
          </p:cNvPr>
          <p:cNvSpPr>
            <a:spLocks xmlns:a="http://schemas.openxmlformats.org/drawingml/2006/main" noGrp="1"/>
          </p:cNvSpPr>
          <p:nvPr/>
        </p:nvSpPr>
        <p:spPr>
          <a:xfrm xmlns:a="http://schemas.openxmlformats.org/drawingml/2006/main">
            <a:off x="1133475" y="54673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83427"/>
                </a:solidFill>
                <a:latin typeface="Arial"/>
                <a:ea typeface="Arial"/>
                <a:cs typeface="Arial"/>
              </a:defRPr>
            </a:defPPr>
            <a:lvl1pPr>
              <a:defRPr sz="1800" b="1">
                <a:solidFill>
                  <a:srgbClr val="183427"/>
                </a:solidFill>
                <a:latin typeface="Arial"/>
                <a:ea typeface="Arial"/>
                <a:cs typeface="Arial"/>
              </a:defRPr>
            </a:lvl1pPr>
            <a:lvl2pPr>
              <a:defRPr sz="1800" b="1">
                <a:solidFill>
                  <a:srgbClr val="183427"/>
                </a:solidFill>
                <a:latin typeface="Arial"/>
                <a:ea typeface="Arial"/>
                <a:cs typeface="Arial"/>
              </a:defRPr>
            </a:lvl2pPr>
            <a:lvl3pPr>
              <a:defRPr sz="1800" b="1">
                <a:solidFill>
                  <a:srgbClr val="183427"/>
                </a:solidFill>
                <a:latin typeface="Arial"/>
                <a:ea typeface="Arial"/>
                <a:cs typeface="Arial"/>
              </a:defRPr>
            </a:lvl3pPr>
            <a:lvl4pPr>
              <a:defRPr sz="1800" b="1">
                <a:solidFill>
                  <a:srgbClr val="183427"/>
                </a:solidFill>
                <a:latin typeface="Arial"/>
                <a:ea typeface="Arial"/>
                <a:cs typeface="Arial"/>
              </a:defRPr>
            </a:lvl4pPr>
            <a:lvl5pPr>
              <a:defRPr sz="1800" b="1">
                <a:solidFill>
                  <a:srgbClr val="183427"/>
                </a:solidFill>
                <a:latin typeface="Arial"/>
                <a:ea typeface="Arial"/>
                <a:cs typeface="Arial"/>
              </a:defRPr>
            </a:lvl5pPr>
            <a:lvl6pPr>
              <a:defRPr sz="1800" b="1">
                <a:solidFill>
                  <a:srgbClr val="183427"/>
                </a:solidFill>
                <a:latin typeface="Arial"/>
                <a:ea typeface="Arial"/>
                <a:cs typeface="Arial"/>
              </a:defRPr>
            </a:lvl6pPr>
            <a:lvl7pPr>
              <a:defRPr sz="1800" b="1">
                <a:solidFill>
                  <a:srgbClr val="183427"/>
                </a:solidFill>
                <a:latin typeface="Arial"/>
                <a:ea typeface="Arial"/>
                <a:cs typeface="Arial"/>
              </a:defRPr>
            </a:lvl7pPr>
            <a:lvl8pPr>
              <a:defRPr sz="1800" b="1">
                <a:solidFill>
                  <a:srgbClr val="183427"/>
                </a:solidFill>
                <a:latin typeface="Arial"/>
                <a:ea typeface="Arial"/>
                <a:cs typeface="Arial"/>
              </a:defRPr>
            </a:lvl8pPr>
            <a:lvl9pPr>
              <a:defRPr sz="1800" b="1">
                <a:solidFill>
                  <a:srgbClr val="183427"/>
                </a:solidFill>
                <a:latin typeface="Arial"/>
                <a:ea typeface="Arial"/>
                <a:cs typeface="Arial"/>
              </a:defRPr>
            </a:lvl9pPr>
          </a:lstStyle>
          <a:p xmlns:a="http://schemas.openxmlformats.org/drawingml/2006/main">
            <a:pPr>
              <a:defRPr sz="1800" b="1">
                <a:solidFill>
                  <a:srgbClr val="183427"/>
                </a:solidFill>
                <a:latin typeface="Arial"/>
                <a:ea typeface="Arial"/>
                <a:cs typeface="Arial"/>
              </a:defRPr>
            </a:pPr>
            <a:r>
              <a:rPr sz="1800" b="1">
                <a:solidFill>
                  <a:srgbClr val="183427"/>
                </a:solidFill>
                <a:latin typeface="Arial"/>
                <a:ea typeface="Arial"/>
                <a:cs typeface="Arial"/>
              </a:rPr>
              <a:t>27 octombrie, 12:00</a:t>
            </a:r>
          </a:p>
        </p:txBody>
      </p:sp>
      <p:sp>
        <p:nvSpPr>
          <p:cNvPr id="8" name="text-94">
            <a:extLst xmlns:a="http://schemas.openxmlformats.org/drawingml/2006/main">
              <a:ext uri="{FF2B5EF4-FFF2-40B4-BE49-F238E27FC236}">
                <a16:creationId xmlns:a16="http://schemas.microsoft.com/office/drawing/2014/main" id="{2ECF8365-4ECC-4346-A6E2-0449B4D426CC}"/>
              </a:ext>
            </a:extLst>
          </p:cNvPr>
          <p:cNvSpPr>
            <a:spLocks xmlns:a="http://schemas.openxmlformats.org/drawingml/2006/main" noGrp="1"/>
          </p:cNvSpPr>
          <p:nvPr/>
        </p:nvSpPr>
        <p:spPr>
          <a:xfrm xmlns:a="http://schemas.openxmlformats.org/drawingml/2006/main">
            <a:off x="1304925" y="5895975"/>
            <a:ext cx="2038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e = 32,9°</a:t>
            </a:r>
          </a:p>
        </p:txBody>
      </p:sp>
      <p:sp>
        <p:nvSpPr>
          <p:cNvPr id="9" name="shape-95">
            <a:extLst xmlns:a="http://schemas.openxmlformats.org/drawingml/2006/main">
              <a:ext uri="{FF2B5EF4-FFF2-40B4-BE49-F238E27FC236}">
                <a16:creationId xmlns:a16="http://schemas.microsoft.com/office/drawing/2014/main" id="{FF1C3A0F-89F8-4A32-B35E-98ECF7395B89}"/>
              </a:ext>
            </a:extLst>
          </p:cNvPr>
          <p:cNvSpPr>
            <a:spLocks xmlns:a="http://schemas.openxmlformats.org/drawingml/2006/main" noGrp="1"/>
          </p:cNvSpPr>
          <p:nvPr/>
        </p:nvSpPr>
        <p:spPr>
          <a:xfrm xmlns:a="http://schemas.openxmlformats.org/drawingml/2006/main" rot="0">
            <a:off x="3962400" y="2743200"/>
            <a:ext cx="1323975" cy="25146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0" name="text-96">
            <a:extLst xmlns:a="http://schemas.openxmlformats.org/drawingml/2006/main">
              <a:ext uri="{FF2B5EF4-FFF2-40B4-BE49-F238E27FC236}">
                <a16:creationId xmlns:a16="http://schemas.microsoft.com/office/drawing/2014/main" id="{77F1371D-8E1E-4EA7-B16C-99E15E3896CB}"/>
              </a:ext>
            </a:extLst>
          </p:cNvPr>
          <p:cNvSpPr>
            <a:spLocks xmlns:a="http://schemas.openxmlformats.org/drawingml/2006/main" noGrp="1"/>
          </p:cNvSpPr>
          <p:nvPr/>
        </p:nvSpPr>
        <p:spPr>
          <a:xfrm xmlns:a="http://schemas.openxmlformats.org/drawingml/2006/main">
            <a:off x="3810000" y="2209800"/>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43B2C"/>
                </a:solidFill>
                <a:latin typeface="Arial"/>
                <a:ea typeface="Arial"/>
                <a:cs typeface="Arial"/>
              </a:defRPr>
            </a:defPPr>
            <a:lvl1pPr>
              <a:defRPr sz="2475" b="1">
                <a:solidFill>
                  <a:srgbClr val="143B2C"/>
                </a:solidFill>
                <a:latin typeface="Arial"/>
                <a:ea typeface="Arial"/>
                <a:cs typeface="Arial"/>
              </a:defRPr>
            </a:lvl1pPr>
            <a:lvl2pPr>
              <a:defRPr sz="2475" b="1">
                <a:solidFill>
                  <a:srgbClr val="143B2C"/>
                </a:solidFill>
                <a:latin typeface="Arial"/>
                <a:ea typeface="Arial"/>
                <a:cs typeface="Arial"/>
              </a:defRPr>
            </a:lvl2pPr>
            <a:lvl3pPr>
              <a:defRPr sz="2475" b="1">
                <a:solidFill>
                  <a:srgbClr val="143B2C"/>
                </a:solidFill>
                <a:latin typeface="Arial"/>
                <a:ea typeface="Arial"/>
                <a:cs typeface="Arial"/>
              </a:defRPr>
            </a:lvl3pPr>
            <a:lvl4pPr>
              <a:defRPr sz="2475" b="1">
                <a:solidFill>
                  <a:srgbClr val="143B2C"/>
                </a:solidFill>
                <a:latin typeface="Arial"/>
                <a:ea typeface="Arial"/>
                <a:cs typeface="Arial"/>
              </a:defRPr>
            </a:lvl4pPr>
            <a:lvl5pPr>
              <a:defRPr sz="2475" b="1">
                <a:solidFill>
                  <a:srgbClr val="143B2C"/>
                </a:solidFill>
                <a:latin typeface="Arial"/>
                <a:ea typeface="Arial"/>
                <a:cs typeface="Arial"/>
              </a:defRPr>
            </a:lvl5pPr>
            <a:lvl6pPr>
              <a:defRPr sz="2475" b="1">
                <a:solidFill>
                  <a:srgbClr val="143B2C"/>
                </a:solidFill>
                <a:latin typeface="Arial"/>
                <a:ea typeface="Arial"/>
                <a:cs typeface="Arial"/>
              </a:defRPr>
            </a:lvl6pPr>
            <a:lvl7pPr>
              <a:defRPr sz="2475" b="1">
                <a:solidFill>
                  <a:srgbClr val="143B2C"/>
                </a:solidFill>
                <a:latin typeface="Arial"/>
                <a:ea typeface="Arial"/>
                <a:cs typeface="Arial"/>
              </a:defRPr>
            </a:lvl7pPr>
            <a:lvl8pPr>
              <a:defRPr sz="2475" b="1">
                <a:solidFill>
                  <a:srgbClr val="143B2C"/>
                </a:solidFill>
                <a:latin typeface="Arial"/>
                <a:ea typeface="Arial"/>
                <a:cs typeface="Arial"/>
              </a:defRPr>
            </a:lvl8pPr>
            <a:lvl9pPr>
              <a:defRPr sz="2475" b="1">
                <a:solidFill>
                  <a:srgbClr val="143B2C"/>
                </a:solidFill>
                <a:latin typeface="Arial"/>
                <a:ea typeface="Arial"/>
                <a:cs typeface="Arial"/>
              </a:defRPr>
            </a:lvl9pPr>
          </a:lstStyle>
          <a:p xmlns:a="http://schemas.openxmlformats.org/drawingml/2006/main">
            <a:pPr>
              <a:defRPr sz="2475" b="1">
                <a:solidFill>
                  <a:srgbClr val="143B2C"/>
                </a:solidFill>
                <a:latin typeface="Arial"/>
                <a:ea typeface="Arial"/>
                <a:cs typeface="Arial"/>
              </a:defRPr>
            </a:pPr>
            <a:r>
              <a:rPr sz="2475" b="1">
                <a:solidFill>
                  <a:srgbClr val="143B2C"/>
                </a:solidFill>
                <a:latin typeface="Arial"/>
                <a:ea typeface="Arial"/>
                <a:cs typeface="Arial"/>
              </a:rPr>
              <a:t>±13,2 m</a:t>
            </a:r>
          </a:p>
        </p:txBody>
      </p:sp>
      <p:sp>
        <p:nvSpPr>
          <p:cNvPr id="11" name="text-97">
            <a:extLst xmlns:a="http://schemas.openxmlformats.org/drawingml/2006/main">
              <a:ext uri="{FF2B5EF4-FFF2-40B4-BE49-F238E27FC236}">
                <a16:creationId xmlns:a16="http://schemas.microsoft.com/office/drawing/2014/main" id="{92F7A760-B460-43DB-9713-6D8CFD80B217}"/>
              </a:ext>
            </a:extLst>
          </p:cNvPr>
          <p:cNvSpPr>
            <a:spLocks xmlns:a="http://schemas.openxmlformats.org/drawingml/2006/main" noGrp="1"/>
          </p:cNvSpPr>
          <p:nvPr/>
        </p:nvSpPr>
        <p:spPr>
          <a:xfrm xmlns:a="http://schemas.openxmlformats.org/drawingml/2006/main">
            <a:off x="3629025" y="54673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83427"/>
                </a:solidFill>
                <a:latin typeface="Arial"/>
                <a:ea typeface="Arial"/>
                <a:cs typeface="Arial"/>
              </a:defRPr>
            </a:defPPr>
            <a:lvl1pPr>
              <a:defRPr sz="1800" b="1">
                <a:solidFill>
                  <a:srgbClr val="183427"/>
                </a:solidFill>
                <a:latin typeface="Arial"/>
                <a:ea typeface="Arial"/>
                <a:cs typeface="Arial"/>
              </a:defRPr>
            </a:lvl1pPr>
            <a:lvl2pPr>
              <a:defRPr sz="1800" b="1">
                <a:solidFill>
                  <a:srgbClr val="183427"/>
                </a:solidFill>
                <a:latin typeface="Arial"/>
                <a:ea typeface="Arial"/>
                <a:cs typeface="Arial"/>
              </a:defRPr>
            </a:lvl2pPr>
            <a:lvl3pPr>
              <a:defRPr sz="1800" b="1">
                <a:solidFill>
                  <a:srgbClr val="183427"/>
                </a:solidFill>
                <a:latin typeface="Arial"/>
                <a:ea typeface="Arial"/>
                <a:cs typeface="Arial"/>
              </a:defRPr>
            </a:lvl3pPr>
            <a:lvl4pPr>
              <a:defRPr sz="1800" b="1">
                <a:solidFill>
                  <a:srgbClr val="183427"/>
                </a:solidFill>
                <a:latin typeface="Arial"/>
                <a:ea typeface="Arial"/>
                <a:cs typeface="Arial"/>
              </a:defRPr>
            </a:lvl4pPr>
            <a:lvl5pPr>
              <a:defRPr sz="1800" b="1">
                <a:solidFill>
                  <a:srgbClr val="183427"/>
                </a:solidFill>
                <a:latin typeface="Arial"/>
                <a:ea typeface="Arial"/>
                <a:cs typeface="Arial"/>
              </a:defRPr>
            </a:lvl5pPr>
            <a:lvl6pPr>
              <a:defRPr sz="1800" b="1">
                <a:solidFill>
                  <a:srgbClr val="183427"/>
                </a:solidFill>
                <a:latin typeface="Arial"/>
                <a:ea typeface="Arial"/>
                <a:cs typeface="Arial"/>
              </a:defRPr>
            </a:lvl6pPr>
            <a:lvl7pPr>
              <a:defRPr sz="1800" b="1">
                <a:solidFill>
                  <a:srgbClr val="183427"/>
                </a:solidFill>
                <a:latin typeface="Arial"/>
                <a:ea typeface="Arial"/>
                <a:cs typeface="Arial"/>
              </a:defRPr>
            </a:lvl7pPr>
            <a:lvl8pPr>
              <a:defRPr sz="1800" b="1">
                <a:solidFill>
                  <a:srgbClr val="183427"/>
                </a:solidFill>
                <a:latin typeface="Arial"/>
                <a:ea typeface="Arial"/>
                <a:cs typeface="Arial"/>
              </a:defRPr>
            </a:lvl8pPr>
            <a:lvl9pPr>
              <a:defRPr sz="1800" b="1">
                <a:solidFill>
                  <a:srgbClr val="183427"/>
                </a:solidFill>
                <a:latin typeface="Arial"/>
                <a:ea typeface="Arial"/>
                <a:cs typeface="Arial"/>
              </a:defRPr>
            </a:lvl9pPr>
          </a:lstStyle>
          <a:p xmlns:a="http://schemas.openxmlformats.org/drawingml/2006/main">
            <a:pPr>
              <a:defRPr sz="1800" b="1">
                <a:solidFill>
                  <a:srgbClr val="183427"/>
                </a:solidFill>
                <a:latin typeface="Arial"/>
                <a:ea typeface="Arial"/>
                <a:cs typeface="Arial"/>
              </a:defRPr>
            </a:pPr>
            <a:r>
              <a:rPr sz="1800" b="1">
                <a:solidFill>
                  <a:srgbClr val="183427"/>
                </a:solidFill>
                <a:latin typeface="Arial"/>
                <a:ea typeface="Arial"/>
                <a:cs typeface="Arial"/>
              </a:rPr>
              <a:t>21 iunie, 13:00</a:t>
            </a:r>
          </a:p>
        </p:txBody>
      </p:sp>
      <p:sp>
        <p:nvSpPr>
          <p:cNvPr id="12" name="text-98">
            <a:extLst xmlns:a="http://schemas.openxmlformats.org/drawingml/2006/main">
              <a:ext uri="{FF2B5EF4-FFF2-40B4-BE49-F238E27FC236}">
                <a16:creationId xmlns:a16="http://schemas.microsoft.com/office/drawing/2014/main" id="{E0C02896-D51A-4881-A520-AE4E81973EB4}"/>
              </a:ext>
            </a:extLst>
          </p:cNvPr>
          <p:cNvSpPr>
            <a:spLocks xmlns:a="http://schemas.openxmlformats.org/drawingml/2006/main" noGrp="1"/>
          </p:cNvSpPr>
          <p:nvPr/>
        </p:nvSpPr>
        <p:spPr>
          <a:xfrm xmlns:a="http://schemas.openxmlformats.org/drawingml/2006/main">
            <a:off x="3800475" y="5895975"/>
            <a:ext cx="2038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e = 69,2°</a:t>
            </a:r>
          </a:p>
        </p:txBody>
      </p:sp>
      <p:sp>
        <p:nvSpPr>
          <p:cNvPr id="13" name="text-99">
            <a:extLst xmlns:a="http://schemas.openxmlformats.org/drawingml/2006/main">
              <a:ext uri="{FF2B5EF4-FFF2-40B4-BE49-F238E27FC236}">
                <a16:creationId xmlns:a16="http://schemas.microsoft.com/office/drawing/2014/main" id="{FDFFA6F0-1547-4BB4-9FC8-31CB76BEB10A}"/>
              </a:ext>
            </a:extLst>
          </p:cNvPr>
          <p:cNvSpPr>
            <a:spLocks xmlns:a="http://schemas.openxmlformats.org/drawingml/2006/main" noGrp="1"/>
          </p:cNvSpPr>
          <p:nvPr/>
        </p:nvSpPr>
        <p:spPr>
          <a:xfrm xmlns:a="http://schemas.openxmlformats.org/drawingml/2006/main">
            <a:off x="7200900" y="2495550"/>
            <a:ext cx="4343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925" b="1">
                <a:solidFill>
                  <a:srgbClr val="183427"/>
                </a:solidFill>
                <a:latin typeface="Arial"/>
                <a:ea typeface="Arial"/>
                <a:cs typeface="Arial"/>
              </a:defRPr>
            </a:defPPr>
            <a:lvl1pPr>
              <a:defRPr sz="2925" b="1">
                <a:solidFill>
                  <a:srgbClr val="183427"/>
                </a:solidFill>
                <a:latin typeface="Arial"/>
                <a:ea typeface="Arial"/>
                <a:cs typeface="Arial"/>
              </a:defRPr>
            </a:lvl1pPr>
            <a:lvl2pPr>
              <a:defRPr sz="2925" b="1">
                <a:solidFill>
                  <a:srgbClr val="183427"/>
                </a:solidFill>
                <a:latin typeface="Arial"/>
                <a:ea typeface="Arial"/>
                <a:cs typeface="Arial"/>
              </a:defRPr>
            </a:lvl2pPr>
            <a:lvl3pPr>
              <a:defRPr sz="2925" b="1">
                <a:solidFill>
                  <a:srgbClr val="183427"/>
                </a:solidFill>
                <a:latin typeface="Arial"/>
                <a:ea typeface="Arial"/>
                <a:cs typeface="Arial"/>
              </a:defRPr>
            </a:lvl3pPr>
            <a:lvl4pPr>
              <a:defRPr sz="2925" b="1">
                <a:solidFill>
                  <a:srgbClr val="183427"/>
                </a:solidFill>
                <a:latin typeface="Arial"/>
                <a:ea typeface="Arial"/>
                <a:cs typeface="Arial"/>
              </a:defRPr>
            </a:lvl4pPr>
            <a:lvl5pPr>
              <a:defRPr sz="2925" b="1">
                <a:solidFill>
                  <a:srgbClr val="183427"/>
                </a:solidFill>
                <a:latin typeface="Arial"/>
                <a:ea typeface="Arial"/>
                <a:cs typeface="Arial"/>
              </a:defRPr>
            </a:lvl5pPr>
            <a:lvl6pPr>
              <a:defRPr sz="2925" b="1">
                <a:solidFill>
                  <a:srgbClr val="183427"/>
                </a:solidFill>
                <a:latin typeface="Arial"/>
                <a:ea typeface="Arial"/>
                <a:cs typeface="Arial"/>
              </a:defRPr>
            </a:lvl6pPr>
            <a:lvl7pPr>
              <a:defRPr sz="2925" b="1">
                <a:solidFill>
                  <a:srgbClr val="183427"/>
                </a:solidFill>
                <a:latin typeface="Arial"/>
                <a:ea typeface="Arial"/>
                <a:cs typeface="Arial"/>
              </a:defRPr>
            </a:lvl7pPr>
            <a:lvl8pPr>
              <a:defRPr sz="2925" b="1">
                <a:solidFill>
                  <a:srgbClr val="183427"/>
                </a:solidFill>
                <a:latin typeface="Arial"/>
                <a:ea typeface="Arial"/>
                <a:cs typeface="Arial"/>
              </a:defRPr>
            </a:lvl8pPr>
            <a:lvl9pPr>
              <a:defRPr sz="2925" b="1">
                <a:solidFill>
                  <a:srgbClr val="183427"/>
                </a:solidFill>
                <a:latin typeface="Arial"/>
                <a:ea typeface="Arial"/>
                <a:cs typeface="Arial"/>
              </a:defRPr>
            </a:lvl9pPr>
          </a:lstStyle>
          <a:p xmlns:a="http://schemas.openxmlformats.org/drawingml/2006/main">
            <a:pPr>
              <a:defRPr sz="2925" b="1">
                <a:solidFill>
                  <a:srgbClr val="183427"/>
                </a:solidFill>
                <a:latin typeface="Arial"/>
                <a:ea typeface="Arial"/>
                <a:cs typeface="Arial"/>
              </a:defRPr>
            </a:pPr>
            <a:r>
              <a:rPr sz="2925" b="1">
                <a:solidFill>
                  <a:srgbClr val="183427"/>
                </a:solidFill>
                <a:latin typeface="Arial"/>
                <a:ea typeface="Arial"/>
                <a:cs typeface="Arial"/>
              </a:rPr>
              <a:t>Soarele aflat sus</a:t>
            </a:r>
          </a:p>
          <a:p xmlns:a="http://schemas.openxmlformats.org/drawingml/2006/main">
            <a:pPr>
              <a:defRPr sz="2925" b="1">
                <a:solidFill>
                  <a:srgbClr val="183427"/>
                </a:solidFill>
                <a:latin typeface="Arial"/>
                <a:ea typeface="Arial"/>
                <a:cs typeface="Arial"/>
              </a:defRPr>
            </a:pPr>
            <a:r>
              <a:rPr sz="2925" b="1">
                <a:solidFill>
                  <a:srgbClr val="183427"/>
                </a:solidFill>
                <a:latin typeface="Arial"/>
                <a:ea typeface="Arial"/>
                <a:cs typeface="Arial"/>
              </a:rPr>
              <a:t>amplifică eroarea.</a:t>
            </a:r>
          </a:p>
        </p:txBody>
      </p:sp>
      <p:sp>
        <p:nvSpPr>
          <p:cNvPr id="14" name="text-100">
            <a:extLst xmlns:a="http://schemas.openxmlformats.org/drawingml/2006/main">
              <a:ext uri="{FF2B5EF4-FFF2-40B4-BE49-F238E27FC236}">
                <a16:creationId xmlns:a16="http://schemas.microsoft.com/office/drawing/2014/main" id="{7E0D165A-36B0-4955-882C-6D927A1DF66A}"/>
              </a:ext>
            </a:extLst>
          </p:cNvPr>
          <p:cNvSpPr>
            <a:spLocks xmlns:a="http://schemas.openxmlformats.org/drawingml/2006/main" noGrp="1"/>
          </p:cNvSpPr>
          <p:nvPr/>
        </p:nvSpPr>
        <p:spPr>
          <a:xfrm xmlns:a="http://schemas.openxmlformats.org/drawingml/2006/main">
            <a:off x="7200900" y="37242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53675A"/>
                </a:solidFill>
                <a:latin typeface="Arial"/>
                <a:ea typeface="Arial"/>
                <a:cs typeface="Arial"/>
              </a:defRPr>
            </a:defPPr>
            <a:lvl1pPr>
              <a:defRPr sz="2100" b="0">
                <a:solidFill>
                  <a:srgbClr val="53675A"/>
                </a:solidFill>
                <a:latin typeface="Arial"/>
                <a:ea typeface="Arial"/>
                <a:cs typeface="Arial"/>
              </a:defRPr>
            </a:lvl1pPr>
            <a:lvl2pPr>
              <a:defRPr sz="2100" b="0">
                <a:solidFill>
                  <a:srgbClr val="53675A"/>
                </a:solidFill>
                <a:latin typeface="Arial"/>
                <a:ea typeface="Arial"/>
                <a:cs typeface="Arial"/>
              </a:defRPr>
            </a:lvl2pPr>
            <a:lvl3pPr>
              <a:defRPr sz="2100" b="0">
                <a:solidFill>
                  <a:srgbClr val="53675A"/>
                </a:solidFill>
                <a:latin typeface="Arial"/>
                <a:ea typeface="Arial"/>
                <a:cs typeface="Arial"/>
              </a:defRPr>
            </a:lvl3pPr>
            <a:lvl4pPr>
              <a:defRPr sz="2100" b="0">
                <a:solidFill>
                  <a:srgbClr val="53675A"/>
                </a:solidFill>
                <a:latin typeface="Arial"/>
                <a:ea typeface="Arial"/>
                <a:cs typeface="Arial"/>
              </a:defRPr>
            </a:lvl4pPr>
            <a:lvl5pPr>
              <a:defRPr sz="2100" b="0">
                <a:solidFill>
                  <a:srgbClr val="53675A"/>
                </a:solidFill>
                <a:latin typeface="Arial"/>
                <a:ea typeface="Arial"/>
                <a:cs typeface="Arial"/>
              </a:defRPr>
            </a:lvl5pPr>
            <a:lvl6pPr>
              <a:defRPr sz="2100" b="0">
                <a:solidFill>
                  <a:srgbClr val="53675A"/>
                </a:solidFill>
                <a:latin typeface="Arial"/>
                <a:ea typeface="Arial"/>
                <a:cs typeface="Arial"/>
              </a:defRPr>
            </a:lvl6pPr>
            <a:lvl7pPr>
              <a:defRPr sz="2100" b="0">
                <a:solidFill>
                  <a:srgbClr val="53675A"/>
                </a:solidFill>
                <a:latin typeface="Arial"/>
                <a:ea typeface="Arial"/>
                <a:cs typeface="Arial"/>
              </a:defRPr>
            </a:lvl7pPr>
            <a:lvl8pPr>
              <a:defRPr sz="2100" b="0">
                <a:solidFill>
                  <a:srgbClr val="53675A"/>
                </a:solidFill>
                <a:latin typeface="Arial"/>
                <a:ea typeface="Arial"/>
                <a:cs typeface="Arial"/>
              </a:defRPr>
            </a:lvl8pPr>
            <a:lvl9pPr>
              <a:defRPr sz="2100" b="0">
                <a:solidFill>
                  <a:srgbClr val="53675A"/>
                </a:solidFill>
                <a:latin typeface="Arial"/>
                <a:ea typeface="Arial"/>
                <a:cs typeface="Arial"/>
              </a:defRPr>
            </a:lvl9pPr>
          </a:lstStyle>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Când Soarele e jos, umbrele sunt</a:t>
            </a:r>
          </a:p>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mai lungi și pot întâlni obstacole.</a:t>
            </a:r>
          </a:p>
        </p:txBody>
      </p:sp>
      <p:sp>
        <p:nvSpPr>
          <p:cNvPr id="15" name="text-101">
            <a:extLst xmlns:a="http://schemas.openxmlformats.org/drawingml/2006/main">
              <a:ext uri="{FF2B5EF4-FFF2-40B4-BE49-F238E27FC236}">
                <a16:creationId xmlns:a16="http://schemas.microsoft.com/office/drawing/2014/main" id="{0E2403EA-74B5-4DCE-AB25-CCEE8199A04F}"/>
              </a:ext>
            </a:extLst>
          </p:cNvPr>
          <p:cNvSpPr>
            <a:spLocks xmlns:a="http://schemas.openxmlformats.org/drawingml/2006/main" noGrp="1"/>
          </p:cNvSpPr>
          <p:nvPr/>
        </p:nvSpPr>
        <p:spPr>
          <a:xfrm xmlns:a="http://schemas.openxmlformats.org/drawingml/2006/main">
            <a:off x="7200900" y="4933950"/>
            <a:ext cx="4286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3427"/>
                </a:solidFill>
                <a:latin typeface="Arial"/>
                <a:ea typeface="Arial"/>
                <a:cs typeface="Arial"/>
              </a:defRPr>
            </a:defPPr>
            <a:lvl1pPr>
              <a:defRPr sz="2025" b="0">
                <a:solidFill>
                  <a:srgbClr val="183427"/>
                </a:solidFill>
                <a:latin typeface="Arial"/>
                <a:ea typeface="Arial"/>
                <a:cs typeface="Arial"/>
              </a:defRPr>
            </a:lvl1pPr>
            <a:lvl2pPr>
              <a:defRPr sz="2025" b="0">
                <a:solidFill>
                  <a:srgbClr val="183427"/>
                </a:solidFill>
                <a:latin typeface="Arial"/>
                <a:ea typeface="Arial"/>
                <a:cs typeface="Arial"/>
              </a:defRPr>
            </a:lvl2pPr>
            <a:lvl3pPr>
              <a:defRPr sz="2025" b="0">
                <a:solidFill>
                  <a:srgbClr val="183427"/>
                </a:solidFill>
                <a:latin typeface="Arial"/>
                <a:ea typeface="Arial"/>
                <a:cs typeface="Arial"/>
              </a:defRPr>
            </a:lvl3pPr>
            <a:lvl4pPr>
              <a:defRPr sz="2025" b="0">
                <a:solidFill>
                  <a:srgbClr val="183427"/>
                </a:solidFill>
                <a:latin typeface="Arial"/>
                <a:ea typeface="Arial"/>
                <a:cs typeface="Arial"/>
              </a:defRPr>
            </a:lvl4pPr>
            <a:lvl5pPr>
              <a:defRPr sz="2025" b="0">
                <a:solidFill>
                  <a:srgbClr val="183427"/>
                </a:solidFill>
                <a:latin typeface="Arial"/>
                <a:ea typeface="Arial"/>
                <a:cs typeface="Arial"/>
              </a:defRPr>
            </a:lvl5pPr>
            <a:lvl6pPr>
              <a:defRPr sz="2025" b="0">
                <a:solidFill>
                  <a:srgbClr val="183427"/>
                </a:solidFill>
                <a:latin typeface="Arial"/>
                <a:ea typeface="Arial"/>
                <a:cs typeface="Arial"/>
              </a:defRPr>
            </a:lvl6pPr>
            <a:lvl7pPr>
              <a:defRPr sz="2025" b="0">
                <a:solidFill>
                  <a:srgbClr val="183427"/>
                </a:solidFill>
                <a:latin typeface="Arial"/>
                <a:ea typeface="Arial"/>
                <a:cs typeface="Arial"/>
              </a:defRPr>
            </a:lvl7pPr>
            <a:lvl8pPr>
              <a:defRPr sz="2025" b="0">
                <a:solidFill>
                  <a:srgbClr val="183427"/>
                </a:solidFill>
                <a:latin typeface="Arial"/>
                <a:ea typeface="Arial"/>
                <a:cs typeface="Arial"/>
              </a:defRPr>
            </a:lvl8pPr>
            <a:lvl9pPr>
              <a:defRPr sz="2025" b="0">
                <a:solidFill>
                  <a:srgbClr val="183427"/>
                </a:solidFill>
                <a:latin typeface="Arial"/>
                <a:ea typeface="Arial"/>
                <a:cs typeface="Arial"/>
              </a:defRPr>
            </a:lvl9pPr>
          </a:lstStyle>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Verificare: aceeași clădire,</a:t>
            </a:r>
          </a:p>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ore diferite și o înălțime</a:t>
            </a:r>
          </a:p>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de referință independentă.</a:t>
            </a:r>
          </a:p>
        </p:txBody>
      </p:sp>
      <p:sp>
        <p:nvSpPr>
          <p:cNvPr id="16" name="text-102">
            <a:extLst xmlns:a="http://schemas.openxmlformats.org/drawingml/2006/main">
              <a:ext uri="{FF2B5EF4-FFF2-40B4-BE49-F238E27FC236}">
                <a16:creationId xmlns:a16="http://schemas.microsoft.com/office/drawing/2014/main" id="{C071CF01-2632-44A8-9136-A0F0D7006689}"/>
              </a:ext>
            </a:extLst>
          </p:cNvPr>
          <p:cNvSpPr>
            <a:spLocks xmlns:a="http://schemas.openxmlformats.org/drawingml/2006/main" noGrp="1"/>
          </p:cNvSpPr>
          <p:nvPr/>
        </p:nvSpPr>
        <p:spPr>
          <a:xfrm xmlns:a="http://schemas.openxmlformats.org/drawingml/2006/main">
            <a:off x="657225" y="6419850"/>
            <a:ext cx="10429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Exemplu calculat cu modelul geometric. Se arată efectul erorii de lungime asupra înălțimii.</a:t>
            </a:r>
          </a:p>
        </p:txBody>
      </p:sp>
    </p:spTree>
    <p:extLst>
      <p:ext uri="{BB962C8B-B14F-4D97-AF65-F5344CB8AC3E}">
        <p14:creationId xmlns:p14="http://schemas.microsoft.com/office/powerpoint/2010/main" val="828226595"/>
      </p:ext>
    </p:extLst>
  </p:cSld>
</p:sld>
</file>

<file path=ppt/slides/slide8.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29" name="text-103">
            <a:extLst xmlns:a="http://schemas.openxmlformats.org/drawingml/2006/main">
              <a:ext uri="{FF2B5EF4-FFF2-40B4-BE49-F238E27FC236}">
                <a16:creationId xmlns:a16="http://schemas.microsoft.com/office/drawing/2014/main" id="{59634FC2-7805-4167-8B67-127B7484AB10}"/>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Analiza datelor: GBA și OSM</a:t>
            </a:r>
          </a:p>
        </p:txBody>
      </p:sp>
      <p:sp>
        <p:nvSpPr>
          <p:cNvPr id="2" name="text-104">
            <a:extLst xmlns:a="http://schemas.openxmlformats.org/drawingml/2006/main">
              <a:ext uri="{FF2B5EF4-FFF2-40B4-BE49-F238E27FC236}">
                <a16:creationId xmlns:a16="http://schemas.microsoft.com/office/drawing/2014/main" id="{CC439F3B-CE52-4948-BF13-547F415D22E4}"/>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08</a:t>
            </a:r>
          </a:p>
        </p:txBody>
      </p:sp>
      <p:sp>
        <p:nvSpPr>
          <p:cNvPr id="3" name="text-105">
            <a:extLst xmlns:a="http://schemas.openxmlformats.org/drawingml/2006/main">
              <a:ext uri="{FF2B5EF4-FFF2-40B4-BE49-F238E27FC236}">
                <a16:creationId xmlns:a16="http://schemas.microsoft.com/office/drawing/2014/main" id="{5AE34750-0513-415B-8A72-437A9B90C951}"/>
              </a:ext>
            </a:extLst>
          </p:cNvPr>
          <p:cNvSpPr>
            <a:spLocks xmlns:a="http://schemas.openxmlformats.org/drawingml/2006/main" noGrp="1"/>
          </p:cNvSpPr>
          <p:nvPr/>
        </p:nvSpPr>
        <p:spPr>
          <a:xfrm xmlns:a="http://schemas.openxmlformats.org/drawingml/2006/main">
            <a:off x="638175" y="1504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53675A"/>
                </a:solidFill>
                <a:latin typeface="Arial"/>
                <a:ea typeface="Arial"/>
                <a:cs typeface="Arial"/>
              </a:defRPr>
            </a:defPPr>
            <a:lvl1pPr>
              <a:defRPr sz="2175" b="0">
                <a:solidFill>
                  <a:srgbClr val="53675A"/>
                </a:solidFill>
                <a:latin typeface="Arial"/>
                <a:ea typeface="Arial"/>
                <a:cs typeface="Arial"/>
              </a:defRPr>
            </a:lvl1pPr>
            <a:lvl2pPr>
              <a:defRPr sz="2175" b="0">
                <a:solidFill>
                  <a:srgbClr val="53675A"/>
                </a:solidFill>
                <a:latin typeface="Arial"/>
                <a:ea typeface="Arial"/>
                <a:cs typeface="Arial"/>
              </a:defRPr>
            </a:lvl2pPr>
            <a:lvl3pPr>
              <a:defRPr sz="2175" b="0">
                <a:solidFill>
                  <a:srgbClr val="53675A"/>
                </a:solidFill>
                <a:latin typeface="Arial"/>
                <a:ea typeface="Arial"/>
                <a:cs typeface="Arial"/>
              </a:defRPr>
            </a:lvl3pPr>
            <a:lvl4pPr>
              <a:defRPr sz="2175" b="0">
                <a:solidFill>
                  <a:srgbClr val="53675A"/>
                </a:solidFill>
                <a:latin typeface="Arial"/>
                <a:ea typeface="Arial"/>
                <a:cs typeface="Arial"/>
              </a:defRPr>
            </a:lvl4pPr>
            <a:lvl5pPr>
              <a:defRPr sz="2175" b="0">
                <a:solidFill>
                  <a:srgbClr val="53675A"/>
                </a:solidFill>
                <a:latin typeface="Arial"/>
                <a:ea typeface="Arial"/>
                <a:cs typeface="Arial"/>
              </a:defRPr>
            </a:lvl5pPr>
            <a:lvl6pPr>
              <a:defRPr sz="2175" b="0">
                <a:solidFill>
                  <a:srgbClr val="53675A"/>
                </a:solidFill>
                <a:latin typeface="Arial"/>
                <a:ea typeface="Arial"/>
                <a:cs typeface="Arial"/>
              </a:defRPr>
            </a:lvl6pPr>
            <a:lvl7pPr>
              <a:defRPr sz="2175" b="0">
                <a:solidFill>
                  <a:srgbClr val="53675A"/>
                </a:solidFill>
                <a:latin typeface="Arial"/>
                <a:ea typeface="Arial"/>
                <a:cs typeface="Arial"/>
              </a:defRPr>
            </a:lvl7pPr>
            <a:lvl8pPr>
              <a:defRPr sz="2175" b="0">
                <a:solidFill>
                  <a:srgbClr val="53675A"/>
                </a:solidFill>
                <a:latin typeface="Arial"/>
                <a:ea typeface="Arial"/>
                <a:cs typeface="Arial"/>
              </a:defRPr>
            </a:lvl8pPr>
            <a:lvl9pPr>
              <a:defRPr sz="2175" b="0">
                <a:solidFill>
                  <a:srgbClr val="53675A"/>
                </a:solidFill>
                <a:latin typeface="Arial"/>
                <a:ea typeface="Arial"/>
                <a:cs typeface="Arial"/>
              </a:defRPr>
            </a:lvl9pPr>
          </a:lstStyle>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GlobalBuildingAtlas (GBA) față de înălțimile etichetate în OSM</a:t>
            </a:r>
          </a:p>
        </p:txBody>
      </p:sp>
      <p:sp>
        <p:nvSpPr>
          <p:cNvPr id="4" name="shape-106">
            <a:extLst xmlns:a="http://schemas.openxmlformats.org/drawingml/2006/main">
              <a:ext uri="{FF2B5EF4-FFF2-40B4-BE49-F238E27FC236}">
                <a16:creationId xmlns:a16="http://schemas.microsoft.com/office/drawing/2014/main" id="{4A26F5AA-FBDC-494E-987B-AC00079A831C}"/>
              </a:ext>
            </a:extLst>
          </p:cNvPr>
          <p:cNvSpPr>
            <a:spLocks xmlns:a="http://schemas.openxmlformats.org/drawingml/2006/main" noGrp="1"/>
          </p:cNvSpPr>
          <p:nvPr/>
        </p:nvSpPr>
        <p:spPr>
          <a:xfrm xmlns:a="http://schemas.openxmlformats.org/drawingml/2006/main" rot="0">
            <a:off x="10287000" y="2352675"/>
            <a:ext cx="9525" cy="300037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5" name="text-107">
            <a:extLst xmlns:a="http://schemas.openxmlformats.org/drawingml/2006/main">
              <a:ext uri="{FF2B5EF4-FFF2-40B4-BE49-F238E27FC236}">
                <a16:creationId xmlns:a16="http://schemas.microsoft.com/office/drawing/2014/main" id="{85174529-223A-4710-84F3-FC94D01948EA}"/>
              </a:ext>
            </a:extLst>
          </p:cNvPr>
          <p:cNvSpPr>
            <a:spLocks xmlns:a="http://schemas.openxmlformats.org/drawingml/2006/main" noGrp="1"/>
          </p:cNvSpPr>
          <p:nvPr/>
        </p:nvSpPr>
        <p:spPr>
          <a:xfrm xmlns:a="http://schemas.openxmlformats.org/drawingml/2006/main">
            <a:off x="10077450" y="5514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3675A"/>
                </a:solidFill>
                <a:latin typeface="Arial"/>
                <a:ea typeface="Arial"/>
                <a:cs typeface="Arial"/>
              </a:defRPr>
            </a:defPPr>
            <a:lvl1pPr>
              <a:defRPr sz="1575" b="0">
                <a:solidFill>
                  <a:srgbClr val="53675A"/>
                </a:solidFill>
                <a:latin typeface="Arial"/>
                <a:ea typeface="Arial"/>
                <a:cs typeface="Arial"/>
              </a:defRPr>
            </a:lvl1pPr>
            <a:lvl2pPr>
              <a:defRPr sz="1575" b="0">
                <a:solidFill>
                  <a:srgbClr val="53675A"/>
                </a:solidFill>
                <a:latin typeface="Arial"/>
                <a:ea typeface="Arial"/>
                <a:cs typeface="Arial"/>
              </a:defRPr>
            </a:lvl2pPr>
            <a:lvl3pPr>
              <a:defRPr sz="1575" b="0">
                <a:solidFill>
                  <a:srgbClr val="53675A"/>
                </a:solidFill>
                <a:latin typeface="Arial"/>
                <a:ea typeface="Arial"/>
                <a:cs typeface="Arial"/>
              </a:defRPr>
            </a:lvl3pPr>
            <a:lvl4pPr>
              <a:defRPr sz="1575" b="0">
                <a:solidFill>
                  <a:srgbClr val="53675A"/>
                </a:solidFill>
                <a:latin typeface="Arial"/>
                <a:ea typeface="Arial"/>
                <a:cs typeface="Arial"/>
              </a:defRPr>
            </a:lvl4pPr>
            <a:lvl5pPr>
              <a:defRPr sz="1575" b="0">
                <a:solidFill>
                  <a:srgbClr val="53675A"/>
                </a:solidFill>
                <a:latin typeface="Arial"/>
                <a:ea typeface="Arial"/>
                <a:cs typeface="Arial"/>
              </a:defRPr>
            </a:lvl5pPr>
            <a:lvl6pPr>
              <a:defRPr sz="1575" b="0">
                <a:solidFill>
                  <a:srgbClr val="53675A"/>
                </a:solidFill>
                <a:latin typeface="Arial"/>
                <a:ea typeface="Arial"/>
                <a:cs typeface="Arial"/>
              </a:defRPr>
            </a:lvl6pPr>
            <a:lvl7pPr>
              <a:defRPr sz="1575" b="0">
                <a:solidFill>
                  <a:srgbClr val="53675A"/>
                </a:solidFill>
                <a:latin typeface="Arial"/>
                <a:ea typeface="Arial"/>
                <a:cs typeface="Arial"/>
              </a:defRPr>
            </a:lvl7pPr>
            <a:lvl8pPr>
              <a:defRPr sz="1575" b="0">
                <a:solidFill>
                  <a:srgbClr val="53675A"/>
                </a:solidFill>
                <a:latin typeface="Arial"/>
                <a:ea typeface="Arial"/>
                <a:cs typeface="Arial"/>
              </a:defRPr>
            </a:lvl8pPr>
            <a:lvl9pPr>
              <a:defRPr sz="1575" b="0">
                <a:solidFill>
                  <a:srgbClr val="53675A"/>
                </a:solidFill>
                <a:latin typeface="Arial"/>
                <a:ea typeface="Arial"/>
                <a:cs typeface="Arial"/>
              </a:defRPr>
            </a:lvl9pPr>
          </a:lstStyle>
          <a:p xmlns:a="http://schemas.openxmlformats.org/drawingml/2006/main">
            <a:pPr>
              <a:defRPr sz="1575" b="0">
                <a:solidFill>
                  <a:srgbClr val="53675A"/>
                </a:solidFill>
                <a:latin typeface="Arial"/>
                <a:ea typeface="Arial"/>
                <a:cs typeface="Arial"/>
              </a:defRPr>
            </a:pPr>
            <a:r>
              <a:rPr sz="1575" b="0">
                <a:solidFill>
                  <a:srgbClr val="53675A"/>
                </a:solidFill>
                <a:latin typeface="Arial"/>
                <a:ea typeface="Arial"/>
                <a:cs typeface="Arial"/>
              </a:rPr>
              <a:t>0</a:t>
            </a:r>
          </a:p>
        </p:txBody>
      </p:sp>
      <p:sp>
        <p:nvSpPr>
          <p:cNvPr id="6" name="shape-108">
            <a:extLst xmlns:a="http://schemas.openxmlformats.org/drawingml/2006/main">
              <a:ext uri="{FF2B5EF4-FFF2-40B4-BE49-F238E27FC236}">
                <a16:creationId xmlns:a16="http://schemas.microsoft.com/office/drawing/2014/main" id="{090097C7-38DE-4A21-8431-2F539123A7A0}"/>
              </a:ext>
            </a:extLst>
          </p:cNvPr>
          <p:cNvSpPr>
            <a:spLocks xmlns:a="http://schemas.openxmlformats.org/drawingml/2006/main" noGrp="1"/>
          </p:cNvSpPr>
          <p:nvPr/>
        </p:nvSpPr>
        <p:spPr>
          <a:xfrm xmlns:a="http://schemas.openxmlformats.org/drawingml/2006/main" rot="0">
            <a:off x="8858250" y="2352675"/>
            <a:ext cx="9525" cy="300037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7" name="text-109">
            <a:extLst xmlns:a="http://schemas.openxmlformats.org/drawingml/2006/main">
              <a:ext uri="{FF2B5EF4-FFF2-40B4-BE49-F238E27FC236}">
                <a16:creationId xmlns:a16="http://schemas.microsoft.com/office/drawing/2014/main" id="{15D8E10A-2A6D-46C0-97C6-2598CCD4EC24}"/>
              </a:ext>
            </a:extLst>
          </p:cNvPr>
          <p:cNvSpPr>
            <a:spLocks xmlns:a="http://schemas.openxmlformats.org/drawingml/2006/main" noGrp="1"/>
          </p:cNvSpPr>
          <p:nvPr/>
        </p:nvSpPr>
        <p:spPr>
          <a:xfrm xmlns:a="http://schemas.openxmlformats.org/drawingml/2006/main">
            <a:off x="8648700" y="5514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3675A"/>
                </a:solidFill>
                <a:latin typeface="Arial"/>
                <a:ea typeface="Arial"/>
                <a:cs typeface="Arial"/>
              </a:defRPr>
            </a:defPPr>
            <a:lvl1pPr>
              <a:defRPr sz="1575" b="0">
                <a:solidFill>
                  <a:srgbClr val="53675A"/>
                </a:solidFill>
                <a:latin typeface="Arial"/>
                <a:ea typeface="Arial"/>
                <a:cs typeface="Arial"/>
              </a:defRPr>
            </a:lvl1pPr>
            <a:lvl2pPr>
              <a:defRPr sz="1575" b="0">
                <a:solidFill>
                  <a:srgbClr val="53675A"/>
                </a:solidFill>
                <a:latin typeface="Arial"/>
                <a:ea typeface="Arial"/>
                <a:cs typeface="Arial"/>
              </a:defRPr>
            </a:lvl2pPr>
            <a:lvl3pPr>
              <a:defRPr sz="1575" b="0">
                <a:solidFill>
                  <a:srgbClr val="53675A"/>
                </a:solidFill>
                <a:latin typeface="Arial"/>
                <a:ea typeface="Arial"/>
                <a:cs typeface="Arial"/>
              </a:defRPr>
            </a:lvl3pPr>
            <a:lvl4pPr>
              <a:defRPr sz="1575" b="0">
                <a:solidFill>
                  <a:srgbClr val="53675A"/>
                </a:solidFill>
                <a:latin typeface="Arial"/>
                <a:ea typeface="Arial"/>
                <a:cs typeface="Arial"/>
              </a:defRPr>
            </a:lvl4pPr>
            <a:lvl5pPr>
              <a:defRPr sz="1575" b="0">
                <a:solidFill>
                  <a:srgbClr val="53675A"/>
                </a:solidFill>
                <a:latin typeface="Arial"/>
                <a:ea typeface="Arial"/>
                <a:cs typeface="Arial"/>
              </a:defRPr>
            </a:lvl5pPr>
            <a:lvl6pPr>
              <a:defRPr sz="1575" b="0">
                <a:solidFill>
                  <a:srgbClr val="53675A"/>
                </a:solidFill>
                <a:latin typeface="Arial"/>
                <a:ea typeface="Arial"/>
                <a:cs typeface="Arial"/>
              </a:defRPr>
            </a:lvl6pPr>
            <a:lvl7pPr>
              <a:defRPr sz="1575" b="0">
                <a:solidFill>
                  <a:srgbClr val="53675A"/>
                </a:solidFill>
                <a:latin typeface="Arial"/>
                <a:ea typeface="Arial"/>
                <a:cs typeface="Arial"/>
              </a:defRPr>
            </a:lvl7pPr>
            <a:lvl8pPr>
              <a:defRPr sz="1575" b="0">
                <a:solidFill>
                  <a:srgbClr val="53675A"/>
                </a:solidFill>
                <a:latin typeface="Arial"/>
                <a:ea typeface="Arial"/>
                <a:cs typeface="Arial"/>
              </a:defRPr>
            </a:lvl8pPr>
            <a:lvl9pPr>
              <a:defRPr sz="1575" b="0">
                <a:solidFill>
                  <a:srgbClr val="53675A"/>
                </a:solidFill>
                <a:latin typeface="Arial"/>
                <a:ea typeface="Arial"/>
                <a:cs typeface="Arial"/>
              </a:defRPr>
            </a:lvl9pPr>
          </a:lstStyle>
          <a:p xmlns:a="http://schemas.openxmlformats.org/drawingml/2006/main">
            <a:pPr>
              <a:defRPr sz="1575" b="0">
                <a:solidFill>
                  <a:srgbClr val="53675A"/>
                </a:solidFill>
                <a:latin typeface="Arial"/>
                <a:ea typeface="Arial"/>
                <a:cs typeface="Arial"/>
              </a:defRPr>
            </a:pPr>
            <a:r>
              <a:rPr sz="1575" b="0">
                <a:solidFill>
                  <a:srgbClr val="53675A"/>
                </a:solidFill>
                <a:latin typeface="Arial"/>
                <a:ea typeface="Arial"/>
                <a:cs typeface="Arial"/>
              </a:rPr>
              <a:t>−5</a:t>
            </a:r>
          </a:p>
        </p:txBody>
      </p:sp>
      <p:sp>
        <p:nvSpPr>
          <p:cNvPr id="8" name="shape-110">
            <a:extLst xmlns:a="http://schemas.openxmlformats.org/drawingml/2006/main">
              <a:ext uri="{FF2B5EF4-FFF2-40B4-BE49-F238E27FC236}">
                <a16:creationId xmlns:a16="http://schemas.microsoft.com/office/drawing/2014/main" id="{E3A9C5DF-DADB-4E28-8F54-853D7BC1B009}"/>
              </a:ext>
            </a:extLst>
          </p:cNvPr>
          <p:cNvSpPr>
            <a:spLocks xmlns:a="http://schemas.openxmlformats.org/drawingml/2006/main" noGrp="1"/>
          </p:cNvSpPr>
          <p:nvPr/>
        </p:nvSpPr>
        <p:spPr>
          <a:xfrm xmlns:a="http://schemas.openxmlformats.org/drawingml/2006/main" rot="0">
            <a:off x="7429500" y="2352675"/>
            <a:ext cx="9525" cy="300037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9" name="text-111">
            <a:extLst xmlns:a="http://schemas.openxmlformats.org/drawingml/2006/main">
              <a:ext uri="{FF2B5EF4-FFF2-40B4-BE49-F238E27FC236}">
                <a16:creationId xmlns:a16="http://schemas.microsoft.com/office/drawing/2014/main" id="{2ED180DC-DD9C-46CC-8C82-542987E5AC07}"/>
              </a:ext>
            </a:extLst>
          </p:cNvPr>
          <p:cNvSpPr>
            <a:spLocks xmlns:a="http://schemas.openxmlformats.org/drawingml/2006/main" noGrp="1"/>
          </p:cNvSpPr>
          <p:nvPr/>
        </p:nvSpPr>
        <p:spPr>
          <a:xfrm xmlns:a="http://schemas.openxmlformats.org/drawingml/2006/main">
            <a:off x="7219950" y="5514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3675A"/>
                </a:solidFill>
                <a:latin typeface="Arial"/>
                <a:ea typeface="Arial"/>
                <a:cs typeface="Arial"/>
              </a:defRPr>
            </a:defPPr>
            <a:lvl1pPr>
              <a:defRPr sz="1575" b="0">
                <a:solidFill>
                  <a:srgbClr val="53675A"/>
                </a:solidFill>
                <a:latin typeface="Arial"/>
                <a:ea typeface="Arial"/>
                <a:cs typeface="Arial"/>
              </a:defRPr>
            </a:lvl1pPr>
            <a:lvl2pPr>
              <a:defRPr sz="1575" b="0">
                <a:solidFill>
                  <a:srgbClr val="53675A"/>
                </a:solidFill>
                <a:latin typeface="Arial"/>
                <a:ea typeface="Arial"/>
                <a:cs typeface="Arial"/>
              </a:defRPr>
            </a:lvl2pPr>
            <a:lvl3pPr>
              <a:defRPr sz="1575" b="0">
                <a:solidFill>
                  <a:srgbClr val="53675A"/>
                </a:solidFill>
                <a:latin typeface="Arial"/>
                <a:ea typeface="Arial"/>
                <a:cs typeface="Arial"/>
              </a:defRPr>
            </a:lvl3pPr>
            <a:lvl4pPr>
              <a:defRPr sz="1575" b="0">
                <a:solidFill>
                  <a:srgbClr val="53675A"/>
                </a:solidFill>
                <a:latin typeface="Arial"/>
                <a:ea typeface="Arial"/>
                <a:cs typeface="Arial"/>
              </a:defRPr>
            </a:lvl4pPr>
            <a:lvl5pPr>
              <a:defRPr sz="1575" b="0">
                <a:solidFill>
                  <a:srgbClr val="53675A"/>
                </a:solidFill>
                <a:latin typeface="Arial"/>
                <a:ea typeface="Arial"/>
                <a:cs typeface="Arial"/>
              </a:defRPr>
            </a:lvl5pPr>
            <a:lvl6pPr>
              <a:defRPr sz="1575" b="0">
                <a:solidFill>
                  <a:srgbClr val="53675A"/>
                </a:solidFill>
                <a:latin typeface="Arial"/>
                <a:ea typeface="Arial"/>
                <a:cs typeface="Arial"/>
              </a:defRPr>
            </a:lvl6pPr>
            <a:lvl7pPr>
              <a:defRPr sz="1575" b="0">
                <a:solidFill>
                  <a:srgbClr val="53675A"/>
                </a:solidFill>
                <a:latin typeface="Arial"/>
                <a:ea typeface="Arial"/>
                <a:cs typeface="Arial"/>
              </a:defRPr>
            </a:lvl7pPr>
            <a:lvl8pPr>
              <a:defRPr sz="1575" b="0">
                <a:solidFill>
                  <a:srgbClr val="53675A"/>
                </a:solidFill>
                <a:latin typeface="Arial"/>
                <a:ea typeface="Arial"/>
                <a:cs typeface="Arial"/>
              </a:defRPr>
            </a:lvl8pPr>
            <a:lvl9pPr>
              <a:defRPr sz="1575" b="0">
                <a:solidFill>
                  <a:srgbClr val="53675A"/>
                </a:solidFill>
                <a:latin typeface="Arial"/>
                <a:ea typeface="Arial"/>
                <a:cs typeface="Arial"/>
              </a:defRPr>
            </a:lvl9pPr>
          </a:lstStyle>
          <a:p xmlns:a="http://schemas.openxmlformats.org/drawingml/2006/main">
            <a:pPr>
              <a:defRPr sz="1575" b="0">
                <a:solidFill>
                  <a:srgbClr val="53675A"/>
                </a:solidFill>
                <a:latin typeface="Arial"/>
                <a:ea typeface="Arial"/>
                <a:cs typeface="Arial"/>
              </a:defRPr>
            </a:pPr>
            <a:r>
              <a:rPr sz="1575" b="0">
                <a:solidFill>
                  <a:srgbClr val="53675A"/>
                </a:solidFill>
                <a:latin typeface="Arial"/>
                <a:ea typeface="Arial"/>
                <a:cs typeface="Arial"/>
              </a:rPr>
              <a:t>−10</a:t>
            </a:r>
          </a:p>
        </p:txBody>
      </p:sp>
      <p:sp>
        <p:nvSpPr>
          <p:cNvPr id="10" name="shape-112">
            <a:extLst xmlns:a="http://schemas.openxmlformats.org/drawingml/2006/main">
              <a:ext uri="{FF2B5EF4-FFF2-40B4-BE49-F238E27FC236}">
                <a16:creationId xmlns:a16="http://schemas.microsoft.com/office/drawing/2014/main" id="{D0B24AFF-EA09-45FE-BBF4-FB6031488C55}"/>
              </a:ext>
            </a:extLst>
          </p:cNvPr>
          <p:cNvSpPr>
            <a:spLocks xmlns:a="http://schemas.openxmlformats.org/drawingml/2006/main" noGrp="1"/>
          </p:cNvSpPr>
          <p:nvPr/>
        </p:nvSpPr>
        <p:spPr>
          <a:xfrm xmlns:a="http://schemas.openxmlformats.org/drawingml/2006/main" rot="0">
            <a:off x="6000750" y="2352675"/>
            <a:ext cx="9525" cy="300037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1" name="text-113">
            <a:extLst xmlns:a="http://schemas.openxmlformats.org/drawingml/2006/main">
              <a:ext uri="{FF2B5EF4-FFF2-40B4-BE49-F238E27FC236}">
                <a16:creationId xmlns:a16="http://schemas.microsoft.com/office/drawing/2014/main" id="{9137C7A9-59D7-44D5-B6C7-B04A3B79296B}"/>
              </a:ext>
            </a:extLst>
          </p:cNvPr>
          <p:cNvSpPr>
            <a:spLocks xmlns:a="http://schemas.openxmlformats.org/drawingml/2006/main" noGrp="1"/>
          </p:cNvSpPr>
          <p:nvPr/>
        </p:nvSpPr>
        <p:spPr>
          <a:xfrm xmlns:a="http://schemas.openxmlformats.org/drawingml/2006/main">
            <a:off x="5791200" y="5514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3675A"/>
                </a:solidFill>
                <a:latin typeface="Arial"/>
                <a:ea typeface="Arial"/>
                <a:cs typeface="Arial"/>
              </a:defRPr>
            </a:defPPr>
            <a:lvl1pPr>
              <a:defRPr sz="1575" b="0">
                <a:solidFill>
                  <a:srgbClr val="53675A"/>
                </a:solidFill>
                <a:latin typeface="Arial"/>
                <a:ea typeface="Arial"/>
                <a:cs typeface="Arial"/>
              </a:defRPr>
            </a:lvl1pPr>
            <a:lvl2pPr>
              <a:defRPr sz="1575" b="0">
                <a:solidFill>
                  <a:srgbClr val="53675A"/>
                </a:solidFill>
                <a:latin typeface="Arial"/>
                <a:ea typeface="Arial"/>
                <a:cs typeface="Arial"/>
              </a:defRPr>
            </a:lvl2pPr>
            <a:lvl3pPr>
              <a:defRPr sz="1575" b="0">
                <a:solidFill>
                  <a:srgbClr val="53675A"/>
                </a:solidFill>
                <a:latin typeface="Arial"/>
                <a:ea typeface="Arial"/>
                <a:cs typeface="Arial"/>
              </a:defRPr>
            </a:lvl3pPr>
            <a:lvl4pPr>
              <a:defRPr sz="1575" b="0">
                <a:solidFill>
                  <a:srgbClr val="53675A"/>
                </a:solidFill>
                <a:latin typeface="Arial"/>
                <a:ea typeface="Arial"/>
                <a:cs typeface="Arial"/>
              </a:defRPr>
            </a:lvl4pPr>
            <a:lvl5pPr>
              <a:defRPr sz="1575" b="0">
                <a:solidFill>
                  <a:srgbClr val="53675A"/>
                </a:solidFill>
                <a:latin typeface="Arial"/>
                <a:ea typeface="Arial"/>
                <a:cs typeface="Arial"/>
              </a:defRPr>
            </a:lvl5pPr>
            <a:lvl6pPr>
              <a:defRPr sz="1575" b="0">
                <a:solidFill>
                  <a:srgbClr val="53675A"/>
                </a:solidFill>
                <a:latin typeface="Arial"/>
                <a:ea typeface="Arial"/>
                <a:cs typeface="Arial"/>
              </a:defRPr>
            </a:lvl6pPr>
            <a:lvl7pPr>
              <a:defRPr sz="1575" b="0">
                <a:solidFill>
                  <a:srgbClr val="53675A"/>
                </a:solidFill>
                <a:latin typeface="Arial"/>
                <a:ea typeface="Arial"/>
                <a:cs typeface="Arial"/>
              </a:defRPr>
            </a:lvl7pPr>
            <a:lvl8pPr>
              <a:defRPr sz="1575" b="0">
                <a:solidFill>
                  <a:srgbClr val="53675A"/>
                </a:solidFill>
                <a:latin typeface="Arial"/>
                <a:ea typeface="Arial"/>
                <a:cs typeface="Arial"/>
              </a:defRPr>
            </a:lvl8pPr>
            <a:lvl9pPr>
              <a:defRPr sz="1575" b="0">
                <a:solidFill>
                  <a:srgbClr val="53675A"/>
                </a:solidFill>
                <a:latin typeface="Arial"/>
                <a:ea typeface="Arial"/>
                <a:cs typeface="Arial"/>
              </a:defRPr>
            </a:lvl9pPr>
          </a:lstStyle>
          <a:p xmlns:a="http://schemas.openxmlformats.org/drawingml/2006/main">
            <a:pPr>
              <a:defRPr sz="1575" b="0">
                <a:solidFill>
                  <a:srgbClr val="53675A"/>
                </a:solidFill>
                <a:latin typeface="Arial"/>
                <a:ea typeface="Arial"/>
                <a:cs typeface="Arial"/>
              </a:defRPr>
            </a:pPr>
            <a:r>
              <a:rPr sz="1575" b="0">
                <a:solidFill>
                  <a:srgbClr val="53675A"/>
                </a:solidFill>
                <a:latin typeface="Arial"/>
                <a:ea typeface="Arial"/>
                <a:cs typeface="Arial"/>
              </a:rPr>
              <a:t>−15</a:t>
            </a:r>
          </a:p>
        </p:txBody>
      </p:sp>
      <p:sp>
        <p:nvSpPr>
          <p:cNvPr id="12" name="shape-114">
            <a:extLst xmlns:a="http://schemas.openxmlformats.org/drawingml/2006/main">
              <a:ext uri="{FF2B5EF4-FFF2-40B4-BE49-F238E27FC236}">
                <a16:creationId xmlns:a16="http://schemas.microsoft.com/office/drawing/2014/main" id="{FFE57440-CEFA-48A3-B2DA-9DB8136A38B0}"/>
              </a:ext>
            </a:extLst>
          </p:cNvPr>
          <p:cNvSpPr>
            <a:spLocks xmlns:a="http://schemas.openxmlformats.org/drawingml/2006/main" noGrp="1"/>
          </p:cNvSpPr>
          <p:nvPr/>
        </p:nvSpPr>
        <p:spPr>
          <a:xfrm xmlns:a="http://schemas.openxmlformats.org/drawingml/2006/main" rot="0">
            <a:off x="4572000" y="2352675"/>
            <a:ext cx="9525" cy="300037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3" name="text-115">
            <a:extLst xmlns:a="http://schemas.openxmlformats.org/drawingml/2006/main">
              <a:ext uri="{FF2B5EF4-FFF2-40B4-BE49-F238E27FC236}">
                <a16:creationId xmlns:a16="http://schemas.microsoft.com/office/drawing/2014/main" id="{26A68B82-4F00-40BF-AC7B-218436E12240}"/>
              </a:ext>
            </a:extLst>
          </p:cNvPr>
          <p:cNvSpPr>
            <a:spLocks xmlns:a="http://schemas.openxmlformats.org/drawingml/2006/main" noGrp="1"/>
          </p:cNvSpPr>
          <p:nvPr/>
        </p:nvSpPr>
        <p:spPr>
          <a:xfrm xmlns:a="http://schemas.openxmlformats.org/drawingml/2006/main">
            <a:off x="4362450" y="5514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3675A"/>
                </a:solidFill>
                <a:latin typeface="Arial"/>
                <a:ea typeface="Arial"/>
                <a:cs typeface="Arial"/>
              </a:defRPr>
            </a:defPPr>
            <a:lvl1pPr>
              <a:defRPr sz="1575" b="0">
                <a:solidFill>
                  <a:srgbClr val="53675A"/>
                </a:solidFill>
                <a:latin typeface="Arial"/>
                <a:ea typeface="Arial"/>
                <a:cs typeface="Arial"/>
              </a:defRPr>
            </a:lvl1pPr>
            <a:lvl2pPr>
              <a:defRPr sz="1575" b="0">
                <a:solidFill>
                  <a:srgbClr val="53675A"/>
                </a:solidFill>
                <a:latin typeface="Arial"/>
                <a:ea typeface="Arial"/>
                <a:cs typeface="Arial"/>
              </a:defRPr>
            </a:lvl2pPr>
            <a:lvl3pPr>
              <a:defRPr sz="1575" b="0">
                <a:solidFill>
                  <a:srgbClr val="53675A"/>
                </a:solidFill>
                <a:latin typeface="Arial"/>
                <a:ea typeface="Arial"/>
                <a:cs typeface="Arial"/>
              </a:defRPr>
            </a:lvl3pPr>
            <a:lvl4pPr>
              <a:defRPr sz="1575" b="0">
                <a:solidFill>
                  <a:srgbClr val="53675A"/>
                </a:solidFill>
                <a:latin typeface="Arial"/>
                <a:ea typeface="Arial"/>
                <a:cs typeface="Arial"/>
              </a:defRPr>
            </a:lvl4pPr>
            <a:lvl5pPr>
              <a:defRPr sz="1575" b="0">
                <a:solidFill>
                  <a:srgbClr val="53675A"/>
                </a:solidFill>
                <a:latin typeface="Arial"/>
                <a:ea typeface="Arial"/>
                <a:cs typeface="Arial"/>
              </a:defRPr>
            </a:lvl5pPr>
            <a:lvl6pPr>
              <a:defRPr sz="1575" b="0">
                <a:solidFill>
                  <a:srgbClr val="53675A"/>
                </a:solidFill>
                <a:latin typeface="Arial"/>
                <a:ea typeface="Arial"/>
                <a:cs typeface="Arial"/>
              </a:defRPr>
            </a:lvl6pPr>
            <a:lvl7pPr>
              <a:defRPr sz="1575" b="0">
                <a:solidFill>
                  <a:srgbClr val="53675A"/>
                </a:solidFill>
                <a:latin typeface="Arial"/>
                <a:ea typeface="Arial"/>
                <a:cs typeface="Arial"/>
              </a:defRPr>
            </a:lvl7pPr>
            <a:lvl8pPr>
              <a:defRPr sz="1575" b="0">
                <a:solidFill>
                  <a:srgbClr val="53675A"/>
                </a:solidFill>
                <a:latin typeface="Arial"/>
                <a:ea typeface="Arial"/>
                <a:cs typeface="Arial"/>
              </a:defRPr>
            </a:lvl8pPr>
            <a:lvl9pPr>
              <a:defRPr sz="1575" b="0">
                <a:solidFill>
                  <a:srgbClr val="53675A"/>
                </a:solidFill>
                <a:latin typeface="Arial"/>
                <a:ea typeface="Arial"/>
                <a:cs typeface="Arial"/>
              </a:defRPr>
            </a:lvl9pPr>
          </a:lstStyle>
          <a:p xmlns:a="http://schemas.openxmlformats.org/drawingml/2006/main">
            <a:pPr>
              <a:defRPr sz="1575" b="0">
                <a:solidFill>
                  <a:srgbClr val="53675A"/>
                </a:solidFill>
                <a:latin typeface="Arial"/>
                <a:ea typeface="Arial"/>
                <a:cs typeface="Arial"/>
              </a:defRPr>
            </a:pPr>
            <a:r>
              <a:rPr sz="1575" b="0">
                <a:solidFill>
                  <a:srgbClr val="53675A"/>
                </a:solidFill>
                <a:latin typeface="Arial"/>
                <a:ea typeface="Arial"/>
                <a:cs typeface="Arial"/>
              </a:rPr>
              <a:t>−20</a:t>
            </a:r>
          </a:p>
        </p:txBody>
      </p:sp>
      <p:sp>
        <p:nvSpPr>
          <p:cNvPr id="14" name="text-116">
            <a:extLst xmlns:a="http://schemas.openxmlformats.org/drawingml/2006/main">
              <a:ext uri="{FF2B5EF4-FFF2-40B4-BE49-F238E27FC236}">
                <a16:creationId xmlns:a16="http://schemas.microsoft.com/office/drawing/2014/main" id="{BE18F04B-9996-47A6-B52C-76959EAE014B}"/>
              </a:ext>
            </a:extLst>
          </p:cNvPr>
          <p:cNvSpPr>
            <a:spLocks xmlns:a="http://schemas.openxmlformats.org/drawingml/2006/main" noGrp="1"/>
          </p:cNvSpPr>
          <p:nvPr/>
        </p:nvSpPr>
        <p:spPr>
          <a:xfrm xmlns:a="http://schemas.openxmlformats.org/drawingml/2006/main">
            <a:off x="8572500" y="2114550"/>
            <a:ext cx="276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Diferența medie (m)</a:t>
            </a:r>
          </a:p>
        </p:txBody>
      </p:sp>
      <p:sp>
        <p:nvSpPr>
          <p:cNvPr id="15" name="text-117">
            <a:extLst xmlns:a="http://schemas.openxmlformats.org/drawingml/2006/main">
              <a:ext uri="{FF2B5EF4-FFF2-40B4-BE49-F238E27FC236}">
                <a16:creationId xmlns:a16="http://schemas.microsoft.com/office/drawing/2014/main" id="{F5A6F3CB-D808-42AB-9C76-BD49B2D01AAC}"/>
              </a:ext>
            </a:extLst>
          </p:cNvPr>
          <p:cNvSpPr>
            <a:spLocks xmlns:a="http://schemas.openxmlformats.org/drawingml/2006/main" noGrp="1"/>
          </p:cNvSpPr>
          <p:nvPr/>
        </p:nvSpPr>
        <p:spPr>
          <a:xfrm xmlns:a="http://schemas.openxmlformats.org/drawingml/2006/main">
            <a:off x="666750" y="259080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0–10 m</a:t>
            </a:r>
          </a:p>
        </p:txBody>
      </p:sp>
      <p:sp>
        <p:nvSpPr>
          <p:cNvPr id="16" name="text-118">
            <a:extLst xmlns:a="http://schemas.openxmlformats.org/drawingml/2006/main">
              <a:ext uri="{FF2B5EF4-FFF2-40B4-BE49-F238E27FC236}">
                <a16:creationId xmlns:a16="http://schemas.microsoft.com/office/drawing/2014/main" id="{DBD4B6B7-62C1-4329-A071-ACAF1D97DCB1}"/>
              </a:ext>
            </a:extLst>
          </p:cNvPr>
          <p:cNvSpPr>
            <a:spLocks xmlns:a="http://schemas.openxmlformats.org/drawingml/2006/main" noGrp="1"/>
          </p:cNvSpPr>
          <p:nvPr/>
        </p:nvSpPr>
        <p:spPr>
          <a:xfrm xmlns:a="http://schemas.openxmlformats.org/drawingml/2006/main">
            <a:off x="676275" y="29813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53675A"/>
                </a:solidFill>
                <a:latin typeface="Arial"/>
                <a:ea typeface="Arial"/>
                <a:cs typeface="Arial"/>
              </a:defRPr>
            </a:defPPr>
            <a:lvl1pPr>
              <a:defRPr sz="1650" b="0">
                <a:solidFill>
                  <a:srgbClr val="53675A"/>
                </a:solidFill>
                <a:latin typeface="Arial"/>
                <a:ea typeface="Arial"/>
                <a:cs typeface="Arial"/>
              </a:defRPr>
            </a:lvl1pPr>
            <a:lvl2pPr>
              <a:defRPr sz="1650" b="0">
                <a:solidFill>
                  <a:srgbClr val="53675A"/>
                </a:solidFill>
                <a:latin typeface="Arial"/>
                <a:ea typeface="Arial"/>
                <a:cs typeface="Arial"/>
              </a:defRPr>
            </a:lvl2pPr>
            <a:lvl3pPr>
              <a:defRPr sz="1650" b="0">
                <a:solidFill>
                  <a:srgbClr val="53675A"/>
                </a:solidFill>
                <a:latin typeface="Arial"/>
                <a:ea typeface="Arial"/>
                <a:cs typeface="Arial"/>
              </a:defRPr>
            </a:lvl3pPr>
            <a:lvl4pPr>
              <a:defRPr sz="1650" b="0">
                <a:solidFill>
                  <a:srgbClr val="53675A"/>
                </a:solidFill>
                <a:latin typeface="Arial"/>
                <a:ea typeface="Arial"/>
                <a:cs typeface="Arial"/>
              </a:defRPr>
            </a:lvl4pPr>
            <a:lvl5pPr>
              <a:defRPr sz="1650" b="0">
                <a:solidFill>
                  <a:srgbClr val="53675A"/>
                </a:solidFill>
                <a:latin typeface="Arial"/>
                <a:ea typeface="Arial"/>
                <a:cs typeface="Arial"/>
              </a:defRPr>
            </a:lvl5pPr>
            <a:lvl6pPr>
              <a:defRPr sz="1650" b="0">
                <a:solidFill>
                  <a:srgbClr val="53675A"/>
                </a:solidFill>
                <a:latin typeface="Arial"/>
                <a:ea typeface="Arial"/>
                <a:cs typeface="Arial"/>
              </a:defRPr>
            </a:lvl6pPr>
            <a:lvl7pPr>
              <a:defRPr sz="1650" b="0">
                <a:solidFill>
                  <a:srgbClr val="53675A"/>
                </a:solidFill>
                <a:latin typeface="Arial"/>
                <a:ea typeface="Arial"/>
                <a:cs typeface="Arial"/>
              </a:defRPr>
            </a:lvl7pPr>
            <a:lvl8pPr>
              <a:defRPr sz="1650" b="0">
                <a:solidFill>
                  <a:srgbClr val="53675A"/>
                </a:solidFill>
                <a:latin typeface="Arial"/>
                <a:ea typeface="Arial"/>
                <a:cs typeface="Arial"/>
              </a:defRPr>
            </a:lvl8pPr>
            <a:lvl9pPr>
              <a:defRPr sz="1650" b="0">
                <a:solidFill>
                  <a:srgbClr val="53675A"/>
                </a:solidFill>
                <a:latin typeface="Arial"/>
                <a:ea typeface="Arial"/>
                <a:cs typeface="Arial"/>
              </a:defRPr>
            </a:lvl9pPr>
          </a:lstStyle>
          <a:p xmlns:a="http://schemas.openxmlformats.org/drawingml/2006/main">
            <a:pPr>
              <a:defRPr sz="1650" b="0">
                <a:solidFill>
                  <a:srgbClr val="53675A"/>
                </a:solidFill>
                <a:latin typeface="Arial"/>
                <a:ea typeface="Arial"/>
                <a:cs typeface="Arial"/>
              </a:defRPr>
            </a:pPr>
            <a:r>
              <a:rPr sz="1650" b="0">
                <a:solidFill>
                  <a:srgbClr val="53675A"/>
                </a:solidFill>
                <a:latin typeface="Arial"/>
                <a:ea typeface="Arial"/>
                <a:cs typeface="Arial"/>
              </a:rPr>
              <a:t>45 de clădiri</a:t>
            </a:r>
          </a:p>
        </p:txBody>
      </p:sp>
      <p:sp>
        <p:nvSpPr>
          <p:cNvPr id="17" name="shape-119">
            <a:extLst xmlns:a="http://schemas.openxmlformats.org/drawingml/2006/main">
              <a:ext uri="{FF2B5EF4-FFF2-40B4-BE49-F238E27FC236}">
                <a16:creationId xmlns:a16="http://schemas.microsoft.com/office/drawing/2014/main" id="{5935B730-6991-4229-BFE0-30BE8885525E}"/>
              </a:ext>
            </a:extLst>
          </p:cNvPr>
          <p:cNvSpPr>
            <a:spLocks xmlns:a="http://schemas.openxmlformats.org/drawingml/2006/main" noGrp="1"/>
          </p:cNvSpPr>
          <p:nvPr/>
        </p:nvSpPr>
        <p:spPr>
          <a:xfrm xmlns:a="http://schemas.openxmlformats.org/drawingml/2006/main" rot="0">
            <a:off x="10248900" y="2667000"/>
            <a:ext cx="38100" cy="409575"/>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8" name="text-120">
            <a:extLst xmlns:a="http://schemas.openxmlformats.org/drawingml/2006/main">
              <a:ext uri="{FF2B5EF4-FFF2-40B4-BE49-F238E27FC236}">
                <a16:creationId xmlns:a16="http://schemas.microsoft.com/office/drawing/2014/main" id="{7EAC6975-0C5E-4C56-B440-0904CE9DA6EC}"/>
              </a:ext>
            </a:extLst>
          </p:cNvPr>
          <p:cNvSpPr>
            <a:spLocks xmlns:a="http://schemas.openxmlformats.org/drawingml/2006/main" noGrp="1"/>
          </p:cNvSpPr>
          <p:nvPr/>
        </p:nvSpPr>
        <p:spPr>
          <a:xfrm xmlns:a="http://schemas.openxmlformats.org/drawingml/2006/main">
            <a:off x="10496550" y="2695575"/>
            <a:ext cx="1266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−0,1 m</a:t>
            </a:r>
          </a:p>
        </p:txBody>
      </p:sp>
      <p:sp>
        <p:nvSpPr>
          <p:cNvPr id="19" name="text-121">
            <a:extLst xmlns:a="http://schemas.openxmlformats.org/drawingml/2006/main">
              <a:ext uri="{FF2B5EF4-FFF2-40B4-BE49-F238E27FC236}">
                <a16:creationId xmlns:a16="http://schemas.microsoft.com/office/drawing/2014/main" id="{9F4A9DC9-9105-4055-9093-E5ADD789297C}"/>
              </a:ext>
            </a:extLst>
          </p:cNvPr>
          <p:cNvSpPr>
            <a:spLocks xmlns:a="http://schemas.openxmlformats.org/drawingml/2006/main" noGrp="1"/>
          </p:cNvSpPr>
          <p:nvPr/>
        </p:nvSpPr>
        <p:spPr>
          <a:xfrm xmlns:a="http://schemas.openxmlformats.org/drawingml/2006/main">
            <a:off x="666750" y="35242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10–20 m</a:t>
            </a:r>
          </a:p>
        </p:txBody>
      </p:sp>
      <p:sp>
        <p:nvSpPr>
          <p:cNvPr id="20" name="text-122">
            <a:extLst xmlns:a="http://schemas.openxmlformats.org/drawingml/2006/main">
              <a:ext uri="{FF2B5EF4-FFF2-40B4-BE49-F238E27FC236}">
                <a16:creationId xmlns:a16="http://schemas.microsoft.com/office/drawing/2014/main" id="{98E4BEDE-E42A-4110-958F-F6868FFBD313}"/>
              </a:ext>
            </a:extLst>
          </p:cNvPr>
          <p:cNvSpPr>
            <a:spLocks xmlns:a="http://schemas.openxmlformats.org/drawingml/2006/main" noGrp="1"/>
          </p:cNvSpPr>
          <p:nvPr/>
        </p:nvSpPr>
        <p:spPr>
          <a:xfrm xmlns:a="http://schemas.openxmlformats.org/drawingml/2006/main">
            <a:off x="676275" y="39147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53675A"/>
                </a:solidFill>
                <a:latin typeface="Arial"/>
                <a:ea typeface="Arial"/>
                <a:cs typeface="Arial"/>
              </a:defRPr>
            </a:defPPr>
            <a:lvl1pPr>
              <a:defRPr sz="1650" b="0">
                <a:solidFill>
                  <a:srgbClr val="53675A"/>
                </a:solidFill>
                <a:latin typeface="Arial"/>
                <a:ea typeface="Arial"/>
                <a:cs typeface="Arial"/>
              </a:defRPr>
            </a:lvl1pPr>
            <a:lvl2pPr>
              <a:defRPr sz="1650" b="0">
                <a:solidFill>
                  <a:srgbClr val="53675A"/>
                </a:solidFill>
                <a:latin typeface="Arial"/>
                <a:ea typeface="Arial"/>
                <a:cs typeface="Arial"/>
              </a:defRPr>
            </a:lvl2pPr>
            <a:lvl3pPr>
              <a:defRPr sz="1650" b="0">
                <a:solidFill>
                  <a:srgbClr val="53675A"/>
                </a:solidFill>
                <a:latin typeface="Arial"/>
                <a:ea typeface="Arial"/>
                <a:cs typeface="Arial"/>
              </a:defRPr>
            </a:lvl3pPr>
            <a:lvl4pPr>
              <a:defRPr sz="1650" b="0">
                <a:solidFill>
                  <a:srgbClr val="53675A"/>
                </a:solidFill>
                <a:latin typeface="Arial"/>
                <a:ea typeface="Arial"/>
                <a:cs typeface="Arial"/>
              </a:defRPr>
            </a:lvl4pPr>
            <a:lvl5pPr>
              <a:defRPr sz="1650" b="0">
                <a:solidFill>
                  <a:srgbClr val="53675A"/>
                </a:solidFill>
                <a:latin typeface="Arial"/>
                <a:ea typeface="Arial"/>
                <a:cs typeface="Arial"/>
              </a:defRPr>
            </a:lvl5pPr>
            <a:lvl6pPr>
              <a:defRPr sz="1650" b="0">
                <a:solidFill>
                  <a:srgbClr val="53675A"/>
                </a:solidFill>
                <a:latin typeface="Arial"/>
                <a:ea typeface="Arial"/>
                <a:cs typeface="Arial"/>
              </a:defRPr>
            </a:lvl6pPr>
            <a:lvl7pPr>
              <a:defRPr sz="1650" b="0">
                <a:solidFill>
                  <a:srgbClr val="53675A"/>
                </a:solidFill>
                <a:latin typeface="Arial"/>
                <a:ea typeface="Arial"/>
                <a:cs typeface="Arial"/>
              </a:defRPr>
            </a:lvl7pPr>
            <a:lvl8pPr>
              <a:defRPr sz="1650" b="0">
                <a:solidFill>
                  <a:srgbClr val="53675A"/>
                </a:solidFill>
                <a:latin typeface="Arial"/>
                <a:ea typeface="Arial"/>
                <a:cs typeface="Arial"/>
              </a:defRPr>
            </a:lvl8pPr>
            <a:lvl9pPr>
              <a:defRPr sz="1650" b="0">
                <a:solidFill>
                  <a:srgbClr val="53675A"/>
                </a:solidFill>
                <a:latin typeface="Arial"/>
                <a:ea typeface="Arial"/>
                <a:cs typeface="Arial"/>
              </a:defRPr>
            </a:lvl9pPr>
          </a:lstStyle>
          <a:p xmlns:a="http://schemas.openxmlformats.org/drawingml/2006/main">
            <a:pPr>
              <a:defRPr sz="1650" b="0">
                <a:solidFill>
                  <a:srgbClr val="53675A"/>
                </a:solidFill>
                <a:latin typeface="Arial"/>
                <a:ea typeface="Arial"/>
                <a:cs typeface="Arial"/>
              </a:defRPr>
            </a:pPr>
            <a:r>
              <a:rPr sz="1650" b="0">
                <a:solidFill>
                  <a:srgbClr val="53675A"/>
                </a:solidFill>
                <a:latin typeface="Arial"/>
                <a:ea typeface="Arial"/>
                <a:cs typeface="Arial"/>
              </a:rPr>
              <a:t>28 de clădiri</a:t>
            </a:r>
          </a:p>
        </p:txBody>
      </p:sp>
      <p:sp>
        <p:nvSpPr>
          <p:cNvPr id="21" name="shape-123">
            <a:extLst xmlns:a="http://schemas.openxmlformats.org/drawingml/2006/main">
              <a:ext uri="{FF2B5EF4-FFF2-40B4-BE49-F238E27FC236}">
                <a16:creationId xmlns:a16="http://schemas.microsoft.com/office/drawing/2014/main" id="{E9A56ACD-EA50-48C7-BC3C-3AAF1F55256A}"/>
              </a:ext>
            </a:extLst>
          </p:cNvPr>
          <p:cNvSpPr>
            <a:spLocks xmlns:a="http://schemas.openxmlformats.org/drawingml/2006/main" noGrp="1"/>
          </p:cNvSpPr>
          <p:nvPr/>
        </p:nvSpPr>
        <p:spPr>
          <a:xfrm xmlns:a="http://schemas.openxmlformats.org/drawingml/2006/main" rot="0">
            <a:off x="8818245" y="3600450"/>
            <a:ext cx="1468755" cy="409575"/>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22" name="text-124">
            <a:extLst xmlns:a="http://schemas.openxmlformats.org/drawingml/2006/main">
              <a:ext uri="{FF2B5EF4-FFF2-40B4-BE49-F238E27FC236}">
                <a16:creationId xmlns:a16="http://schemas.microsoft.com/office/drawing/2014/main" id="{08837B77-B15B-4D2E-B2ED-ADCFEFD73E56}"/>
              </a:ext>
            </a:extLst>
          </p:cNvPr>
          <p:cNvSpPr>
            <a:spLocks xmlns:a="http://schemas.openxmlformats.org/drawingml/2006/main" noGrp="1"/>
          </p:cNvSpPr>
          <p:nvPr/>
        </p:nvSpPr>
        <p:spPr>
          <a:xfrm xmlns:a="http://schemas.openxmlformats.org/drawingml/2006/main">
            <a:off x="10496550" y="3629025"/>
            <a:ext cx="1266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−5,1 m</a:t>
            </a:r>
          </a:p>
        </p:txBody>
      </p:sp>
      <p:sp>
        <p:nvSpPr>
          <p:cNvPr id="23" name="text-125">
            <a:extLst xmlns:a="http://schemas.openxmlformats.org/drawingml/2006/main">
              <a:ext uri="{FF2B5EF4-FFF2-40B4-BE49-F238E27FC236}">
                <a16:creationId xmlns:a16="http://schemas.microsoft.com/office/drawing/2014/main" id="{7AA16F4B-986B-4FE2-880E-D99CCE57B426}"/>
              </a:ext>
            </a:extLst>
          </p:cNvPr>
          <p:cNvSpPr>
            <a:spLocks xmlns:a="http://schemas.openxmlformats.org/drawingml/2006/main" noGrp="1"/>
          </p:cNvSpPr>
          <p:nvPr/>
        </p:nvSpPr>
        <p:spPr>
          <a:xfrm xmlns:a="http://schemas.openxmlformats.org/drawingml/2006/main">
            <a:off x="666750" y="445770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20–40 m</a:t>
            </a:r>
          </a:p>
        </p:txBody>
      </p:sp>
      <p:sp>
        <p:nvSpPr>
          <p:cNvPr id="24" name="text-126">
            <a:extLst xmlns:a="http://schemas.openxmlformats.org/drawingml/2006/main">
              <a:ext uri="{FF2B5EF4-FFF2-40B4-BE49-F238E27FC236}">
                <a16:creationId xmlns:a16="http://schemas.microsoft.com/office/drawing/2014/main" id="{696EA88F-84C8-4CE3-9267-E081A71E39E9}"/>
              </a:ext>
            </a:extLst>
          </p:cNvPr>
          <p:cNvSpPr>
            <a:spLocks xmlns:a="http://schemas.openxmlformats.org/drawingml/2006/main" noGrp="1"/>
          </p:cNvSpPr>
          <p:nvPr/>
        </p:nvSpPr>
        <p:spPr>
          <a:xfrm xmlns:a="http://schemas.openxmlformats.org/drawingml/2006/main">
            <a:off x="676275" y="48482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53675A"/>
                </a:solidFill>
                <a:latin typeface="Arial"/>
                <a:ea typeface="Arial"/>
                <a:cs typeface="Arial"/>
              </a:defRPr>
            </a:defPPr>
            <a:lvl1pPr>
              <a:defRPr sz="1650" b="0">
                <a:solidFill>
                  <a:srgbClr val="53675A"/>
                </a:solidFill>
                <a:latin typeface="Arial"/>
                <a:ea typeface="Arial"/>
                <a:cs typeface="Arial"/>
              </a:defRPr>
            </a:lvl1pPr>
            <a:lvl2pPr>
              <a:defRPr sz="1650" b="0">
                <a:solidFill>
                  <a:srgbClr val="53675A"/>
                </a:solidFill>
                <a:latin typeface="Arial"/>
                <a:ea typeface="Arial"/>
                <a:cs typeface="Arial"/>
              </a:defRPr>
            </a:lvl2pPr>
            <a:lvl3pPr>
              <a:defRPr sz="1650" b="0">
                <a:solidFill>
                  <a:srgbClr val="53675A"/>
                </a:solidFill>
                <a:latin typeface="Arial"/>
                <a:ea typeface="Arial"/>
                <a:cs typeface="Arial"/>
              </a:defRPr>
            </a:lvl3pPr>
            <a:lvl4pPr>
              <a:defRPr sz="1650" b="0">
                <a:solidFill>
                  <a:srgbClr val="53675A"/>
                </a:solidFill>
                <a:latin typeface="Arial"/>
                <a:ea typeface="Arial"/>
                <a:cs typeface="Arial"/>
              </a:defRPr>
            </a:lvl4pPr>
            <a:lvl5pPr>
              <a:defRPr sz="1650" b="0">
                <a:solidFill>
                  <a:srgbClr val="53675A"/>
                </a:solidFill>
                <a:latin typeface="Arial"/>
                <a:ea typeface="Arial"/>
                <a:cs typeface="Arial"/>
              </a:defRPr>
            </a:lvl5pPr>
            <a:lvl6pPr>
              <a:defRPr sz="1650" b="0">
                <a:solidFill>
                  <a:srgbClr val="53675A"/>
                </a:solidFill>
                <a:latin typeface="Arial"/>
                <a:ea typeface="Arial"/>
                <a:cs typeface="Arial"/>
              </a:defRPr>
            </a:lvl6pPr>
            <a:lvl7pPr>
              <a:defRPr sz="1650" b="0">
                <a:solidFill>
                  <a:srgbClr val="53675A"/>
                </a:solidFill>
                <a:latin typeface="Arial"/>
                <a:ea typeface="Arial"/>
                <a:cs typeface="Arial"/>
              </a:defRPr>
            </a:lvl7pPr>
            <a:lvl8pPr>
              <a:defRPr sz="1650" b="0">
                <a:solidFill>
                  <a:srgbClr val="53675A"/>
                </a:solidFill>
                <a:latin typeface="Arial"/>
                <a:ea typeface="Arial"/>
                <a:cs typeface="Arial"/>
              </a:defRPr>
            </a:lvl8pPr>
            <a:lvl9pPr>
              <a:defRPr sz="1650" b="0">
                <a:solidFill>
                  <a:srgbClr val="53675A"/>
                </a:solidFill>
                <a:latin typeface="Arial"/>
                <a:ea typeface="Arial"/>
                <a:cs typeface="Arial"/>
              </a:defRPr>
            </a:lvl9pPr>
          </a:lstStyle>
          <a:p xmlns:a="http://schemas.openxmlformats.org/drawingml/2006/main">
            <a:pPr>
              <a:defRPr sz="1650" b="0">
                <a:solidFill>
                  <a:srgbClr val="53675A"/>
                </a:solidFill>
                <a:latin typeface="Arial"/>
                <a:ea typeface="Arial"/>
                <a:cs typeface="Arial"/>
              </a:defRPr>
            </a:pPr>
            <a:r>
              <a:rPr sz="1650" b="0">
                <a:solidFill>
                  <a:srgbClr val="53675A"/>
                </a:solidFill>
                <a:latin typeface="Arial"/>
                <a:ea typeface="Arial"/>
                <a:cs typeface="Arial"/>
              </a:rPr>
              <a:t>10 clădiri</a:t>
            </a:r>
          </a:p>
        </p:txBody>
      </p:sp>
      <p:sp>
        <p:nvSpPr>
          <p:cNvPr id="25" name="shape-127">
            <a:extLst xmlns:a="http://schemas.openxmlformats.org/drawingml/2006/main">
              <a:ext uri="{FF2B5EF4-FFF2-40B4-BE49-F238E27FC236}">
                <a16:creationId xmlns:a16="http://schemas.microsoft.com/office/drawing/2014/main" id="{189B3955-3C8C-4121-BCD9-C28823E4EB65}"/>
              </a:ext>
            </a:extLst>
          </p:cNvPr>
          <p:cNvSpPr>
            <a:spLocks xmlns:a="http://schemas.openxmlformats.org/drawingml/2006/main" noGrp="1"/>
          </p:cNvSpPr>
          <p:nvPr/>
        </p:nvSpPr>
        <p:spPr>
          <a:xfrm xmlns:a="http://schemas.openxmlformats.org/drawingml/2006/main" rot="0">
            <a:off x="5803583" y="4533900"/>
            <a:ext cx="4483418" cy="409575"/>
          </a:xfrm>
          <a:prstGeom xmlns:a="http://schemas.openxmlformats.org/drawingml/2006/main" prst="rect">
            <a:avLst/>
          </a:prstGeom>
          <a:solidFill xmlns:a="http://schemas.openxmlformats.org/drawingml/2006/main">
            <a:srgbClr val="143B2C"/>
          </a:solidFill>
          <a:ln xmlns:a="http://schemas.openxmlformats.org/drawingml/2006/main" w="0">
            <a:noFill/>
            <a:prstDash val="solid"/>
          </a:ln>
        </p:spPr>
      </p:sp>
      <p:sp>
        <p:nvSpPr>
          <p:cNvPr id="26" name="text-128">
            <a:extLst xmlns:a="http://schemas.openxmlformats.org/drawingml/2006/main">
              <a:ext uri="{FF2B5EF4-FFF2-40B4-BE49-F238E27FC236}">
                <a16:creationId xmlns:a16="http://schemas.microsoft.com/office/drawing/2014/main" id="{A9360F67-37CC-4190-B803-196AA9B74774}"/>
              </a:ext>
            </a:extLst>
          </p:cNvPr>
          <p:cNvSpPr>
            <a:spLocks xmlns:a="http://schemas.openxmlformats.org/drawingml/2006/main" noGrp="1"/>
          </p:cNvSpPr>
          <p:nvPr/>
        </p:nvSpPr>
        <p:spPr>
          <a:xfrm xmlns:a="http://schemas.openxmlformats.org/drawingml/2006/main">
            <a:off x="10496550" y="4562475"/>
            <a:ext cx="1266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−15,7 m</a:t>
            </a:r>
          </a:p>
        </p:txBody>
      </p:sp>
      <p:sp>
        <p:nvSpPr>
          <p:cNvPr id="27" name="text-129">
            <a:extLst xmlns:a="http://schemas.openxmlformats.org/drawingml/2006/main">
              <a:ext uri="{FF2B5EF4-FFF2-40B4-BE49-F238E27FC236}">
                <a16:creationId xmlns:a16="http://schemas.microsoft.com/office/drawing/2014/main" id="{BCB6387D-E4E1-4AE7-BB71-95F596E294FE}"/>
              </a:ext>
            </a:extLst>
          </p:cNvPr>
          <p:cNvSpPr>
            <a:spLocks xmlns:a="http://schemas.openxmlformats.org/drawingml/2006/main" noGrp="1"/>
          </p:cNvSpPr>
          <p:nvPr/>
        </p:nvSpPr>
        <p:spPr>
          <a:xfrm xmlns:a="http://schemas.openxmlformats.org/drawingml/2006/main">
            <a:off x="657225" y="59150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183427"/>
                </a:solidFill>
                <a:latin typeface="Arial"/>
                <a:ea typeface="Arial"/>
                <a:cs typeface="Arial"/>
              </a:defRPr>
            </a:defPPr>
            <a:lvl1pPr>
              <a:defRPr sz="2025" b="1">
                <a:solidFill>
                  <a:srgbClr val="183427"/>
                </a:solidFill>
                <a:latin typeface="Arial"/>
                <a:ea typeface="Arial"/>
                <a:cs typeface="Arial"/>
              </a:defRPr>
            </a:lvl1pPr>
            <a:lvl2pPr>
              <a:defRPr sz="2025" b="1">
                <a:solidFill>
                  <a:srgbClr val="183427"/>
                </a:solidFill>
                <a:latin typeface="Arial"/>
                <a:ea typeface="Arial"/>
                <a:cs typeface="Arial"/>
              </a:defRPr>
            </a:lvl2pPr>
            <a:lvl3pPr>
              <a:defRPr sz="2025" b="1">
                <a:solidFill>
                  <a:srgbClr val="183427"/>
                </a:solidFill>
                <a:latin typeface="Arial"/>
                <a:ea typeface="Arial"/>
                <a:cs typeface="Arial"/>
              </a:defRPr>
            </a:lvl3pPr>
            <a:lvl4pPr>
              <a:defRPr sz="2025" b="1">
                <a:solidFill>
                  <a:srgbClr val="183427"/>
                </a:solidFill>
                <a:latin typeface="Arial"/>
                <a:ea typeface="Arial"/>
                <a:cs typeface="Arial"/>
              </a:defRPr>
            </a:lvl4pPr>
            <a:lvl5pPr>
              <a:defRPr sz="2025" b="1">
                <a:solidFill>
                  <a:srgbClr val="183427"/>
                </a:solidFill>
                <a:latin typeface="Arial"/>
                <a:ea typeface="Arial"/>
                <a:cs typeface="Arial"/>
              </a:defRPr>
            </a:lvl5pPr>
            <a:lvl6pPr>
              <a:defRPr sz="2025" b="1">
                <a:solidFill>
                  <a:srgbClr val="183427"/>
                </a:solidFill>
                <a:latin typeface="Arial"/>
                <a:ea typeface="Arial"/>
                <a:cs typeface="Arial"/>
              </a:defRPr>
            </a:lvl6pPr>
            <a:lvl7pPr>
              <a:defRPr sz="2025" b="1">
                <a:solidFill>
                  <a:srgbClr val="183427"/>
                </a:solidFill>
                <a:latin typeface="Arial"/>
                <a:ea typeface="Arial"/>
                <a:cs typeface="Arial"/>
              </a:defRPr>
            </a:lvl7pPr>
            <a:lvl8pPr>
              <a:defRPr sz="2025" b="1">
                <a:solidFill>
                  <a:srgbClr val="183427"/>
                </a:solidFill>
                <a:latin typeface="Arial"/>
                <a:ea typeface="Arial"/>
                <a:cs typeface="Arial"/>
              </a:defRPr>
            </a:lvl8pPr>
            <a:lvl9pPr>
              <a:defRPr sz="2025" b="1">
                <a:solidFill>
                  <a:srgbClr val="183427"/>
                </a:solidFill>
                <a:latin typeface="Arial"/>
                <a:ea typeface="Arial"/>
                <a:cs typeface="Arial"/>
              </a:defRPr>
            </a:lvl9pPr>
          </a:lstStyle>
          <a:p xmlns:a="http://schemas.openxmlformats.org/drawingml/2006/main">
            <a:pPr>
              <a:defRPr sz="2025" b="1">
                <a:solidFill>
                  <a:srgbClr val="183427"/>
                </a:solidFill>
                <a:latin typeface="Arial"/>
                <a:ea typeface="Arial"/>
                <a:cs typeface="Arial"/>
              </a:defRPr>
            </a:pPr>
            <a:r>
              <a:rPr sz="2025" b="1">
                <a:solidFill>
                  <a:srgbClr val="183427"/>
                </a:solidFill>
                <a:latin typeface="Arial"/>
                <a:ea typeface="Arial"/>
                <a:cs typeface="Arial"/>
              </a:rPr>
              <a:t>Pentru grupul de 20–40 m, diferența medie este −15,7 m.</a:t>
            </a:r>
          </a:p>
        </p:txBody>
      </p:sp>
      <p:sp>
        <p:nvSpPr>
          <p:cNvPr id="28" name="text-130">
            <a:extLst xmlns:a="http://schemas.openxmlformats.org/drawingml/2006/main">
              <a:ext uri="{FF2B5EF4-FFF2-40B4-BE49-F238E27FC236}">
                <a16:creationId xmlns:a16="http://schemas.microsoft.com/office/drawing/2014/main" id="{DBE3DBBD-B13B-427D-963A-ECEA9B7EB5C4}"/>
              </a:ext>
            </a:extLst>
          </p:cNvPr>
          <p:cNvSpPr>
            <a:spLocks xmlns:a="http://schemas.openxmlformats.org/drawingml/2006/main" noGrp="1"/>
          </p:cNvSpPr>
          <p:nvPr/>
        </p:nvSpPr>
        <p:spPr>
          <a:xfrm xmlns:a="http://schemas.openxmlformats.org/drawingml/2006/main">
            <a:off x="657225" y="6419850"/>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Referință: etichete OSM. Comparație între baze de date. Analiză locală, 27.10.2026.</a:t>
            </a:r>
          </a:p>
        </p:txBody>
      </p:sp>
    </p:spTree>
    <p:extLst>
      <p:ext uri="{BB962C8B-B14F-4D97-AF65-F5344CB8AC3E}">
        <p14:creationId xmlns:p14="http://schemas.microsoft.com/office/powerpoint/2010/main" val="1305928364"/>
      </p:ext>
    </p:extLst>
  </p:cSld>
</p:sld>
</file>

<file path=ppt/slides/slide9.xml><?xml version="1.0" encoding="utf-8"?>
<p:sld xmlns:p="http://schemas.openxmlformats.org/presentationml/2006/main">
  <p:cSld>
    <p:bg>
      <p:bgPr>
        <a:solidFill xmlns:a="http://schemas.openxmlformats.org/drawingml/2006/main">
          <a:srgbClr val="143B2C"/>
        </a:solidFill>
      </p:bgPr>
    </p:bg>
    <p:spTree>
      <p:nvGrpSpPr>
        <p:cNvPr id="1" name=""/>
        <p:cNvGrpSpPr/>
        <p:nvPr/>
      </p:nvGrpSpPr>
      <p:grpSpPr>
        <a:xfrm xmlns:a="http://schemas.openxmlformats.org/drawingml/2006/main"/>
      </p:grpSpPr>
      <p:sp>
        <p:nvSpPr>
          <p:cNvPr id="22" name="text-131">
            <a:extLst xmlns:a="http://schemas.openxmlformats.org/drawingml/2006/main">
              <a:ext uri="{FF2B5EF4-FFF2-40B4-BE49-F238E27FC236}">
                <a16:creationId xmlns:a16="http://schemas.microsoft.com/office/drawing/2014/main" id="{03D80E39-015A-46C1-BF18-B07BB3CF03EF}"/>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FFFFFF"/>
                </a:solidFill>
                <a:latin typeface="Arial"/>
                <a:ea typeface="Arial"/>
                <a:cs typeface="Arial"/>
              </a:defRPr>
            </a:defPPr>
            <a:lvl1pPr>
              <a:defRPr sz="4125" b="1">
                <a:solidFill>
                  <a:srgbClr val="FFFFFF"/>
                </a:solidFill>
                <a:latin typeface="Arial"/>
                <a:ea typeface="Arial"/>
                <a:cs typeface="Arial"/>
              </a:defRPr>
            </a:lvl1pPr>
            <a:lvl2pPr>
              <a:defRPr sz="4125" b="1">
                <a:solidFill>
                  <a:srgbClr val="FFFFFF"/>
                </a:solidFill>
                <a:latin typeface="Arial"/>
                <a:ea typeface="Arial"/>
                <a:cs typeface="Arial"/>
              </a:defRPr>
            </a:lvl2pPr>
            <a:lvl3pPr>
              <a:defRPr sz="4125" b="1">
                <a:solidFill>
                  <a:srgbClr val="FFFFFF"/>
                </a:solidFill>
                <a:latin typeface="Arial"/>
                <a:ea typeface="Arial"/>
                <a:cs typeface="Arial"/>
              </a:defRPr>
            </a:lvl3pPr>
            <a:lvl4pPr>
              <a:defRPr sz="4125" b="1">
                <a:solidFill>
                  <a:srgbClr val="FFFFFF"/>
                </a:solidFill>
                <a:latin typeface="Arial"/>
                <a:ea typeface="Arial"/>
                <a:cs typeface="Arial"/>
              </a:defRPr>
            </a:lvl4pPr>
            <a:lvl5pPr>
              <a:defRPr sz="4125" b="1">
                <a:solidFill>
                  <a:srgbClr val="FFFFFF"/>
                </a:solidFill>
                <a:latin typeface="Arial"/>
                <a:ea typeface="Arial"/>
                <a:cs typeface="Arial"/>
              </a:defRPr>
            </a:lvl5pPr>
            <a:lvl6pPr>
              <a:defRPr sz="4125" b="1">
                <a:solidFill>
                  <a:srgbClr val="FFFFFF"/>
                </a:solidFill>
                <a:latin typeface="Arial"/>
                <a:ea typeface="Arial"/>
                <a:cs typeface="Arial"/>
              </a:defRPr>
            </a:lvl6pPr>
            <a:lvl7pPr>
              <a:defRPr sz="4125" b="1">
                <a:solidFill>
                  <a:srgbClr val="FFFFFF"/>
                </a:solidFill>
                <a:latin typeface="Arial"/>
                <a:ea typeface="Arial"/>
                <a:cs typeface="Arial"/>
              </a:defRPr>
            </a:lvl7pPr>
            <a:lvl8pPr>
              <a:defRPr sz="4125" b="1">
                <a:solidFill>
                  <a:srgbClr val="FFFFFF"/>
                </a:solidFill>
                <a:latin typeface="Arial"/>
                <a:ea typeface="Arial"/>
                <a:cs typeface="Arial"/>
              </a:defRPr>
            </a:lvl8pPr>
            <a:lvl9pPr>
              <a:defRPr sz="4125" b="1">
                <a:solidFill>
                  <a:srgbClr val="FFFFFF"/>
                </a:solidFill>
                <a:latin typeface="Arial"/>
                <a:ea typeface="Arial"/>
                <a:cs typeface="Arial"/>
              </a:defRPr>
            </a:lvl9pPr>
          </a:lstStyle>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Cum ajungem la traseu</a:t>
            </a:r>
          </a:p>
        </p:txBody>
      </p:sp>
      <p:sp>
        <p:nvSpPr>
          <p:cNvPr id="2" name="text-132">
            <a:extLst xmlns:a="http://schemas.openxmlformats.org/drawingml/2006/main">
              <a:ext uri="{FF2B5EF4-FFF2-40B4-BE49-F238E27FC236}">
                <a16:creationId xmlns:a16="http://schemas.microsoft.com/office/drawing/2014/main" id="{43FF89D2-2653-47BD-AC56-1E89EBD407F5}"/>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BCD0BC"/>
                </a:solidFill>
                <a:latin typeface="Arial"/>
                <a:ea typeface="Arial"/>
                <a:cs typeface="Arial"/>
              </a:defRPr>
            </a:defPPr>
            <a:lvl1pPr>
              <a:defRPr sz="1275" b="0">
                <a:solidFill>
                  <a:srgbClr val="BCD0BC"/>
                </a:solidFill>
                <a:latin typeface="Arial"/>
                <a:ea typeface="Arial"/>
                <a:cs typeface="Arial"/>
              </a:defRPr>
            </a:lvl1pPr>
            <a:lvl2pPr>
              <a:defRPr sz="1275" b="0">
                <a:solidFill>
                  <a:srgbClr val="BCD0BC"/>
                </a:solidFill>
                <a:latin typeface="Arial"/>
                <a:ea typeface="Arial"/>
                <a:cs typeface="Arial"/>
              </a:defRPr>
            </a:lvl2pPr>
            <a:lvl3pPr>
              <a:defRPr sz="1275" b="0">
                <a:solidFill>
                  <a:srgbClr val="BCD0BC"/>
                </a:solidFill>
                <a:latin typeface="Arial"/>
                <a:ea typeface="Arial"/>
                <a:cs typeface="Arial"/>
              </a:defRPr>
            </a:lvl3pPr>
            <a:lvl4pPr>
              <a:defRPr sz="1275" b="0">
                <a:solidFill>
                  <a:srgbClr val="BCD0BC"/>
                </a:solidFill>
                <a:latin typeface="Arial"/>
                <a:ea typeface="Arial"/>
                <a:cs typeface="Arial"/>
              </a:defRPr>
            </a:lvl4pPr>
            <a:lvl5pPr>
              <a:defRPr sz="1275" b="0">
                <a:solidFill>
                  <a:srgbClr val="BCD0BC"/>
                </a:solidFill>
                <a:latin typeface="Arial"/>
                <a:ea typeface="Arial"/>
                <a:cs typeface="Arial"/>
              </a:defRPr>
            </a:lvl5pPr>
            <a:lvl6pPr>
              <a:defRPr sz="1275" b="0">
                <a:solidFill>
                  <a:srgbClr val="BCD0BC"/>
                </a:solidFill>
                <a:latin typeface="Arial"/>
                <a:ea typeface="Arial"/>
                <a:cs typeface="Arial"/>
              </a:defRPr>
            </a:lvl6pPr>
            <a:lvl7pPr>
              <a:defRPr sz="1275" b="0">
                <a:solidFill>
                  <a:srgbClr val="BCD0BC"/>
                </a:solidFill>
                <a:latin typeface="Arial"/>
                <a:ea typeface="Arial"/>
                <a:cs typeface="Arial"/>
              </a:defRPr>
            </a:lvl7pPr>
            <a:lvl8pPr>
              <a:defRPr sz="1275" b="0">
                <a:solidFill>
                  <a:srgbClr val="BCD0BC"/>
                </a:solidFill>
                <a:latin typeface="Arial"/>
                <a:ea typeface="Arial"/>
                <a:cs typeface="Arial"/>
              </a:defRPr>
            </a:lvl8pPr>
            <a:lvl9pPr>
              <a:defRPr sz="1275" b="0">
                <a:solidFill>
                  <a:srgbClr val="BCD0BC"/>
                </a:solidFill>
                <a:latin typeface="Arial"/>
                <a:ea typeface="Arial"/>
                <a:cs typeface="Arial"/>
              </a:defRPr>
            </a:lvl9pPr>
          </a:lstStyle>
          <a:p xmlns:a="http://schemas.openxmlformats.org/drawingml/2006/main">
            <a:pPr>
              <a:defRPr sz="1275" b="0">
                <a:solidFill>
                  <a:srgbClr val="BCD0BC"/>
                </a:solidFill>
                <a:latin typeface="Arial"/>
                <a:ea typeface="Arial"/>
                <a:cs typeface="Arial"/>
              </a:defRPr>
            </a:pPr>
            <a:r>
              <a:rPr sz="1275" b="0">
                <a:solidFill>
                  <a:srgbClr val="BCD0BC"/>
                </a:solidFill>
                <a:latin typeface="Arial"/>
                <a:ea typeface="Arial"/>
                <a:cs typeface="Arial"/>
              </a:rPr>
              <a:t>09</a:t>
            </a:r>
          </a:p>
        </p:txBody>
      </p:sp>
      <p:sp>
        <p:nvSpPr>
          <p:cNvPr id="3" name="text-133">
            <a:extLst xmlns:a="http://schemas.openxmlformats.org/drawingml/2006/main">
              <a:ext uri="{FF2B5EF4-FFF2-40B4-BE49-F238E27FC236}">
                <a16:creationId xmlns:a16="http://schemas.microsoft.com/office/drawing/2014/main" id="{E2BA3282-C3D9-4B07-8A9F-FA151F4DB54D}"/>
              </a:ext>
            </a:extLst>
          </p:cNvPr>
          <p:cNvSpPr>
            <a:spLocks xmlns:a="http://schemas.openxmlformats.org/drawingml/2006/main" noGrp="1"/>
          </p:cNvSpPr>
          <p:nvPr/>
        </p:nvSpPr>
        <p:spPr>
          <a:xfrm xmlns:a="http://schemas.openxmlformats.org/drawingml/2006/main">
            <a:off x="6477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01</a:t>
            </a:r>
          </a:p>
        </p:txBody>
      </p:sp>
      <p:sp>
        <p:nvSpPr>
          <p:cNvPr id="4" name="text-134">
            <a:extLst xmlns:a="http://schemas.openxmlformats.org/drawingml/2006/main">
              <a:ext uri="{FF2B5EF4-FFF2-40B4-BE49-F238E27FC236}">
                <a16:creationId xmlns:a16="http://schemas.microsoft.com/office/drawing/2014/main" id="{D292DE5A-0594-40F4-B2BF-5449DAEE7C88}"/>
              </a:ext>
            </a:extLst>
          </p:cNvPr>
          <p:cNvSpPr>
            <a:spLocks xmlns:a="http://schemas.openxmlformats.org/drawingml/2006/main" noGrp="1"/>
          </p:cNvSpPr>
          <p:nvPr/>
        </p:nvSpPr>
        <p:spPr>
          <a:xfrm xmlns:a="http://schemas.openxmlformats.org/drawingml/2006/main">
            <a:off x="6477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Clădirile</a:t>
            </a:r>
          </a:p>
        </p:txBody>
      </p:sp>
      <p:sp>
        <p:nvSpPr>
          <p:cNvPr id="5" name="text-135">
            <a:extLst xmlns:a="http://schemas.openxmlformats.org/drawingml/2006/main">
              <a:ext uri="{FF2B5EF4-FFF2-40B4-BE49-F238E27FC236}">
                <a16:creationId xmlns:a16="http://schemas.microsoft.com/office/drawing/2014/main" id="{BE348C1F-3431-49ED-A298-887D92FC4AD0}"/>
              </a:ext>
            </a:extLst>
          </p:cNvPr>
          <p:cNvSpPr>
            <a:spLocks xmlns:a="http://schemas.openxmlformats.org/drawingml/2006/main" noGrp="1"/>
          </p:cNvSpPr>
          <p:nvPr/>
        </p:nvSpPr>
        <p:spPr>
          <a:xfrm xmlns:a="http://schemas.openxmlformats.org/drawingml/2006/main">
            <a:off x="6477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Contur și înălțime</a:t>
            </a:r>
          </a:p>
        </p:txBody>
      </p:sp>
      <p:sp>
        <p:nvSpPr>
          <p:cNvPr id="6" name="shape-136">
            <a:extLst xmlns:a="http://schemas.openxmlformats.org/drawingml/2006/main">
              <a:ext uri="{FF2B5EF4-FFF2-40B4-BE49-F238E27FC236}">
                <a16:creationId xmlns:a16="http://schemas.microsoft.com/office/drawing/2014/main" id="{F11E62E7-4553-4C8A-9864-67A8515861FE}"/>
              </a:ext>
            </a:extLst>
          </p:cNvPr>
          <p:cNvSpPr>
            <a:spLocks xmlns:a="http://schemas.openxmlformats.org/drawingml/2006/main" noGrp="1"/>
          </p:cNvSpPr>
          <p:nvPr/>
        </p:nvSpPr>
        <p:spPr>
          <a:xfrm xmlns:a="http://schemas.openxmlformats.org/drawingml/2006/main" rot="0">
            <a:off x="6477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7" name="text-137">
            <a:extLst xmlns:a="http://schemas.openxmlformats.org/drawingml/2006/main">
              <a:ext uri="{FF2B5EF4-FFF2-40B4-BE49-F238E27FC236}">
                <a16:creationId xmlns:a16="http://schemas.microsoft.com/office/drawing/2014/main" id="{332972FB-9390-4691-B032-AC8CCB21BC64}"/>
              </a:ext>
            </a:extLst>
          </p:cNvPr>
          <p:cNvSpPr>
            <a:spLocks xmlns:a="http://schemas.openxmlformats.org/drawingml/2006/main" noGrp="1"/>
          </p:cNvSpPr>
          <p:nvPr/>
        </p:nvSpPr>
        <p:spPr>
          <a:xfrm xmlns:a="http://schemas.openxmlformats.org/drawingml/2006/main">
            <a:off x="35052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02</a:t>
            </a:r>
          </a:p>
        </p:txBody>
      </p:sp>
      <p:sp>
        <p:nvSpPr>
          <p:cNvPr id="8" name="text-138">
            <a:extLst xmlns:a="http://schemas.openxmlformats.org/drawingml/2006/main">
              <a:ext uri="{FF2B5EF4-FFF2-40B4-BE49-F238E27FC236}">
                <a16:creationId xmlns:a16="http://schemas.microsoft.com/office/drawing/2014/main" id="{20AE7268-BCF6-4731-B947-7C7C512B91AB}"/>
              </a:ext>
            </a:extLst>
          </p:cNvPr>
          <p:cNvSpPr>
            <a:spLocks xmlns:a="http://schemas.openxmlformats.org/drawingml/2006/main" noGrp="1"/>
          </p:cNvSpPr>
          <p:nvPr/>
        </p:nvSpPr>
        <p:spPr>
          <a:xfrm xmlns:a="http://schemas.openxmlformats.org/drawingml/2006/main">
            <a:off x="35052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Soarele</a:t>
            </a:r>
          </a:p>
        </p:txBody>
      </p:sp>
      <p:sp>
        <p:nvSpPr>
          <p:cNvPr id="9" name="text-139">
            <a:extLst xmlns:a="http://schemas.openxmlformats.org/drawingml/2006/main">
              <a:ext uri="{FF2B5EF4-FFF2-40B4-BE49-F238E27FC236}">
                <a16:creationId xmlns:a16="http://schemas.microsoft.com/office/drawing/2014/main" id="{0EDDFCBE-58E3-4655-9F91-D67C14C706E3}"/>
              </a:ext>
            </a:extLst>
          </p:cNvPr>
          <p:cNvSpPr>
            <a:spLocks xmlns:a="http://schemas.openxmlformats.org/drawingml/2006/main" noGrp="1"/>
          </p:cNvSpPr>
          <p:nvPr/>
        </p:nvSpPr>
        <p:spPr>
          <a:xfrm xmlns:a="http://schemas.openxmlformats.org/drawingml/2006/main">
            <a:off x="35052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Loc, dată și oră</a:t>
            </a:r>
          </a:p>
        </p:txBody>
      </p:sp>
      <p:sp>
        <p:nvSpPr>
          <p:cNvPr id="10" name="shape-140">
            <a:extLst xmlns:a="http://schemas.openxmlformats.org/drawingml/2006/main">
              <a:ext uri="{FF2B5EF4-FFF2-40B4-BE49-F238E27FC236}">
                <a16:creationId xmlns:a16="http://schemas.microsoft.com/office/drawing/2014/main" id="{0681A3E9-1D92-464C-9CCF-2778E58643EC}"/>
              </a:ext>
            </a:extLst>
          </p:cNvPr>
          <p:cNvSpPr>
            <a:spLocks xmlns:a="http://schemas.openxmlformats.org/drawingml/2006/main" noGrp="1"/>
          </p:cNvSpPr>
          <p:nvPr/>
        </p:nvSpPr>
        <p:spPr>
          <a:xfrm xmlns:a="http://schemas.openxmlformats.org/drawingml/2006/main" rot="0">
            <a:off x="35052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1" name="text-141">
            <a:extLst xmlns:a="http://schemas.openxmlformats.org/drawingml/2006/main">
              <a:ext uri="{FF2B5EF4-FFF2-40B4-BE49-F238E27FC236}">
                <a16:creationId xmlns:a16="http://schemas.microsoft.com/office/drawing/2014/main" id="{EA3E64C1-3058-4361-BC54-ADBF80B7E088}"/>
              </a:ext>
            </a:extLst>
          </p:cNvPr>
          <p:cNvSpPr>
            <a:spLocks xmlns:a="http://schemas.openxmlformats.org/drawingml/2006/main" noGrp="1"/>
          </p:cNvSpPr>
          <p:nvPr/>
        </p:nvSpPr>
        <p:spPr>
          <a:xfrm xmlns:a="http://schemas.openxmlformats.org/drawingml/2006/main">
            <a:off x="63627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03</a:t>
            </a:r>
          </a:p>
        </p:txBody>
      </p:sp>
      <p:sp>
        <p:nvSpPr>
          <p:cNvPr id="12" name="text-142">
            <a:extLst xmlns:a="http://schemas.openxmlformats.org/drawingml/2006/main">
              <a:ext uri="{FF2B5EF4-FFF2-40B4-BE49-F238E27FC236}">
                <a16:creationId xmlns:a16="http://schemas.microsoft.com/office/drawing/2014/main" id="{5106DDE9-BDAA-4607-9C99-730372B542F9}"/>
              </a:ext>
            </a:extLst>
          </p:cNvPr>
          <p:cNvSpPr>
            <a:spLocks xmlns:a="http://schemas.openxmlformats.org/drawingml/2006/main" noGrp="1"/>
          </p:cNvSpPr>
          <p:nvPr/>
        </p:nvSpPr>
        <p:spPr>
          <a:xfrm xmlns:a="http://schemas.openxmlformats.org/drawingml/2006/main">
            <a:off x="63627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Umbrele</a:t>
            </a:r>
          </a:p>
        </p:txBody>
      </p:sp>
      <p:sp>
        <p:nvSpPr>
          <p:cNvPr id="13" name="text-143">
            <a:extLst xmlns:a="http://schemas.openxmlformats.org/drawingml/2006/main">
              <a:ext uri="{FF2B5EF4-FFF2-40B4-BE49-F238E27FC236}">
                <a16:creationId xmlns:a16="http://schemas.microsoft.com/office/drawing/2014/main" id="{D7D86BC3-C7CC-4A82-B7E5-44B3D14F546B}"/>
              </a:ext>
            </a:extLst>
          </p:cNvPr>
          <p:cNvSpPr>
            <a:spLocks xmlns:a="http://schemas.openxmlformats.org/drawingml/2006/main" noGrp="1"/>
          </p:cNvSpPr>
          <p:nvPr/>
        </p:nvSpPr>
        <p:spPr>
          <a:xfrm xmlns:a="http://schemas.openxmlformats.org/drawingml/2006/main">
            <a:off x="63627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Estimare pe hartă</a:t>
            </a:r>
          </a:p>
        </p:txBody>
      </p:sp>
      <p:sp>
        <p:nvSpPr>
          <p:cNvPr id="14" name="shape-144">
            <a:extLst xmlns:a="http://schemas.openxmlformats.org/drawingml/2006/main">
              <a:ext uri="{FF2B5EF4-FFF2-40B4-BE49-F238E27FC236}">
                <a16:creationId xmlns:a16="http://schemas.microsoft.com/office/drawing/2014/main" id="{DB5A46B6-563F-4517-987B-6863E23D7FAA}"/>
              </a:ext>
            </a:extLst>
          </p:cNvPr>
          <p:cNvSpPr>
            <a:spLocks xmlns:a="http://schemas.openxmlformats.org/drawingml/2006/main" noGrp="1"/>
          </p:cNvSpPr>
          <p:nvPr/>
        </p:nvSpPr>
        <p:spPr>
          <a:xfrm xmlns:a="http://schemas.openxmlformats.org/drawingml/2006/main" rot="0">
            <a:off x="63627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5" name="text-145">
            <a:extLst xmlns:a="http://schemas.openxmlformats.org/drawingml/2006/main">
              <a:ext uri="{FF2B5EF4-FFF2-40B4-BE49-F238E27FC236}">
                <a16:creationId xmlns:a16="http://schemas.microsoft.com/office/drawing/2014/main" id="{DDF75F20-8B39-4F36-A07D-FFD8980970CA}"/>
              </a:ext>
            </a:extLst>
          </p:cNvPr>
          <p:cNvSpPr>
            <a:spLocks xmlns:a="http://schemas.openxmlformats.org/drawingml/2006/main" noGrp="1"/>
          </p:cNvSpPr>
          <p:nvPr/>
        </p:nvSpPr>
        <p:spPr>
          <a:xfrm xmlns:a="http://schemas.openxmlformats.org/drawingml/2006/main">
            <a:off x="92202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04</a:t>
            </a:r>
          </a:p>
        </p:txBody>
      </p:sp>
      <p:sp>
        <p:nvSpPr>
          <p:cNvPr id="16" name="text-146">
            <a:extLst xmlns:a="http://schemas.openxmlformats.org/drawingml/2006/main">
              <a:ext uri="{FF2B5EF4-FFF2-40B4-BE49-F238E27FC236}">
                <a16:creationId xmlns:a16="http://schemas.microsoft.com/office/drawing/2014/main" id="{508641E4-3297-4C8D-B0E3-B4CFE7E95E6B}"/>
              </a:ext>
            </a:extLst>
          </p:cNvPr>
          <p:cNvSpPr>
            <a:spLocks xmlns:a="http://schemas.openxmlformats.org/drawingml/2006/main" noGrp="1"/>
          </p:cNvSpPr>
          <p:nvPr/>
        </p:nvSpPr>
        <p:spPr>
          <a:xfrm xmlns:a="http://schemas.openxmlformats.org/drawingml/2006/main">
            <a:off x="92202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Traseul</a:t>
            </a:r>
          </a:p>
        </p:txBody>
      </p:sp>
      <p:sp>
        <p:nvSpPr>
          <p:cNvPr id="17" name="text-147">
            <a:extLst xmlns:a="http://schemas.openxmlformats.org/drawingml/2006/main">
              <a:ext uri="{FF2B5EF4-FFF2-40B4-BE49-F238E27FC236}">
                <a16:creationId xmlns:a16="http://schemas.microsoft.com/office/drawing/2014/main" id="{344CE041-0B3E-49FE-8DEE-4D22C6D22A28}"/>
              </a:ext>
            </a:extLst>
          </p:cNvPr>
          <p:cNvSpPr>
            <a:spLocks xmlns:a="http://schemas.openxmlformats.org/drawingml/2006/main" noGrp="1"/>
          </p:cNvSpPr>
          <p:nvPr/>
        </p:nvSpPr>
        <p:spPr>
          <a:xfrm xmlns:a="http://schemas.openxmlformats.org/drawingml/2006/main">
            <a:off x="92202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Durată și expunere</a:t>
            </a:r>
          </a:p>
        </p:txBody>
      </p:sp>
      <p:sp>
        <p:nvSpPr>
          <p:cNvPr id="18" name="shape-148">
            <a:extLst xmlns:a="http://schemas.openxmlformats.org/drawingml/2006/main">
              <a:ext uri="{FF2B5EF4-FFF2-40B4-BE49-F238E27FC236}">
                <a16:creationId xmlns:a16="http://schemas.microsoft.com/office/drawing/2014/main" id="{50BD2CAB-54AA-4A75-B58B-3F53F68B6B28}"/>
              </a:ext>
            </a:extLst>
          </p:cNvPr>
          <p:cNvSpPr>
            <a:spLocks xmlns:a="http://schemas.openxmlformats.org/drawingml/2006/main" noGrp="1"/>
          </p:cNvSpPr>
          <p:nvPr/>
        </p:nvSpPr>
        <p:spPr>
          <a:xfrm xmlns:a="http://schemas.openxmlformats.org/drawingml/2006/main" rot="0">
            <a:off x="92202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9" name="text-149">
            <a:extLst xmlns:a="http://schemas.openxmlformats.org/drawingml/2006/main">
              <a:ext uri="{FF2B5EF4-FFF2-40B4-BE49-F238E27FC236}">
                <a16:creationId xmlns:a16="http://schemas.microsoft.com/office/drawing/2014/main" id="{6521623B-AD66-48C9-BB94-F60B7B056161}"/>
              </a:ext>
            </a:extLst>
          </p:cNvPr>
          <p:cNvSpPr>
            <a:spLocks xmlns:a="http://schemas.openxmlformats.org/drawingml/2006/main" noGrp="1"/>
          </p:cNvSpPr>
          <p:nvPr/>
        </p:nvSpPr>
        <p:spPr>
          <a:xfrm xmlns:a="http://schemas.openxmlformats.org/drawingml/2006/main">
            <a:off x="590550" y="4448175"/>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775" b="1">
                <a:solidFill>
                  <a:srgbClr val="FFFFFF"/>
                </a:solidFill>
                <a:latin typeface="Arial"/>
                <a:ea typeface="Arial"/>
                <a:cs typeface="Arial"/>
              </a:defRPr>
            </a:defPPr>
            <a:lvl1pPr>
              <a:defRPr sz="5775" b="1">
                <a:solidFill>
                  <a:srgbClr val="FFFFFF"/>
                </a:solidFill>
                <a:latin typeface="Arial"/>
                <a:ea typeface="Arial"/>
                <a:cs typeface="Arial"/>
              </a:defRPr>
            </a:lvl1pPr>
            <a:lvl2pPr>
              <a:defRPr sz="5775" b="1">
                <a:solidFill>
                  <a:srgbClr val="FFFFFF"/>
                </a:solidFill>
                <a:latin typeface="Arial"/>
                <a:ea typeface="Arial"/>
                <a:cs typeface="Arial"/>
              </a:defRPr>
            </a:lvl2pPr>
            <a:lvl3pPr>
              <a:defRPr sz="5775" b="1">
                <a:solidFill>
                  <a:srgbClr val="FFFFFF"/>
                </a:solidFill>
                <a:latin typeface="Arial"/>
                <a:ea typeface="Arial"/>
                <a:cs typeface="Arial"/>
              </a:defRPr>
            </a:lvl3pPr>
            <a:lvl4pPr>
              <a:defRPr sz="5775" b="1">
                <a:solidFill>
                  <a:srgbClr val="FFFFFF"/>
                </a:solidFill>
                <a:latin typeface="Arial"/>
                <a:ea typeface="Arial"/>
                <a:cs typeface="Arial"/>
              </a:defRPr>
            </a:lvl4pPr>
            <a:lvl5pPr>
              <a:defRPr sz="5775" b="1">
                <a:solidFill>
                  <a:srgbClr val="FFFFFF"/>
                </a:solidFill>
                <a:latin typeface="Arial"/>
                <a:ea typeface="Arial"/>
                <a:cs typeface="Arial"/>
              </a:defRPr>
            </a:lvl5pPr>
            <a:lvl6pPr>
              <a:defRPr sz="5775" b="1">
                <a:solidFill>
                  <a:srgbClr val="FFFFFF"/>
                </a:solidFill>
                <a:latin typeface="Arial"/>
                <a:ea typeface="Arial"/>
                <a:cs typeface="Arial"/>
              </a:defRPr>
            </a:lvl6pPr>
            <a:lvl7pPr>
              <a:defRPr sz="5775" b="1">
                <a:solidFill>
                  <a:srgbClr val="FFFFFF"/>
                </a:solidFill>
                <a:latin typeface="Arial"/>
                <a:ea typeface="Arial"/>
                <a:cs typeface="Arial"/>
              </a:defRPr>
            </a:lvl7pPr>
            <a:lvl8pPr>
              <a:defRPr sz="5775" b="1">
                <a:solidFill>
                  <a:srgbClr val="FFFFFF"/>
                </a:solidFill>
                <a:latin typeface="Arial"/>
                <a:ea typeface="Arial"/>
                <a:cs typeface="Arial"/>
              </a:defRPr>
            </a:lvl8pPr>
            <a:lvl9pPr>
              <a:defRPr sz="5775" b="1">
                <a:solidFill>
                  <a:srgbClr val="FFFFFF"/>
                </a:solidFill>
                <a:latin typeface="Arial"/>
                <a:ea typeface="Arial"/>
                <a:cs typeface="Arial"/>
              </a:defRPr>
            </a:lvl9pPr>
          </a:lstStyle>
          <a:p xmlns:a="http://schemas.openxmlformats.org/drawingml/2006/main">
            <a:pPr>
              <a:defRPr sz="5775" b="1">
                <a:solidFill>
                  <a:srgbClr val="FFFFFF"/>
                </a:solidFill>
                <a:latin typeface="Arial"/>
                <a:ea typeface="Arial"/>
                <a:cs typeface="Arial"/>
              </a:defRPr>
            </a:pPr>
            <a:r>
              <a:rPr sz="5775" b="1">
                <a:solidFill>
                  <a:srgbClr val="FFFFFF"/>
                </a:solidFill>
                <a:latin typeface="Arial"/>
                <a:ea typeface="Arial"/>
                <a:cs typeface="Arial"/>
              </a:rPr>
              <a:t>UMBRA</a:t>
            </a:r>
          </a:p>
        </p:txBody>
      </p:sp>
      <p:sp>
        <p:nvSpPr>
          <p:cNvPr id="20" name="text-150">
            <a:extLst xmlns:a="http://schemas.openxmlformats.org/drawingml/2006/main">
              <a:ext uri="{FF2B5EF4-FFF2-40B4-BE49-F238E27FC236}">
                <a16:creationId xmlns:a16="http://schemas.microsoft.com/office/drawing/2014/main" id="{7A8EE15A-5D14-411C-A53E-A351178E19C8}"/>
              </a:ext>
            </a:extLst>
          </p:cNvPr>
          <p:cNvSpPr>
            <a:spLocks xmlns:a="http://schemas.openxmlformats.org/drawingml/2006/main" noGrp="1"/>
          </p:cNvSpPr>
          <p:nvPr/>
        </p:nvSpPr>
        <p:spPr>
          <a:xfrm xmlns:a="http://schemas.openxmlformats.org/drawingml/2006/main">
            <a:off x="657225" y="5429250"/>
            <a:ext cx="10848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0">
                <a:solidFill>
                  <a:srgbClr val="BBD8A8"/>
                </a:solidFill>
                <a:latin typeface="Arial"/>
                <a:ea typeface="Arial"/>
                <a:cs typeface="Arial"/>
              </a:defRPr>
            </a:defPPr>
            <a:lvl1pPr>
              <a:defRPr sz="3375" b="0">
                <a:solidFill>
                  <a:srgbClr val="BBD8A8"/>
                </a:solidFill>
                <a:latin typeface="Arial"/>
                <a:ea typeface="Arial"/>
                <a:cs typeface="Arial"/>
              </a:defRPr>
            </a:lvl1pPr>
            <a:lvl2pPr>
              <a:defRPr sz="3375" b="0">
                <a:solidFill>
                  <a:srgbClr val="BBD8A8"/>
                </a:solidFill>
                <a:latin typeface="Arial"/>
                <a:ea typeface="Arial"/>
                <a:cs typeface="Arial"/>
              </a:defRPr>
            </a:lvl2pPr>
            <a:lvl3pPr>
              <a:defRPr sz="3375" b="0">
                <a:solidFill>
                  <a:srgbClr val="BBD8A8"/>
                </a:solidFill>
                <a:latin typeface="Arial"/>
                <a:ea typeface="Arial"/>
                <a:cs typeface="Arial"/>
              </a:defRPr>
            </a:lvl3pPr>
            <a:lvl4pPr>
              <a:defRPr sz="3375" b="0">
                <a:solidFill>
                  <a:srgbClr val="BBD8A8"/>
                </a:solidFill>
                <a:latin typeface="Arial"/>
                <a:ea typeface="Arial"/>
                <a:cs typeface="Arial"/>
              </a:defRPr>
            </a:lvl4pPr>
            <a:lvl5pPr>
              <a:defRPr sz="3375" b="0">
                <a:solidFill>
                  <a:srgbClr val="BBD8A8"/>
                </a:solidFill>
                <a:latin typeface="Arial"/>
                <a:ea typeface="Arial"/>
                <a:cs typeface="Arial"/>
              </a:defRPr>
            </a:lvl5pPr>
            <a:lvl6pPr>
              <a:defRPr sz="3375" b="0">
                <a:solidFill>
                  <a:srgbClr val="BBD8A8"/>
                </a:solidFill>
                <a:latin typeface="Arial"/>
                <a:ea typeface="Arial"/>
                <a:cs typeface="Arial"/>
              </a:defRPr>
            </a:lvl6pPr>
            <a:lvl7pPr>
              <a:defRPr sz="3375" b="0">
                <a:solidFill>
                  <a:srgbClr val="BBD8A8"/>
                </a:solidFill>
                <a:latin typeface="Arial"/>
                <a:ea typeface="Arial"/>
                <a:cs typeface="Arial"/>
              </a:defRPr>
            </a:lvl7pPr>
            <a:lvl8pPr>
              <a:defRPr sz="3375" b="0">
                <a:solidFill>
                  <a:srgbClr val="BBD8A8"/>
                </a:solidFill>
                <a:latin typeface="Arial"/>
                <a:ea typeface="Arial"/>
                <a:cs typeface="Arial"/>
              </a:defRPr>
            </a:lvl8pPr>
            <a:lvl9pPr>
              <a:defRPr sz="3375" b="0">
                <a:solidFill>
                  <a:srgbClr val="BBD8A8"/>
                </a:solidFill>
                <a:latin typeface="Arial"/>
                <a:ea typeface="Arial"/>
                <a:cs typeface="Arial"/>
              </a:defRPr>
            </a:lvl9pPr>
          </a:lstStyle>
          <a:p xmlns:a="http://schemas.openxmlformats.org/drawingml/2006/main">
            <a:pPr>
              <a:defRPr sz="3375" b="0">
                <a:solidFill>
                  <a:srgbClr val="BBD8A8"/>
                </a:solidFill>
                <a:latin typeface="Arial"/>
                <a:ea typeface="Arial"/>
                <a:cs typeface="Arial"/>
              </a:defRPr>
            </a:pPr>
            <a:r>
              <a:rPr sz="3375" b="0">
                <a:solidFill>
                  <a:srgbClr val="BBD8A8"/>
                </a:solidFill>
                <a:latin typeface="Arial"/>
                <a:ea typeface="Arial"/>
                <a:cs typeface="Arial"/>
              </a:rPr>
              <a:t>Alegi traseul și după umbră.</a:t>
            </a:r>
          </a:p>
        </p:txBody>
      </p:sp>
      <p:sp>
        <p:nvSpPr>
          <p:cNvPr id="21" name="text-151">
            <a:extLst xmlns:a="http://schemas.openxmlformats.org/drawingml/2006/main">
              <a:ext uri="{FF2B5EF4-FFF2-40B4-BE49-F238E27FC236}">
                <a16:creationId xmlns:a16="http://schemas.microsoft.com/office/drawing/2014/main" id="{79BC1412-D475-432F-B8FB-D93E29199D34}"/>
              </a:ext>
            </a:extLst>
          </p:cNvPr>
          <p:cNvSpPr>
            <a:spLocks xmlns:a="http://schemas.openxmlformats.org/drawingml/2006/main" noGrp="1"/>
          </p:cNvSpPr>
          <p:nvPr/>
        </p:nvSpPr>
        <p:spPr>
          <a:xfrm xmlns:a="http://schemas.openxmlformats.org/drawingml/2006/main">
            <a:off x="657225" y="63436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5E3D0"/>
                </a:solidFill>
                <a:latin typeface="Arial"/>
                <a:ea typeface="Arial"/>
                <a:cs typeface="Arial"/>
              </a:defRPr>
            </a:defPPr>
            <a:lvl1pPr>
              <a:defRPr sz="1350" b="0">
                <a:solidFill>
                  <a:srgbClr val="D5E3D0"/>
                </a:solidFill>
                <a:latin typeface="Arial"/>
                <a:ea typeface="Arial"/>
                <a:cs typeface="Arial"/>
              </a:defRPr>
            </a:lvl1pPr>
            <a:lvl2pPr>
              <a:defRPr sz="1350" b="0">
                <a:solidFill>
                  <a:srgbClr val="D5E3D0"/>
                </a:solidFill>
                <a:latin typeface="Arial"/>
                <a:ea typeface="Arial"/>
                <a:cs typeface="Arial"/>
              </a:defRPr>
            </a:lvl2pPr>
            <a:lvl3pPr>
              <a:defRPr sz="1350" b="0">
                <a:solidFill>
                  <a:srgbClr val="D5E3D0"/>
                </a:solidFill>
                <a:latin typeface="Arial"/>
                <a:ea typeface="Arial"/>
                <a:cs typeface="Arial"/>
              </a:defRPr>
            </a:lvl3pPr>
            <a:lvl4pPr>
              <a:defRPr sz="1350" b="0">
                <a:solidFill>
                  <a:srgbClr val="D5E3D0"/>
                </a:solidFill>
                <a:latin typeface="Arial"/>
                <a:ea typeface="Arial"/>
                <a:cs typeface="Arial"/>
              </a:defRPr>
            </a:lvl4pPr>
            <a:lvl5pPr>
              <a:defRPr sz="1350" b="0">
                <a:solidFill>
                  <a:srgbClr val="D5E3D0"/>
                </a:solidFill>
                <a:latin typeface="Arial"/>
                <a:ea typeface="Arial"/>
                <a:cs typeface="Arial"/>
              </a:defRPr>
            </a:lvl5pPr>
            <a:lvl6pPr>
              <a:defRPr sz="1350" b="0">
                <a:solidFill>
                  <a:srgbClr val="D5E3D0"/>
                </a:solidFill>
                <a:latin typeface="Arial"/>
                <a:ea typeface="Arial"/>
                <a:cs typeface="Arial"/>
              </a:defRPr>
            </a:lvl6pPr>
            <a:lvl7pPr>
              <a:defRPr sz="1350" b="0">
                <a:solidFill>
                  <a:srgbClr val="D5E3D0"/>
                </a:solidFill>
                <a:latin typeface="Arial"/>
                <a:ea typeface="Arial"/>
                <a:cs typeface="Arial"/>
              </a:defRPr>
            </a:lvl7pPr>
            <a:lvl8pPr>
              <a:defRPr sz="1350" b="0">
                <a:solidFill>
                  <a:srgbClr val="D5E3D0"/>
                </a:solidFill>
                <a:latin typeface="Arial"/>
                <a:ea typeface="Arial"/>
                <a:cs typeface="Arial"/>
              </a:defRPr>
            </a:lvl8pPr>
            <a:lvl9pPr>
              <a:defRPr sz="1350" b="0">
                <a:solidFill>
                  <a:srgbClr val="D5E3D0"/>
                </a:solidFill>
                <a:latin typeface="Arial"/>
                <a:ea typeface="Arial"/>
                <a:cs typeface="Arial"/>
              </a:defRPr>
            </a:lvl9pPr>
          </a:lstStyle>
          <a:p xmlns:a="http://schemas.openxmlformats.org/drawingml/2006/main">
            <a:pPr>
              <a:defRPr sz="1350" b="0">
                <a:solidFill>
                  <a:srgbClr val="D5E3D0"/>
                </a:solidFill>
                <a:latin typeface="Arial"/>
                <a:ea typeface="Arial"/>
                <a:cs typeface="Arial"/>
              </a:defRPr>
            </a:pPr>
            <a:r>
              <a:rPr sz="1350" b="0">
                <a:solidFill>
                  <a:srgbClr val="D5E3D0"/>
                </a:solidFill>
                <a:latin typeface="Arial"/>
                <a:ea typeface="Arial"/>
                <a:cs typeface="Arial"/>
              </a:rPr>
              <a:t>Rutare în Constanța. Aceeași metodă de lucru pentru datele altor orașe.</a:t>
            </a:r>
          </a:p>
        </p:txBody>
      </p:sp>
    </p:spTree>
    <p:extLst>
      <p:ext uri="{BB962C8B-B14F-4D97-AF65-F5344CB8AC3E}">
        <p14:creationId xmlns:p14="http://schemas.microsoft.com/office/powerpoint/2010/main" val="2954173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2026-10-27T12:27:14.9910000Z</dcterms:created>
  <dcterms:modified xsi:type="dcterms:W3CDTF">2026-10-27T12:27:14.9910000Z</dcterms:modified>
</coreProperties>
</file>